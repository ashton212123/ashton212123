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Lst>
  <p:notesMasterIdLst>
    <p:notesMasterId r:id="rId1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Menu" id="{6b2701cb-5677-c068-8b12-554e7a9553f4}">
          <p14:sldIdLst>
            <p14:sldId id="256"/>
            <p14:sldId id="257"/>
            <p14:sldId id="258"/>
          </p14:sldIdLst>
        </p14:section>
        <p14:section name="Story" id="{f72421b8-6cdc-6af3-dc49-2224900691ef}">
          <p14:sldIdLst>
            <p14:sldId id="259"/>
            <p14:sldId id="260"/>
            <p14:sldId id="261"/>
          </p14:sldIdLst>
        </p14:section>
        <p14:section name="Sector 1 - Science Lab" id="{4804dc8f-f8c4-2a10-4c33-bc13e7b6e0be}">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Sector 2 - Time Vault" id="{a5f8c6f3-5266-b853-0030-0a524ddb068b}">
          <p14:sldIdLst>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 name="Sector 3 - Fun Zone" id="{406b2b37-9ca9-18e9-98e7-0269caf1a15b}">
          <p14:sldIdLst>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Lst>
        </p14:section>
        <p14:section name="Sector 4 - World Map" id="{5de2406c-1b8d-4aa3-9dac-be061593fb3c}">
          <p14:sldIdLst>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NULL's Core (Final)" id="{dff5719e-87f0-539d-a48a-cd61ea0f230e}">
          <p14:sldIdLst>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Lst>
        </p14:section>
        <p14:section name="Endings" id="{d3a043b9-7fac-ab48-4c01-835aabf454b3}">
          <p14:sldIdLst>
            <p14:sldId id="387"/>
            <p14:sldId id="3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notesMaster" Target="notesMasters/notesMaster1.xml"/><Relationship Id="rId136" Type="http://schemas.openxmlformats.org/officeDocument/2006/relationships/presProps" Target="presProps.xml"/><Relationship Id="rId137" Type="http://schemas.openxmlformats.org/officeDocument/2006/relationships/viewProps" Target="viewProps.xml"/><Relationship Id="rId138" Type="http://schemas.openxmlformats.org/officeDocument/2006/relationships/theme" Target="theme/theme1.xml"/><Relationship Id="rId1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ID: title] TITLE SCREEN. Start Game goes to the story, How to Play opens the rules, Credits shows the team, and Exit Game ends the slide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ID: howto] HOW TO PLAY. The Back button uses the 'Last Slide Viewed' action, so it always returns the player to the slide they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ID: credits] CREDITS. Shows the group members and their roles. The documentation button opens the Word file, which must be saved in the same folder as this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ID: story1] STORY 1 of 3. Kai clicks a fake 'You won!' pop-up. Next continues the story; Skip Story jumps straight to Sector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ID: story2] STORY 2 of 3. The virus NULL pulls Kai inside the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ID: story3] STORY 3 of 3. BYTE explains the mission. Begin Mission starts Sector 1 with 3 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ID: intro_s1_3] SECTOR INTRO: THE SCIENCE LAB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ID: q_s1q1_3] QUESTION: THE SCIENCE LAB - QUESTION 1 OF 3 | Shields: 3 | Correct answer: B (Mars)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ID: q_s1q1_2] QUESTION: THE SCIENCE LAB - QUESTION 1 OF 3 | Shields: 2 | Correct answer: B (Mars)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ID: q_s1q1_1] QUESTION: THE SCIENCE LAB - QUESTION 1 OF 3 | Shields: 1 | Correct answer: B (Mars)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ID: ok_s1q1_3] CORRECT: THE SCIENCE LAB - s1q1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ID: ok_s1q1_2] CORRECT: THE SCIENCE LAB - s1q1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ID: ok_s1q1_1] CORRECT: THE SCIENCE LAB - s1q1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ID: bad_s1q1_2] WRONG ANSWER: THE SCIENCE LAB - s1q1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ID: bad_s1q1_1] WRONG ANSWER: THE SCIENCE LAB - s1q1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ID: q_s1q2_3] QUESTION: THE SCIENCE LAB - QUESTION 2 OF 3 | Shields: 3 | Correct answer: B (MYTH)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ID: q_s1q2_2] QUESTION: THE SCIENCE LAB - QUESTION 2 OF 3 | Shields: 2 | Correct answer: B (MYTH)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ID: q_s1q2_1] QUESTION: THE SCIENCE LAB - QUESTION 2 OF 3 | Shields: 1 | Correct answer: B (MYTH)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ID: ok_s1q2_3] CORRECT: THE SCIENCE LAB - s1q2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ID: ok_s1q2_2] CORRECT: THE SCIENCE LAB - s1q2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ID: ok_s1q2_1] CORRECT: THE SCIENCE LAB - s1q2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ID: bad_s1q2_2] WRONG ANSWER: THE SCIENCE LAB - s1q2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ID: bad_s1q2_1] WRONG ANSWER: THE SCIENCE LAB - s1q2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ID: q_s1q3_3] QUESTION: THE SCIENCE LAB - QUESTION 3 OF 3 | Shields: 3 | Correct answer: C (Carbon dioxide)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ID: q_s1q3_2] QUESTION: THE SCIENCE LAB - QUESTION 3 OF 3 | Shields: 2 | Correct answer: C (Carbon dioxide)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ID: q_s1q3_1] QUESTION: THE SCIENCE LAB - QUESTION 3 OF 3 | Shields: 1 | Correct answer: C (Carbon dioxide)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ID: ok_s1q3_3] CORRECT: THE SCIENCE LAB - s1q3 | Shields: 3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 ID: ok_s1q3_2] CORRECT: THE SCIENCE LAB - s1q3 | Shields: 2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 ID: ok_s1q3_1] CORRECT: THE SCIENCE LAB - s1q3 | Shields: 1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 ID: bad_s1q3_2] WRONG ANSWER: THE SCIENCE LAB - s1q3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 ID: bad_s1q3_1] WRONG ANSWER: THE SCIENCE LAB - s1q3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 ID: intro_s2_3] SECTOR INTRO: THE TIME VAULT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 ID: intro_s2_2] SECTOR INTRO: THE TIME VAULT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 ID: intro_s2_1] SECTOR INTRO: THE TIME VAULT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35 | ID: q_s2q1_3] QUESTION: THE TIME VAULT - QUESTION 1 OF 3 | Shields: 3 | Correct answer: D (Jose Rizal)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36 | ID: q_s2q1_2] QUESTION: THE TIME VAULT - QUESTION 1 OF 3 | Shields: 2 | Correct answer: D (Jose Rizal)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37 | ID: q_s2q1_1] QUESTION: THE TIME VAULT - QUESTION 1 OF 3 | Shields: 1 | Correct answer: D (Jose Rizal)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38 | ID: ok_s2q1_3] CORRECT: THE TIME VAULT - s2q1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39 | ID: ok_s2q1_2] CORRECT: THE TIME VAULT - s2q1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40 | ID: ok_s2q1_1] CORRECT: THE TIME VAULT - s2q1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41 | ID: bad_s2q1_2] WRONG ANSWER: THE TIME VAULT - s2q1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42 | ID: bad_s2q1_1] WRONG ANSWER: THE TIME VAULT - s2q1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43 | ID: q_s2q2_3] QUESTION: THE TIME VAULT - QUESTION 2 OF 3 | Shields: 3 | Correct answer: A (FACT)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44 | ID: q_s2q2_2] QUESTION: THE TIME VAULT - QUESTION 2 OF 3 | Shields: 2 | Correct answer: A (FACT)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45 | ID: q_s2q2_1] QUESTION: THE TIME VAULT - QUESTION 2 OF 3 | Shields: 1 | Correct answer: A (FACT)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46 | ID: ok_s2q2_3] CORRECT: THE TIME VAULT - s2q2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47 | ID: ok_s2q2_2] CORRECT: THE TIME VAULT - s2q2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48 | ID: ok_s2q2_1] CORRECT: THE TIME VAULT - s2q2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49 | ID: bad_s2q2_2] WRONG ANSWER: THE TIME VAULT - s2q2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50 | ID: bad_s2q2_1] WRONG ANSWER: THE TIME VAULT - s2q2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51 | ID: q_s2q3_3] QUESTION: THE TIME VAULT - QUESTION 3 OF 3 | Shields: 3 | Correct answer: B (June 12)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52 | ID: q_s2q3_2] QUESTION: THE TIME VAULT - QUESTION 3 OF 3 | Shields: 2 | Correct answer: B (June 12)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53 | ID: q_s2q3_1] QUESTION: THE TIME VAULT - QUESTION 3 OF 3 | Shields: 1 | Correct answer: B (June 12)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54 | ID: ok_s2q3_3] CORRECT: THE TIME VAULT - s2q3 | Shields: 3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55 | ID: ok_s2q3_2] CORRECT: THE TIME VAULT - s2q3 | Shields: 2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56 | ID: ok_s2q3_1] CORRECT: THE TIME VAULT - s2q3 | Shields: 1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57 | ID: bad_s2q3_2] WRONG ANSWER: THE TIME VAULT - s2q3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58 | ID: bad_s2q3_1] WRONG ANSWER: THE TIME VAULT - s2q3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59 | ID: intro_s3_3] SECTOR INTRO: THE FUN ZONE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60 | ID: intro_s3_2] SECTOR INTRO: THE FUN ZONE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61 | ID: intro_s3_1] SECTOR INTRO: THE FUN ZONE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62 | ID: q_s3q1_3] QUESTION: THE FUN ZONE - QUESTION 1 OF 3 | Shields: 3 | Correct answer: A (5)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63 | ID: q_s3q1_2] QUESTION: THE FUN ZONE - QUESTION 1 OF 3 | Shields: 2 | Correct answer: A (5)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64 | ID: q_s3q1_1] QUESTION: THE FUN ZONE - QUESTION 1 OF 3 | Shields: 1 | Correct answer: A (5)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65 | ID: ok_s3q1_3] CORRECT: THE FUN ZONE - s3q1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66 | ID: ok_s3q1_2] CORRECT: THE FUN ZONE - s3q1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67 | ID: ok_s3q1_1] CORRECT: THE FUN ZONE - s3q1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68 | ID: bad_s3q1_2] WRONG ANSWER: THE FUN ZONE - s3q1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69 | ID: bad_s3q1_1] WRONG ANSWER: THE FUN ZONE - s3q1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70 | ID: q_s3q2_3] QUESTION: THE FUN ZONE - QUESTION 2 OF 3 | Shields: 3 | Correct answer: C (PHP 115)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71 | ID: q_s3q2_2] QUESTION: THE FUN ZONE - QUESTION 2 OF 3 | Shields: 2 | Correct answer: C (PHP 115)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72 | ID: q_s3q2_1] QUESTION: THE FUN ZONE - QUESTION 2 OF 3 | Shields: 1 | Correct answer: C (PHP 115)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73 | ID: ok_s3q2_3] CORRECT: THE FUN ZONE - s3q2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74 | ID: ok_s3q2_2] CORRECT: THE FUN ZONE - s3q2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75 | ID: ok_s3q2_1] CORRECT: THE FUN ZONE - s3q2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76 | ID: bad_s3q2_2] WRONG ANSWER: THE FUN ZONE - s3q2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77 | ID: bad_s3q2_1] WRONG ANSWER: THE FUN ZONE - s3q2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78 | ID: q_s3q3_3] QUESTION: THE FUN ZONE - QUESTION 3 OF 3 | Shields: 3 | Correct answer: D (Tamarind (sampalok))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79 | ID: q_s3q3_2] QUESTION: THE FUN ZONE - QUESTION 3 OF 3 | Shields: 2 | Correct answer: D (Tamarind (sampalok))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80 | ID: q_s3q3_1] QUESTION: THE FUN ZONE - QUESTION 3 OF 3 | Shields: 1 | Correct answer: D (Tamarind (sampalok))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81 | ID: ok_s3q3_3] CORRECT: THE FUN ZONE - s3q3 | Shields: 3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82 | ID: ok_s3q3_2] CORRECT: THE FUN ZONE - s3q3 | Shields: 2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83 | ID: ok_s3q3_1] CORRECT: THE FUN ZONE - s3q3 | Shields: 1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84 | ID: bad_s3q3_2] WRONG ANSWER: THE FUN ZONE - s3q3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85 | ID: bad_s3q3_1] WRONG ANSWER: THE FUN ZONE - s3q3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86 | ID: intro_s4_3] SECTOR INTRO: THE WORLD MAP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87 | ID: intro_s4_2] SECTOR INTRO: THE WORLD MAP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88 | ID: intro_s4_1] SECTOR INTRO: THE WORLD MAP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89 | ID: q_s4q1_3] QUESTION: THE WORLD MAP - QUESTION 1 OF 3 | Shields: 3 | Correct answer: B (Tokyo)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90 | ID: q_s4q1_2] QUESTION: THE WORLD MAP - QUESTION 1 OF 3 | Shields: 2 | Correct answer: B (Tokyo)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91 | ID: q_s4q1_1] QUESTION: THE WORLD MAP - QUESTION 1 OF 3 | Shields: 1 | Correct answer: B (Tokyo)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92 | ID: ok_s4q1_3] CORRECT: THE WORLD MAP - s4q1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93 | ID: ok_s4q1_2] CORRECT: THE WORLD MAP - s4q1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94 | ID: ok_s4q1_1] CORRECT: THE WORLD MAP - s4q1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95 | ID: bad_s4q1_2] WRONG ANSWER: THE WORLD MAP - s4q1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96 | ID: bad_s4q1_1] WRONG ANSWER: THE WORLD MAP - s4q1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97 | ID: q_s4q2_3] QUESTION: THE WORLD MAP - QUESTION 2 OF 3 | Shields: 3 | Correct answer: A (Pacific Ocean)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98 | ID: q_s4q2_2] QUESTION: THE WORLD MAP - QUESTION 2 OF 3 | Shields: 2 | Correct answer: A (Pacific Ocean)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99 | ID: q_s4q2_1] QUESTION: THE WORLD MAP - QUESTION 2 OF 3 | Shields: 1 | Correct answer: A (Pacific Ocean)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100 | ID: ok_s4q2_3] CORRECT: THE WORLD MAP - s4q2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101 | ID: ok_s4q2_2] CORRECT: THE WORLD MAP - s4q2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102 | ID: ok_s4q2_1] CORRECT: THE WORLD MAP - s4q2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103 | ID: bad_s4q2_2] WRONG ANSWER: THE WORLD MAP - s4q2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104 | ID: bad_s4q2_1] WRONG ANSWER: THE WORLD MAP - s4q2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105 | ID: q_s4q3_3] QUESTION: THE WORLD MAP - QUESTION 3 OF 3 | Shields: 3 | Correct answer: C (Mount Apo)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106 | ID: q_s4q3_2] QUESTION: THE WORLD MAP - QUESTION 3 OF 3 | Shields: 2 | Correct answer: C (Mount Apo)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107 | ID: q_s4q3_1] QUESTION: THE WORLD MAP - QUESTION 3 OF 3 | Shields: 1 | Correct answer: C (Mount Apo)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108 | ID: ok_s4q3_3] CORRECT: THE WORLD MAP - s4q3 | Shields: 3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109 | ID: ok_s4q3_2] CORRECT: THE WORLD MAP - s4q3 | Shields: 2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110 | ID: ok_s4q3_1] CORRECT: THE WORLD MAP - s4q3 | Shields: 1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111 | ID: bad_s4q3_2] WRONG ANSWER: THE WORLD MAP - s4q3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112 | ID: bad_s4q3_1] WRONG ANSWER: THE WORLD MAP - s4q3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113 | ID: intro_core_3] SECTOR INTRO: NULL'S CORE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114 | ID: intro_core_2] SECTOR INTRO: NULL'S CORE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115 | ID: intro_core_1] SECTOR INTRO: NULL'S CORE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116 | ID: q_boss_3] QUESTION: NULL'S CORE - FINAL QUESTION | Shields: 3 | Correct answer: C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117 | ID: q_boss_2] QUESTION: NULL'S CORE - FINAL QUESTION | Shields: 2 | Correct answer: C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118 | ID: q_boss_1] QUESTION: NULL'S CORE - FINAL QUESTION | Shields: 1 | Correct answer: C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119 | ID: ok_boss_3] CORRECT: NULL'S CORE - boss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120 | ID: ok_boss_2] CORRECT: NULL'S CORE - boss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121 | ID: ok_boss_1] CORRECT: NULL'S CORE - boss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122 | ID: bad_boss_2] WRONG ANSWER: NULL'S CORE - boss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123 | ID: bad_boss_1] WRONG ANSWER: NULL'S CORE - boss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124 | ID: q_lock_3] QUESTION: NULL'S CORE - ESC GATE LOCK | Shields: 3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125 | ID: q_lock_2] QUESTION: NULL'S CORE - ESC GATE LOCK | Shields: 2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126 | ID: q_lock_1] QUESTION: NULL'S CORE - ESC GATE LOCK | Shields: 1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127 | ID: ok_lock_3] VICTORY: escaped with 3 shield(s) = 3 star(s), rank CYBER GUARDIAN.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128 | ID: ok_lock_2] VICTORY: escaped with 2 shield(s) = 2 star(s), rank GLITCH BUSTER.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129 | ID: ok_lock_1] VICTORY: escaped with 1 shield(s) = 1 star(s), rank LUCKY ESCAPER.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130 | ID: bad_lock_2] WRONG ANSWER: NULL'S CORE - lock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131 | ID: bad_lock_1] WRONG ANSWER: NULL'S CORE - lock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132 | ID: gameover] GAME OVER. Reached when the player loses the last shield. Retry Mission restarts Sector 1 with 3 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133 | ID: ending] ENDING. Play Again returns to the title screen. Exit Game ends the slide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MENU-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1-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2-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S3-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S4-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CORE-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EN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 Id="rId5" Type="http://schemas.openxmlformats.org/officeDocument/2006/relationships/slide" Target="slide4.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audio" Target="../media/snd_start.wav"/></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 Id="rId7" Type="http://schemas.openxmlformats.org/officeDocument/2006/relationships/hyperlink" Target="CTRL-ESCAPE_Game_Documentation.docx" TargetMode="External"/><Relationship Id="rId8" Type="http://schemas.openxmlformats.org/officeDocument/2006/relationships/slide" Target="slide1.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slide" Target="slide7.xml"/><Relationship Id="rId6"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7.xml"/><Relationship Id="rId4" Type="http://schemas.openxmlformats.org/officeDocument/2006/relationships/notesSlide" Target="../notesSlides/notesSlide5.xml"/><Relationship Id="rId5" Type="http://schemas.openxmlformats.org/officeDocument/2006/relationships/slide" Target="slide7.xml"/><Relationship Id="rId6" Type="http://schemas.openxmlformats.org/officeDocument/2006/relationships/slide" Target="slide6.xml"/><Relationship Id="rId7" Type="http://schemas.openxmlformats.org/officeDocument/2006/relationships/audio" Target="../media/snd_wrong.wav"/></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3.png"/><Relationship Id="rId6" Type="http://schemas.openxmlformats.org/officeDocument/2006/relationships/image" Target="../media/image-6-3.png"/><Relationship Id="rId7" Type="http://schemas.openxmlformats.org/officeDocument/2006/relationships/image" Target="../media/image-2-4.png"/><Relationship Id="rId8" Type="http://schemas.openxmlformats.org/officeDocument/2006/relationships/image" Target="../media/image-2-4.png"/><Relationship Id="rId9" Type="http://schemas.openxmlformats.org/officeDocument/2006/relationships/image" Target="../media/image-2-4.png"/><Relationship Id="rId10" Type="http://schemas.openxmlformats.org/officeDocument/2006/relationships/image" Target="../media/image-2-4.png"/><Relationship Id="rId11" Type="http://schemas.openxmlformats.org/officeDocument/2006/relationships/image" Target="../media/image-2-3.png"/><Relationship Id="rId12" Type="http://schemas.openxmlformats.org/officeDocument/2006/relationships/image" Target="../media/image-2-3.png"/><Relationship Id="rId13" Type="http://schemas.openxmlformats.org/officeDocument/2006/relationships/image" Target="../media/image-2-3.png"/><Relationship Id="rId14" Type="http://schemas.openxmlformats.org/officeDocument/2006/relationships/slideLayout" Target="../slideLayouts/slideLayout2.xml"/><Relationship Id="rId15" Type="http://schemas.openxmlformats.org/officeDocument/2006/relationships/notesSlide" Target="../notesSlides/notesSlide6.xml"/><Relationship Id="rId1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2.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3.xml"/><Relationship Id="rId16" Type="http://schemas.openxmlformats.org/officeDocument/2006/relationships/notesSlide" Target="../notesSlides/notesSlide7.xml"/><Relationship Id="rId17" Type="http://schemas.openxmlformats.org/officeDocument/2006/relationships/slide" Target="slide2.xml"/><Relationship Id="rId18"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8.xml"/><Relationship Id="rId11" Type="http://schemas.openxmlformats.org/officeDocument/2006/relationships/slide" Target="slide2.xml"/><Relationship Id="rId12" Type="http://schemas.openxmlformats.org/officeDocument/2006/relationships/slide" Target="slide14.xml"/><Relationship Id="rId13"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9.xml"/><Relationship Id="rId11" Type="http://schemas.openxmlformats.org/officeDocument/2006/relationships/slide" Target="slide2.xml"/><Relationship Id="rId12" Type="http://schemas.openxmlformats.org/officeDocument/2006/relationships/slide" Target="slide15.xml"/><Relationship Id="rId13"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10.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3.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1.xml"/><Relationship Id="rId12" Type="http://schemas.openxmlformats.org/officeDocument/2006/relationships/slide" Target="slide2.xml"/><Relationship Id="rId13" Type="http://schemas.openxmlformats.org/officeDocument/2006/relationships/slide" Target="slide16.xml"/><Relationship Id="rId14" Type="http://schemas.openxmlformats.org/officeDocument/2006/relationships/audio" Target="../media/snd_correct.wav"/></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2.xml"/><Relationship Id="rId12" Type="http://schemas.openxmlformats.org/officeDocument/2006/relationships/slide" Target="slide2.xml"/><Relationship Id="rId13" Type="http://schemas.openxmlformats.org/officeDocument/2006/relationships/slide" Target="slide17.xml"/><Relationship Id="rId14" Type="http://schemas.openxmlformats.org/officeDocument/2006/relationships/audio" Target="../media/snd_correct.wav"/></Relationships>
</file>

<file path=ppt/slides/_rels/slide13.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3.xml"/><Relationship Id="rId12" Type="http://schemas.openxmlformats.org/officeDocument/2006/relationships/slide" Target="slide2.xml"/><Relationship Id="rId13" Type="http://schemas.openxmlformats.org/officeDocument/2006/relationships/slide" Target="slide18.xml"/><Relationship Id="rId14" Type="http://schemas.openxmlformats.org/officeDocument/2006/relationships/audio" Target="../media/snd_correct.wav"/></Relationships>
</file>

<file path=ppt/slides/_rels/slide14.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14.xml"/><Relationship Id="rId16" Type="http://schemas.openxmlformats.org/officeDocument/2006/relationships/slide" Target="slide2.xml"/><Relationship Id="rId17" Type="http://schemas.openxmlformats.org/officeDocument/2006/relationships/slide" Target="slide9.xml"/><Relationship Id="rId18" Type="http://schemas.openxmlformats.org/officeDocument/2006/relationships/audio" Target="../media/snd_wrong.wav"/></Relationships>
</file>

<file path=ppt/slides/_rels/slide15.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15.xml"/><Relationship Id="rId16" Type="http://schemas.openxmlformats.org/officeDocument/2006/relationships/slide" Target="slide2.xml"/><Relationship Id="rId17" Type="http://schemas.openxmlformats.org/officeDocument/2006/relationships/slide" Target="slide10.xml"/><Relationship Id="rId18" Type="http://schemas.openxmlformats.org/officeDocument/2006/relationships/audio" Target="../media/snd_wrong.wav"/></Relationships>
</file>

<file path=ppt/slides/_rels/slide1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3.xml"/><Relationship Id="rId11" Type="http://schemas.openxmlformats.org/officeDocument/2006/relationships/notesSlide" Target="../notesSlides/notesSlide16.xml"/><Relationship Id="rId12" Type="http://schemas.openxmlformats.org/officeDocument/2006/relationships/slide" Target="slide2.xml"/><Relationship Id="rId13" Type="http://schemas.openxmlformats.org/officeDocument/2006/relationships/slide" Target="slide22.xml"/><Relationship Id="rId14" Type="http://schemas.openxmlformats.org/officeDocument/2006/relationships/slide" Target="slide19.xml"/></Relationships>
</file>

<file path=ppt/slides/_rels/slide1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3.xml"/><Relationship Id="rId11" Type="http://schemas.openxmlformats.org/officeDocument/2006/relationships/notesSlide" Target="../notesSlides/notesSlide17.xml"/><Relationship Id="rId12" Type="http://schemas.openxmlformats.org/officeDocument/2006/relationships/slide" Target="slide2.xml"/><Relationship Id="rId13" Type="http://schemas.openxmlformats.org/officeDocument/2006/relationships/slide" Target="slide23.xml"/><Relationship Id="rId14" Type="http://schemas.openxmlformats.org/officeDocument/2006/relationships/slide" Target="slide20.xml"/></Relationships>
</file>

<file path=ppt/slides/_rels/slide1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3.xml"/><Relationship Id="rId11" Type="http://schemas.openxmlformats.org/officeDocument/2006/relationships/notesSlide" Target="../notesSlides/notesSlide18.xml"/><Relationship Id="rId12" Type="http://schemas.openxmlformats.org/officeDocument/2006/relationships/slide" Target="slide2.xml"/><Relationship Id="rId13" Type="http://schemas.openxmlformats.org/officeDocument/2006/relationships/slide" Target="slide132.xml"/><Relationship Id="rId14"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9.xml"/><Relationship Id="rId12" Type="http://schemas.openxmlformats.org/officeDocument/2006/relationships/slide" Target="slide2.xml"/><Relationship Id="rId13" Type="http://schemas.openxmlformats.org/officeDocument/2006/relationships/slide" Target="slide24.xml"/><Relationship Id="rId14" Type="http://schemas.openxmlformats.org/officeDocument/2006/relationships/audio" Target="../media/snd_correct.wav"/></Relationships>
</file>

<file path=ppt/slides/_rels/slide2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20.xml"/><Relationship Id="rId12" Type="http://schemas.openxmlformats.org/officeDocument/2006/relationships/slide" Target="slide2.xml"/><Relationship Id="rId13" Type="http://schemas.openxmlformats.org/officeDocument/2006/relationships/slide" Target="slide25.xml"/><Relationship Id="rId14" Type="http://schemas.openxmlformats.org/officeDocument/2006/relationships/audio" Target="../media/snd_correct.wav"/></Relationships>
</file>

<file path=ppt/slides/_rels/slide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21.xml"/><Relationship Id="rId12" Type="http://schemas.openxmlformats.org/officeDocument/2006/relationships/slide" Target="slide2.xml"/><Relationship Id="rId13" Type="http://schemas.openxmlformats.org/officeDocument/2006/relationships/slide" Target="slide26.xml"/><Relationship Id="rId14" Type="http://schemas.openxmlformats.org/officeDocument/2006/relationships/audio" Target="../media/snd_correct.wav"/></Relationships>
</file>

<file path=ppt/slides/_rels/slide2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22.xml"/><Relationship Id="rId16" Type="http://schemas.openxmlformats.org/officeDocument/2006/relationships/slide" Target="slide2.xml"/><Relationship Id="rId17" Type="http://schemas.openxmlformats.org/officeDocument/2006/relationships/slide" Target="slide17.xml"/><Relationship Id="rId18" Type="http://schemas.openxmlformats.org/officeDocument/2006/relationships/audio" Target="../media/snd_wrong.wav"/></Relationships>
</file>

<file path=ppt/slides/_rels/slide23.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23.xml"/><Relationship Id="rId16" Type="http://schemas.openxmlformats.org/officeDocument/2006/relationships/slide" Target="slide2.xml"/><Relationship Id="rId17" Type="http://schemas.openxmlformats.org/officeDocument/2006/relationships/slide" Target="slide18.xml"/><Relationship Id="rId18" Type="http://schemas.openxmlformats.org/officeDocument/2006/relationships/audio" Target="../media/snd_wrong.wav"/></Relationships>
</file>

<file path=ppt/slides/_rels/slide24.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4.xml"/><Relationship Id="rId11" Type="http://schemas.openxmlformats.org/officeDocument/2006/relationships/slide" Target="slide2.xml"/><Relationship Id="rId12" Type="http://schemas.openxmlformats.org/officeDocument/2006/relationships/slide" Target="slide30.xml"/><Relationship Id="rId13" Type="http://schemas.openxmlformats.org/officeDocument/2006/relationships/slide" Target="slide27.xml"/></Relationships>
</file>

<file path=ppt/slides/_rels/slide25.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5.xml"/><Relationship Id="rId11" Type="http://schemas.openxmlformats.org/officeDocument/2006/relationships/slide" Target="slide2.xml"/><Relationship Id="rId12" Type="http://schemas.openxmlformats.org/officeDocument/2006/relationships/slide" Target="slide31.xml"/><Relationship Id="rId13" Type="http://schemas.openxmlformats.org/officeDocument/2006/relationships/slide" Target="slide28.xml"/></Relationships>
</file>

<file path=ppt/slides/_rels/slide2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6.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29.xml"/></Relationships>
</file>

<file path=ppt/slides/_rels/slide2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7.xml"/><Relationship Id="rId13" Type="http://schemas.openxmlformats.org/officeDocument/2006/relationships/slide" Target="slide2.xml"/><Relationship Id="rId14" Type="http://schemas.openxmlformats.org/officeDocument/2006/relationships/slide" Target="slide32.xml"/><Relationship Id="rId15" Type="http://schemas.openxmlformats.org/officeDocument/2006/relationships/audio" Target="../media/snd_correct.wav"/></Relationships>
</file>

<file path=ppt/slides/_rels/slide2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8.xml"/><Relationship Id="rId13" Type="http://schemas.openxmlformats.org/officeDocument/2006/relationships/slide" Target="slide2.xml"/><Relationship Id="rId14" Type="http://schemas.openxmlformats.org/officeDocument/2006/relationships/slide" Target="slide33.xml"/><Relationship Id="rId15" Type="http://schemas.openxmlformats.org/officeDocument/2006/relationships/audio" Target="../media/snd_correct.wav"/></Relationships>
</file>

<file path=ppt/slides/_rels/slide2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9.xml"/><Relationship Id="rId13" Type="http://schemas.openxmlformats.org/officeDocument/2006/relationships/slide" Target="slide2.xml"/><Relationship Id="rId14" Type="http://schemas.openxmlformats.org/officeDocument/2006/relationships/slide" Target="slide34.xml"/><Relationship Id="rId15" Type="http://schemas.openxmlformats.org/officeDocument/2006/relationships/audio" Target="../media/snd_correct.wav"/></Relationships>
</file>

<file path=ppt/slides/_rels/slide3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30.xml"/><Relationship Id="rId16" Type="http://schemas.openxmlformats.org/officeDocument/2006/relationships/slide" Target="slide2.xml"/><Relationship Id="rId17" Type="http://schemas.openxmlformats.org/officeDocument/2006/relationships/slide" Target="slide25.xml"/><Relationship Id="rId18" Type="http://schemas.openxmlformats.org/officeDocument/2006/relationships/audio" Target="../media/snd_wrong.wav"/></Relationships>
</file>

<file path=ppt/slides/_rels/slide3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31.xml"/><Relationship Id="rId16" Type="http://schemas.openxmlformats.org/officeDocument/2006/relationships/slide" Target="slide2.xml"/><Relationship Id="rId17" Type="http://schemas.openxmlformats.org/officeDocument/2006/relationships/slide" Target="slide26.xml"/><Relationship Id="rId18" Type="http://schemas.openxmlformats.org/officeDocument/2006/relationships/audio" Target="../media/snd_wrong.wav"/></Relationships>
</file>

<file path=ppt/slides/_rels/slide3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2.xml"/><Relationship Id="rId17" Type="http://schemas.openxmlformats.org/officeDocument/2006/relationships/slide" Target="slide2.xml"/><Relationship Id="rId18" Type="http://schemas.openxmlformats.org/officeDocument/2006/relationships/slide" Target="slide35.xml"/></Relationships>
</file>

<file path=ppt/slides/_rels/slide3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3.xml"/><Relationship Id="rId17" Type="http://schemas.openxmlformats.org/officeDocument/2006/relationships/slide" Target="slide2.xml"/><Relationship Id="rId18" Type="http://schemas.openxmlformats.org/officeDocument/2006/relationships/slide" Target="slide36.xml"/></Relationships>
</file>

<file path=ppt/slides/_rels/slide3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4.xml"/><Relationship Id="rId17" Type="http://schemas.openxmlformats.org/officeDocument/2006/relationships/slide" Target="slide2.xml"/><Relationship Id="rId18" Type="http://schemas.openxmlformats.org/officeDocument/2006/relationships/slide" Target="slide37.xml"/></Relationships>
</file>

<file path=ppt/slides/_rels/slide3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35.xml"/><Relationship Id="rId11" Type="http://schemas.openxmlformats.org/officeDocument/2006/relationships/slide" Target="slide2.xml"/><Relationship Id="rId12" Type="http://schemas.openxmlformats.org/officeDocument/2006/relationships/slide" Target="slide41.xml"/><Relationship Id="rId13" Type="http://schemas.openxmlformats.org/officeDocument/2006/relationships/slide" Target="slide38.xml"/></Relationships>
</file>

<file path=ppt/slides/_rels/slide3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36.xml"/><Relationship Id="rId11" Type="http://schemas.openxmlformats.org/officeDocument/2006/relationships/slide" Target="slide2.xml"/><Relationship Id="rId12" Type="http://schemas.openxmlformats.org/officeDocument/2006/relationships/slide" Target="slide42.xml"/><Relationship Id="rId13" Type="http://schemas.openxmlformats.org/officeDocument/2006/relationships/slide" Target="slide39.xml"/></Relationships>
</file>

<file path=ppt/slides/_rels/slide3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37.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40.xml"/></Relationships>
</file>

<file path=ppt/slides/_rels/slide3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38.xml"/><Relationship Id="rId12" Type="http://schemas.openxmlformats.org/officeDocument/2006/relationships/slide" Target="slide2.xml"/><Relationship Id="rId13" Type="http://schemas.openxmlformats.org/officeDocument/2006/relationships/slide" Target="slide43.xml"/><Relationship Id="rId14" Type="http://schemas.openxmlformats.org/officeDocument/2006/relationships/audio" Target="../media/snd_correct.wav"/></Relationships>
</file>

<file path=ppt/slides/_rels/slide3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39.xml"/><Relationship Id="rId12" Type="http://schemas.openxmlformats.org/officeDocument/2006/relationships/slide" Target="slide2.xml"/><Relationship Id="rId13" Type="http://schemas.openxmlformats.org/officeDocument/2006/relationships/slide" Target="slide44.xml"/><Relationship Id="rId14" Type="http://schemas.openxmlformats.org/officeDocument/2006/relationships/audio" Target="../media/snd_correct.wav"/></Relationships>
</file>

<file path=ppt/slides/_rels/slide4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0.xml"/><Relationship Id="rId12" Type="http://schemas.openxmlformats.org/officeDocument/2006/relationships/slide" Target="slide2.xml"/><Relationship Id="rId13" Type="http://schemas.openxmlformats.org/officeDocument/2006/relationships/slide" Target="slide45.xml"/><Relationship Id="rId14" Type="http://schemas.openxmlformats.org/officeDocument/2006/relationships/audio" Target="../media/snd_correct.wav"/></Relationships>
</file>

<file path=ppt/slides/_rels/slide4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1.xml"/><Relationship Id="rId16" Type="http://schemas.openxmlformats.org/officeDocument/2006/relationships/slide" Target="slide2.xml"/><Relationship Id="rId17" Type="http://schemas.openxmlformats.org/officeDocument/2006/relationships/slide" Target="slide36.xml"/><Relationship Id="rId18" Type="http://schemas.openxmlformats.org/officeDocument/2006/relationships/audio" Target="../media/snd_wrong.wav"/></Relationships>
</file>

<file path=ppt/slides/_rels/slide4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2.xml"/><Relationship Id="rId16" Type="http://schemas.openxmlformats.org/officeDocument/2006/relationships/slide" Target="slide2.xml"/><Relationship Id="rId17" Type="http://schemas.openxmlformats.org/officeDocument/2006/relationships/slide" Target="slide37.xml"/><Relationship Id="rId18" Type="http://schemas.openxmlformats.org/officeDocument/2006/relationships/audio" Target="../media/snd_wrong.wav"/></Relationships>
</file>

<file path=ppt/slides/_rels/slide4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4.xml"/><Relationship Id="rId11" Type="http://schemas.openxmlformats.org/officeDocument/2006/relationships/notesSlide" Target="../notesSlides/notesSlide43.xml"/><Relationship Id="rId12" Type="http://schemas.openxmlformats.org/officeDocument/2006/relationships/slide" Target="slide2.xml"/><Relationship Id="rId13" Type="http://schemas.openxmlformats.org/officeDocument/2006/relationships/slide" Target="slide46.xml"/><Relationship Id="rId14" Type="http://schemas.openxmlformats.org/officeDocument/2006/relationships/slide" Target="slide49.xml"/></Relationships>
</file>

<file path=ppt/slides/_rels/slide4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4.xml"/><Relationship Id="rId11" Type="http://schemas.openxmlformats.org/officeDocument/2006/relationships/notesSlide" Target="../notesSlides/notesSlide44.xml"/><Relationship Id="rId12" Type="http://schemas.openxmlformats.org/officeDocument/2006/relationships/slide" Target="slide2.xml"/><Relationship Id="rId13" Type="http://schemas.openxmlformats.org/officeDocument/2006/relationships/slide" Target="slide47.xml"/><Relationship Id="rId14" Type="http://schemas.openxmlformats.org/officeDocument/2006/relationships/slide" Target="slide50.xml"/></Relationships>
</file>

<file path=ppt/slides/_rels/slide4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14-12.png"/><Relationship Id="rId10" Type="http://schemas.openxmlformats.org/officeDocument/2006/relationships/slideLayout" Target="../slideLayouts/slideLayout4.xml"/><Relationship Id="rId11" Type="http://schemas.openxmlformats.org/officeDocument/2006/relationships/notesSlide" Target="../notesSlides/notesSlide45.xml"/><Relationship Id="rId12" Type="http://schemas.openxmlformats.org/officeDocument/2006/relationships/slide" Target="slide2.xml"/><Relationship Id="rId13" Type="http://schemas.openxmlformats.org/officeDocument/2006/relationships/slide" Target="slide48.xml"/><Relationship Id="rId14" Type="http://schemas.openxmlformats.org/officeDocument/2006/relationships/slide" Target="slide132.xml"/></Relationships>
</file>

<file path=ppt/slides/_rels/slide4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6.xml"/><Relationship Id="rId12" Type="http://schemas.openxmlformats.org/officeDocument/2006/relationships/slide" Target="slide2.xml"/><Relationship Id="rId13" Type="http://schemas.openxmlformats.org/officeDocument/2006/relationships/slide" Target="slide51.xml"/><Relationship Id="rId14" Type="http://schemas.openxmlformats.org/officeDocument/2006/relationships/audio" Target="../media/snd_correct.wav"/></Relationships>
</file>

<file path=ppt/slides/_rels/slide4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7.xml"/><Relationship Id="rId12" Type="http://schemas.openxmlformats.org/officeDocument/2006/relationships/slide" Target="slide2.xml"/><Relationship Id="rId13" Type="http://schemas.openxmlformats.org/officeDocument/2006/relationships/slide" Target="slide52.xml"/><Relationship Id="rId14" Type="http://schemas.openxmlformats.org/officeDocument/2006/relationships/audio" Target="../media/snd_correct.wav"/></Relationships>
</file>

<file path=ppt/slides/_rels/slide4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8.xml"/><Relationship Id="rId12" Type="http://schemas.openxmlformats.org/officeDocument/2006/relationships/slide" Target="slide2.xml"/><Relationship Id="rId13" Type="http://schemas.openxmlformats.org/officeDocument/2006/relationships/slide" Target="slide53.xml"/><Relationship Id="rId14" Type="http://schemas.openxmlformats.org/officeDocument/2006/relationships/audio" Target="../media/snd_correct.wav"/></Relationships>
</file>

<file path=ppt/slides/_rels/slide4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9.xml"/><Relationship Id="rId16" Type="http://schemas.openxmlformats.org/officeDocument/2006/relationships/slide" Target="slide2.xml"/><Relationship Id="rId17" Type="http://schemas.openxmlformats.org/officeDocument/2006/relationships/slide" Target="slide44.xml"/><Relationship Id="rId18" Type="http://schemas.openxmlformats.org/officeDocument/2006/relationships/audio" Target="../media/snd_wrong.wav"/></Relationships>
</file>

<file path=ppt/slides/_rels/slide5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0.xml"/><Relationship Id="rId16" Type="http://schemas.openxmlformats.org/officeDocument/2006/relationships/slide" Target="slide2.xml"/><Relationship Id="rId17" Type="http://schemas.openxmlformats.org/officeDocument/2006/relationships/slide" Target="slide45.xml"/><Relationship Id="rId18" Type="http://schemas.openxmlformats.org/officeDocument/2006/relationships/audio" Target="../media/snd_wrong.wav"/></Relationships>
</file>

<file path=ppt/slides/_rels/slide5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1.xml"/><Relationship Id="rId11" Type="http://schemas.openxmlformats.org/officeDocument/2006/relationships/slide" Target="slide2.xml"/><Relationship Id="rId12" Type="http://schemas.openxmlformats.org/officeDocument/2006/relationships/slide" Target="slide57.xml"/><Relationship Id="rId13" Type="http://schemas.openxmlformats.org/officeDocument/2006/relationships/slide" Target="slide54.xml"/></Relationships>
</file>

<file path=ppt/slides/_rels/slide5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2.xml"/><Relationship Id="rId11" Type="http://schemas.openxmlformats.org/officeDocument/2006/relationships/slide" Target="slide2.xml"/><Relationship Id="rId12" Type="http://schemas.openxmlformats.org/officeDocument/2006/relationships/slide" Target="slide58.xml"/><Relationship Id="rId13" Type="http://schemas.openxmlformats.org/officeDocument/2006/relationships/slide" Target="slide55.xml"/></Relationships>
</file>

<file path=ppt/slides/_rels/slide5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3.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56.xml"/></Relationships>
</file>

<file path=ppt/slides/_rels/slide5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4.xml"/><Relationship Id="rId13" Type="http://schemas.openxmlformats.org/officeDocument/2006/relationships/slide" Target="slide2.xml"/><Relationship Id="rId14" Type="http://schemas.openxmlformats.org/officeDocument/2006/relationships/slide" Target="slide59.xml"/><Relationship Id="rId15" Type="http://schemas.openxmlformats.org/officeDocument/2006/relationships/audio" Target="../media/snd_correct.wav"/></Relationships>
</file>

<file path=ppt/slides/_rels/slide5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5.xml"/><Relationship Id="rId13" Type="http://schemas.openxmlformats.org/officeDocument/2006/relationships/slide" Target="slide2.xml"/><Relationship Id="rId14" Type="http://schemas.openxmlformats.org/officeDocument/2006/relationships/slide" Target="slide60.xml"/><Relationship Id="rId15" Type="http://schemas.openxmlformats.org/officeDocument/2006/relationships/audio" Target="../media/snd_correct.wav"/></Relationships>
</file>

<file path=ppt/slides/_rels/slide5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6.xml"/><Relationship Id="rId13" Type="http://schemas.openxmlformats.org/officeDocument/2006/relationships/slide" Target="slide2.xml"/><Relationship Id="rId14" Type="http://schemas.openxmlformats.org/officeDocument/2006/relationships/slide" Target="slide61.xml"/><Relationship Id="rId15" Type="http://schemas.openxmlformats.org/officeDocument/2006/relationships/audio" Target="../media/snd_correct.wav"/></Relationships>
</file>

<file path=ppt/slides/_rels/slide5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7.xml"/><Relationship Id="rId16" Type="http://schemas.openxmlformats.org/officeDocument/2006/relationships/slide" Target="slide2.xml"/><Relationship Id="rId17" Type="http://schemas.openxmlformats.org/officeDocument/2006/relationships/slide" Target="slide52.xml"/><Relationship Id="rId18" Type="http://schemas.openxmlformats.org/officeDocument/2006/relationships/audio" Target="../media/snd_wrong.wav"/></Relationships>
</file>

<file path=ppt/slides/_rels/slide5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8.xml"/><Relationship Id="rId16" Type="http://schemas.openxmlformats.org/officeDocument/2006/relationships/slide" Target="slide2.xml"/><Relationship Id="rId17" Type="http://schemas.openxmlformats.org/officeDocument/2006/relationships/slide" Target="slide53.xml"/><Relationship Id="rId18" Type="http://schemas.openxmlformats.org/officeDocument/2006/relationships/audio" Target="../media/snd_wrong.wav"/></Relationships>
</file>

<file path=ppt/slides/_rels/slide5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59.xml"/><Relationship Id="rId17" Type="http://schemas.openxmlformats.org/officeDocument/2006/relationships/slide" Target="slide2.xml"/><Relationship Id="rId18" Type="http://schemas.openxmlformats.org/officeDocument/2006/relationships/slide" Target="slide62.xml"/></Relationships>
</file>

<file path=ppt/slides/_rels/slide6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60.xml"/><Relationship Id="rId17" Type="http://schemas.openxmlformats.org/officeDocument/2006/relationships/slide" Target="slide2.xml"/><Relationship Id="rId18" Type="http://schemas.openxmlformats.org/officeDocument/2006/relationships/slide" Target="slide63.xml"/></Relationships>
</file>

<file path=ppt/slides/_rels/slide6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61.xml"/><Relationship Id="rId17" Type="http://schemas.openxmlformats.org/officeDocument/2006/relationships/slide" Target="slide2.xml"/><Relationship Id="rId18" Type="http://schemas.openxmlformats.org/officeDocument/2006/relationships/slide" Target="slide64.xml"/></Relationships>
</file>

<file path=ppt/slides/_rels/slide6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2.xml"/><Relationship Id="rId11" Type="http://schemas.openxmlformats.org/officeDocument/2006/relationships/slide" Target="slide2.xml"/><Relationship Id="rId12" Type="http://schemas.openxmlformats.org/officeDocument/2006/relationships/slide" Target="slide65.xml"/><Relationship Id="rId13" Type="http://schemas.openxmlformats.org/officeDocument/2006/relationships/slide" Target="slide68.xml"/></Relationships>
</file>

<file path=ppt/slides/_rels/slide6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3.xml"/><Relationship Id="rId11" Type="http://schemas.openxmlformats.org/officeDocument/2006/relationships/slide" Target="slide2.xml"/><Relationship Id="rId12" Type="http://schemas.openxmlformats.org/officeDocument/2006/relationships/slide" Target="slide66.xml"/><Relationship Id="rId13" Type="http://schemas.openxmlformats.org/officeDocument/2006/relationships/slide" Target="slide69.xml"/></Relationships>
</file>

<file path=ppt/slides/_rels/slide6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4.xml"/><Relationship Id="rId11" Type="http://schemas.openxmlformats.org/officeDocument/2006/relationships/slide" Target="slide2.xml"/><Relationship Id="rId12" Type="http://schemas.openxmlformats.org/officeDocument/2006/relationships/slide" Target="slide67.xml"/><Relationship Id="rId13" Type="http://schemas.openxmlformats.org/officeDocument/2006/relationships/slide" Target="slide132.xml"/></Relationships>
</file>

<file path=ppt/slides/_rels/slide6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5.xml"/><Relationship Id="rId12" Type="http://schemas.openxmlformats.org/officeDocument/2006/relationships/slide" Target="slide2.xml"/><Relationship Id="rId13" Type="http://schemas.openxmlformats.org/officeDocument/2006/relationships/slide" Target="slide70.xml"/><Relationship Id="rId14" Type="http://schemas.openxmlformats.org/officeDocument/2006/relationships/audio" Target="../media/snd_correct.wav"/></Relationships>
</file>

<file path=ppt/slides/_rels/slide6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6.xml"/><Relationship Id="rId12" Type="http://schemas.openxmlformats.org/officeDocument/2006/relationships/slide" Target="slide2.xml"/><Relationship Id="rId13" Type="http://schemas.openxmlformats.org/officeDocument/2006/relationships/slide" Target="slide71.xml"/><Relationship Id="rId14" Type="http://schemas.openxmlformats.org/officeDocument/2006/relationships/audio" Target="../media/snd_correct.wav"/></Relationships>
</file>

<file path=ppt/slides/_rels/slide6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7.xml"/><Relationship Id="rId12" Type="http://schemas.openxmlformats.org/officeDocument/2006/relationships/slide" Target="slide2.xml"/><Relationship Id="rId13" Type="http://schemas.openxmlformats.org/officeDocument/2006/relationships/slide" Target="slide72.xml"/><Relationship Id="rId14" Type="http://schemas.openxmlformats.org/officeDocument/2006/relationships/audio" Target="../media/snd_correct.wav"/></Relationships>
</file>

<file path=ppt/slides/_rels/slide6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68.xml"/><Relationship Id="rId16" Type="http://schemas.openxmlformats.org/officeDocument/2006/relationships/slide" Target="slide2.xml"/><Relationship Id="rId17" Type="http://schemas.openxmlformats.org/officeDocument/2006/relationships/slide" Target="slide63.xml"/><Relationship Id="rId18" Type="http://schemas.openxmlformats.org/officeDocument/2006/relationships/audio" Target="../media/snd_wrong.wav"/></Relationships>
</file>

<file path=ppt/slides/_rels/slide6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69.xml"/><Relationship Id="rId16" Type="http://schemas.openxmlformats.org/officeDocument/2006/relationships/slide" Target="slide2.xml"/><Relationship Id="rId17" Type="http://schemas.openxmlformats.org/officeDocument/2006/relationships/slide" Target="slide64.xml"/><Relationship Id="rId18" Type="http://schemas.openxmlformats.org/officeDocument/2006/relationships/audio" Target="../media/snd_wrong.wav"/></Relationships>
</file>

<file path=ppt/slides/_rels/slide7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0.xml"/><Relationship Id="rId11" Type="http://schemas.openxmlformats.org/officeDocument/2006/relationships/slide" Target="slide2.xml"/><Relationship Id="rId12" Type="http://schemas.openxmlformats.org/officeDocument/2006/relationships/slide" Target="slide76.xml"/><Relationship Id="rId13" Type="http://schemas.openxmlformats.org/officeDocument/2006/relationships/slide" Target="slide73.xml"/></Relationships>
</file>

<file path=ppt/slides/_rels/slide7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1.xml"/><Relationship Id="rId11" Type="http://schemas.openxmlformats.org/officeDocument/2006/relationships/slide" Target="slide2.xml"/><Relationship Id="rId12" Type="http://schemas.openxmlformats.org/officeDocument/2006/relationships/slide" Target="slide77.xml"/><Relationship Id="rId13" Type="http://schemas.openxmlformats.org/officeDocument/2006/relationships/slide" Target="slide74.xml"/></Relationships>
</file>

<file path=ppt/slides/_rels/slide7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2.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75.xml"/></Relationships>
</file>

<file path=ppt/slides/_rels/slide7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3.xml"/><Relationship Id="rId12" Type="http://schemas.openxmlformats.org/officeDocument/2006/relationships/slide" Target="slide2.xml"/><Relationship Id="rId13" Type="http://schemas.openxmlformats.org/officeDocument/2006/relationships/slide" Target="slide78.xml"/><Relationship Id="rId14" Type="http://schemas.openxmlformats.org/officeDocument/2006/relationships/audio" Target="../media/snd_correct.wav"/></Relationships>
</file>

<file path=ppt/slides/_rels/slide7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4.xml"/><Relationship Id="rId12" Type="http://schemas.openxmlformats.org/officeDocument/2006/relationships/slide" Target="slide2.xml"/><Relationship Id="rId13" Type="http://schemas.openxmlformats.org/officeDocument/2006/relationships/slide" Target="slide79.xml"/><Relationship Id="rId14" Type="http://schemas.openxmlformats.org/officeDocument/2006/relationships/audio" Target="../media/snd_correct.wav"/></Relationships>
</file>

<file path=ppt/slides/_rels/slide7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5.xml"/><Relationship Id="rId12" Type="http://schemas.openxmlformats.org/officeDocument/2006/relationships/slide" Target="slide2.xml"/><Relationship Id="rId13" Type="http://schemas.openxmlformats.org/officeDocument/2006/relationships/slide" Target="slide80.xml"/><Relationship Id="rId14" Type="http://schemas.openxmlformats.org/officeDocument/2006/relationships/audio" Target="../media/snd_correct.wav"/></Relationships>
</file>

<file path=ppt/slides/_rels/slide7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76.xml"/><Relationship Id="rId16" Type="http://schemas.openxmlformats.org/officeDocument/2006/relationships/slide" Target="slide2.xml"/><Relationship Id="rId17" Type="http://schemas.openxmlformats.org/officeDocument/2006/relationships/slide" Target="slide71.xml"/><Relationship Id="rId18" Type="http://schemas.openxmlformats.org/officeDocument/2006/relationships/audio" Target="../media/snd_wrong.wav"/></Relationships>
</file>

<file path=ppt/slides/_rels/slide7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77.xml"/><Relationship Id="rId16" Type="http://schemas.openxmlformats.org/officeDocument/2006/relationships/slide" Target="slide2.xml"/><Relationship Id="rId17" Type="http://schemas.openxmlformats.org/officeDocument/2006/relationships/slide" Target="slide72.xml"/><Relationship Id="rId18" Type="http://schemas.openxmlformats.org/officeDocument/2006/relationships/audio" Target="../media/snd_wrong.wav"/></Relationships>
</file>

<file path=ppt/slides/_rels/slide7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8.xml"/><Relationship Id="rId11" Type="http://schemas.openxmlformats.org/officeDocument/2006/relationships/slide" Target="slide2.xml"/><Relationship Id="rId12" Type="http://schemas.openxmlformats.org/officeDocument/2006/relationships/slide" Target="slide84.xml"/><Relationship Id="rId13" Type="http://schemas.openxmlformats.org/officeDocument/2006/relationships/slide" Target="slide81.xml"/></Relationships>
</file>

<file path=ppt/slides/_rels/slide7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9.xml"/><Relationship Id="rId11" Type="http://schemas.openxmlformats.org/officeDocument/2006/relationships/slide" Target="slide2.xml"/><Relationship Id="rId12" Type="http://schemas.openxmlformats.org/officeDocument/2006/relationships/slide" Target="slide85.xml"/><Relationship Id="rId13" Type="http://schemas.openxmlformats.org/officeDocument/2006/relationships/slide" Target="slide82.xml"/></Relationships>
</file>

<file path=ppt/slides/_rels/slide8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80.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83.xml"/></Relationships>
</file>

<file path=ppt/slides/_rels/slide8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1.xml"/><Relationship Id="rId13" Type="http://schemas.openxmlformats.org/officeDocument/2006/relationships/slide" Target="slide2.xml"/><Relationship Id="rId14" Type="http://schemas.openxmlformats.org/officeDocument/2006/relationships/slide" Target="slide86.xml"/><Relationship Id="rId15" Type="http://schemas.openxmlformats.org/officeDocument/2006/relationships/audio" Target="../media/snd_correct.wav"/></Relationships>
</file>

<file path=ppt/slides/_rels/slide8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2.xml"/><Relationship Id="rId13" Type="http://schemas.openxmlformats.org/officeDocument/2006/relationships/slide" Target="slide2.xml"/><Relationship Id="rId14" Type="http://schemas.openxmlformats.org/officeDocument/2006/relationships/slide" Target="slide87.xml"/><Relationship Id="rId15" Type="http://schemas.openxmlformats.org/officeDocument/2006/relationships/audio" Target="../media/snd_correct.wav"/></Relationships>
</file>

<file path=ppt/slides/_rels/slide8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3.xml"/><Relationship Id="rId13" Type="http://schemas.openxmlformats.org/officeDocument/2006/relationships/slide" Target="slide2.xml"/><Relationship Id="rId14" Type="http://schemas.openxmlformats.org/officeDocument/2006/relationships/slide" Target="slide88.xml"/><Relationship Id="rId15" Type="http://schemas.openxmlformats.org/officeDocument/2006/relationships/audio" Target="../media/snd_correct.wav"/></Relationships>
</file>

<file path=ppt/slides/_rels/slide8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84.xml"/><Relationship Id="rId16" Type="http://schemas.openxmlformats.org/officeDocument/2006/relationships/slide" Target="slide2.xml"/><Relationship Id="rId17" Type="http://schemas.openxmlformats.org/officeDocument/2006/relationships/slide" Target="slide79.xml"/><Relationship Id="rId18" Type="http://schemas.openxmlformats.org/officeDocument/2006/relationships/audio" Target="../media/snd_wrong.wav"/></Relationships>
</file>

<file path=ppt/slides/_rels/slide8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85.xml"/><Relationship Id="rId16" Type="http://schemas.openxmlformats.org/officeDocument/2006/relationships/slide" Target="slide2.xml"/><Relationship Id="rId17" Type="http://schemas.openxmlformats.org/officeDocument/2006/relationships/slide" Target="slide80.xml"/><Relationship Id="rId18" Type="http://schemas.openxmlformats.org/officeDocument/2006/relationships/audio" Target="../media/snd_wrong.wav"/></Relationships>
</file>

<file path=ppt/slides/_rels/slide8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6.xml"/><Relationship Id="rId17" Type="http://schemas.openxmlformats.org/officeDocument/2006/relationships/slide" Target="slide2.xml"/><Relationship Id="rId18" Type="http://schemas.openxmlformats.org/officeDocument/2006/relationships/slide" Target="slide89.xml"/></Relationships>
</file>

<file path=ppt/slides/_rels/slide8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7.xml"/><Relationship Id="rId17" Type="http://schemas.openxmlformats.org/officeDocument/2006/relationships/slide" Target="slide2.xml"/><Relationship Id="rId18" Type="http://schemas.openxmlformats.org/officeDocument/2006/relationships/slide" Target="slide90.xml"/></Relationships>
</file>

<file path=ppt/slides/_rels/slide8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8.xml"/><Relationship Id="rId17" Type="http://schemas.openxmlformats.org/officeDocument/2006/relationships/slide" Target="slide2.xml"/><Relationship Id="rId18" Type="http://schemas.openxmlformats.org/officeDocument/2006/relationships/slide" Target="slide91.xml"/></Relationships>
</file>

<file path=ppt/slides/_rels/slide8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89.xml"/><Relationship Id="rId15" Type="http://schemas.openxmlformats.org/officeDocument/2006/relationships/slide" Target="slide2.xml"/><Relationship Id="rId16" Type="http://schemas.openxmlformats.org/officeDocument/2006/relationships/slide" Target="slide95.xml"/><Relationship Id="rId17" Type="http://schemas.openxmlformats.org/officeDocument/2006/relationships/slide" Target="slide92.xml"/></Relationships>
</file>

<file path=ppt/slides/_rels/slide9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90.xml"/><Relationship Id="rId15" Type="http://schemas.openxmlformats.org/officeDocument/2006/relationships/slide" Target="slide2.xml"/><Relationship Id="rId16" Type="http://schemas.openxmlformats.org/officeDocument/2006/relationships/slide" Target="slide96.xml"/><Relationship Id="rId17" Type="http://schemas.openxmlformats.org/officeDocument/2006/relationships/slide" Target="slide93.xml"/></Relationships>
</file>

<file path=ppt/slides/_rels/slide9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91.xml"/><Relationship Id="rId15" Type="http://schemas.openxmlformats.org/officeDocument/2006/relationships/slide" Target="slide2.xml"/><Relationship Id="rId16" Type="http://schemas.openxmlformats.org/officeDocument/2006/relationships/slide" Target="slide132.xml"/><Relationship Id="rId17" Type="http://schemas.openxmlformats.org/officeDocument/2006/relationships/slide" Target="slide94.xml"/></Relationships>
</file>

<file path=ppt/slides/_rels/slide9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2.xml"/><Relationship Id="rId12" Type="http://schemas.openxmlformats.org/officeDocument/2006/relationships/slide" Target="slide2.xml"/><Relationship Id="rId13" Type="http://schemas.openxmlformats.org/officeDocument/2006/relationships/slide" Target="slide97.xml"/><Relationship Id="rId14" Type="http://schemas.openxmlformats.org/officeDocument/2006/relationships/audio" Target="../media/snd_correct.wav"/></Relationships>
</file>

<file path=ppt/slides/_rels/slide9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3.xml"/><Relationship Id="rId12" Type="http://schemas.openxmlformats.org/officeDocument/2006/relationships/slide" Target="slide2.xml"/><Relationship Id="rId13" Type="http://schemas.openxmlformats.org/officeDocument/2006/relationships/slide" Target="slide98.xml"/><Relationship Id="rId14" Type="http://schemas.openxmlformats.org/officeDocument/2006/relationships/audio" Target="../media/snd_correct.wav"/></Relationships>
</file>

<file path=ppt/slides/_rels/slide9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4.xml"/><Relationship Id="rId12" Type="http://schemas.openxmlformats.org/officeDocument/2006/relationships/slide" Target="slide2.xml"/><Relationship Id="rId13" Type="http://schemas.openxmlformats.org/officeDocument/2006/relationships/slide" Target="slide99.xml"/><Relationship Id="rId14" Type="http://schemas.openxmlformats.org/officeDocument/2006/relationships/audio" Target="../media/snd_correct.wav"/></Relationships>
</file>

<file path=ppt/slides/_rels/slide9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95.xml"/><Relationship Id="rId16" Type="http://schemas.openxmlformats.org/officeDocument/2006/relationships/slide" Target="slide2.xml"/><Relationship Id="rId17" Type="http://schemas.openxmlformats.org/officeDocument/2006/relationships/slide" Target="slide90.xml"/><Relationship Id="rId18" Type="http://schemas.openxmlformats.org/officeDocument/2006/relationships/audio" Target="../media/snd_wrong.wav"/></Relationships>
</file>

<file path=ppt/slides/_rels/slide9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96.xml"/><Relationship Id="rId16" Type="http://schemas.openxmlformats.org/officeDocument/2006/relationships/slide" Target="slide2.xml"/><Relationship Id="rId17" Type="http://schemas.openxmlformats.org/officeDocument/2006/relationships/slide" Target="slide91.xml"/><Relationship Id="rId18" Type="http://schemas.openxmlformats.org/officeDocument/2006/relationships/audio" Target="../media/snd_wrong.wav"/></Relationships>
</file>

<file path=ppt/slides/_rels/slide9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7.xml"/><Relationship Id="rId11" Type="http://schemas.openxmlformats.org/officeDocument/2006/relationships/slide" Target="slide2.xml"/><Relationship Id="rId12" Type="http://schemas.openxmlformats.org/officeDocument/2006/relationships/slide" Target="slide100.xml"/><Relationship Id="rId13" Type="http://schemas.openxmlformats.org/officeDocument/2006/relationships/slide" Target="slide103.xml"/></Relationships>
</file>

<file path=ppt/slides/_rels/slide9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8.xml"/><Relationship Id="rId11" Type="http://schemas.openxmlformats.org/officeDocument/2006/relationships/slide" Target="slide2.xml"/><Relationship Id="rId12" Type="http://schemas.openxmlformats.org/officeDocument/2006/relationships/slide" Target="slide101.xml"/><Relationship Id="rId13" Type="http://schemas.openxmlformats.org/officeDocument/2006/relationships/slide" Target="slide104.xml"/></Relationships>
</file>

<file path=ppt/slides/_rels/slide9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9.xml"/><Relationship Id="rId11" Type="http://schemas.openxmlformats.org/officeDocument/2006/relationships/slide" Target="slide2.xml"/><Relationship Id="rId12" Type="http://schemas.openxmlformats.org/officeDocument/2006/relationships/slide" Target="slide102.xml"/><Relationship Id="rId13" Type="http://schemas.openxmlformats.org/officeDocument/2006/relationships/slide" Target="slide132.xml"/></Relationships>
</file>

<file path=ppt/slides/_rels/slide10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0.xml"/><Relationship Id="rId12" Type="http://schemas.openxmlformats.org/officeDocument/2006/relationships/slide" Target="slide2.xml"/><Relationship Id="rId13" Type="http://schemas.openxmlformats.org/officeDocument/2006/relationships/slide" Target="slide105.xml"/><Relationship Id="rId14" Type="http://schemas.openxmlformats.org/officeDocument/2006/relationships/audio" Target="../media/snd_correct.wav"/></Relationships>
</file>

<file path=ppt/slides/_rels/slide10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1.xml"/><Relationship Id="rId12" Type="http://schemas.openxmlformats.org/officeDocument/2006/relationships/slide" Target="slide2.xml"/><Relationship Id="rId13" Type="http://schemas.openxmlformats.org/officeDocument/2006/relationships/slide" Target="slide106.xml"/><Relationship Id="rId14" Type="http://schemas.openxmlformats.org/officeDocument/2006/relationships/audio" Target="../media/snd_correct.wav"/></Relationships>
</file>

<file path=ppt/slides/_rels/slide10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2.xml"/><Relationship Id="rId12" Type="http://schemas.openxmlformats.org/officeDocument/2006/relationships/slide" Target="slide2.xml"/><Relationship Id="rId13" Type="http://schemas.openxmlformats.org/officeDocument/2006/relationships/slide" Target="slide107.xml"/><Relationship Id="rId14" Type="http://schemas.openxmlformats.org/officeDocument/2006/relationships/audio" Target="../media/snd_correct.wav"/></Relationships>
</file>

<file path=ppt/slides/_rels/slide10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03.xml"/><Relationship Id="rId16" Type="http://schemas.openxmlformats.org/officeDocument/2006/relationships/slide" Target="slide2.xml"/><Relationship Id="rId17" Type="http://schemas.openxmlformats.org/officeDocument/2006/relationships/slide" Target="slide98.xml"/><Relationship Id="rId18" Type="http://schemas.openxmlformats.org/officeDocument/2006/relationships/audio" Target="../media/snd_wrong.wav"/></Relationships>
</file>

<file path=ppt/slides/_rels/slide10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04.xml"/><Relationship Id="rId16" Type="http://schemas.openxmlformats.org/officeDocument/2006/relationships/slide" Target="slide2.xml"/><Relationship Id="rId17" Type="http://schemas.openxmlformats.org/officeDocument/2006/relationships/slide" Target="slide99.xml"/><Relationship Id="rId18" Type="http://schemas.openxmlformats.org/officeDocument/2006/relationships/audio" Target="../media/snd_wrong.wav"/></Relationships>
</file>

<file path=ppt/slides/_rels/slide10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5.xml"/><Relationship Id="rId11" Type="http://schemas.openxmlformats.org/officeDocument/2006/relationships/slide" Target="slide2.xml"/><Relationship Id="rId12" Type="http://schemas.openxmlformats.org/officeDocument/2006/relationships/slide" Target="slide111.xml"/><Relationship Id="rId13" Type="http://schemas.openxmlformats.org/officeDocument/2006/relationships/slide" Target="slide108.xml"/></Relationships>
</file>

<file path=ppt/slides/_rels/slide10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6.xml"/><Relationship Id="rId11" Type="http://schemas.openxmlformats.org/officeDocument/2006/relationships/slide" Target="slide2.xml"/><Relationship Id="rId12" Type="http://schemas.openxmlformats.org/officeDocument/2006/relationships/slide" Target="slide112.xml"/><Relationship Id="rId13" Type="http://schemas.openxmlformats.org/officeDocument/2006/relationships/slide" Target="slide109.xml"/></Relationships>
</file>

<file path=ppt/slides/_rels/slide10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7.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10.xml"/></Relationships>
</file>

<file path=ppt/slides/_rels/slide10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08.xml"/><Relationship Id="rId13" Type="http://schemas.openxmlformats.org/officeDocument/2006/relationships/slide" Target="slide2.xml"/><Relationship Id="rId14" Type="http://schemas.openxmlformats.org/officeDocument/2006/relationships/slide" Target="slide113.xml"/><Relationship Id="rId15" Type="http://schemas.openxmlformats.org/officeDocument/2006/relationships/audio" Target="../media/snd_correct.wav"/></Relationships>
</file>

<file path=ppt/slides/_rels/slide10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09.xml"/><Relationship Id="rId13" Type="http://schemas.openxmlformats.org/officeDocument/2006/relationships/slide" Target="slide2.xml"/><Relationship Id="rId14" Type="http://schemas.openxmlformats.org/officeDocument/2006/relationships/slide" Target="slide114.xml"/><Relationship Id="rId15" Type="http://schemas.openxmlformats.org/officeDocument/2006/relationships/audio" Target="../media/snd_correct.wav"/></Relationships>
</file>

<file path=ppt/slides/_rels/slide11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10.xml"/><Relationship Id="rId13" Type="http://schemas.openxmlformats.org/officeDocument/2006/relationships/slide" Target="slide2.xml"/><Relationship Id="rId14" Type="http://schemas.openxmlformats.org/officeDocument/2006/relationships/slide" Target="slide115.xml"/><Relationship Id="rId15" Type="http://schemas.openxmlformats.org/officeDocument/2006/relationships/audio" Target="../media/snd_correct.wav"/></Relationships>
</file>

<file path=ppt/slides/_rels/slide11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11.xml"/><Relationship Id="rId16" Type="http://schemas.openxmlformats.org/officeDocument/2006/relationships/slide" Target="slide2.xml"/><Relationship Id="rId17" Type="http://schemas.openxmlformats.org/officeDocument/2006/relationships/slide" Target="slide106.xml"/><Relationship Id="rId18" Type="http://schemas.openxmlformats.org/officeDocument/2006/relationships/audio" Target="../media/snd_wrong.wav"/></Relationships>
</file>

<file path=ppt/slides/_rels/slide11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12.xml"/><Relationship Id="rId16" Type="http://schemas.openxmlformats.org/officeDocument/2006/relationships/slide" Target="slide2.xml"/><Relationship Id="rId17" Type="http://schemas.openxmlformats.org/officeDocument/2006/relationships/slide" Target="slide107.xml"/><Relationship Id="rId18" Type="http://schemas.openxmlformats.org/officeDocument/2006/relationships/audio" Target="../media/snd_wrong.wav"/></Relationships>
</file>

<file path=ppt/slides/_rels/slide11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3.xml"/><Relationship Id="rId17" Type="http://schemas.openxmlformats.org/officeDocument/2006/relationships/slide" Target="slide2.xml"/><Relationship Id="rId18" Type="http://schemas.openxmlformats.org/officeDocument/2006/relationships/slide" Target="slide116.xml"/></Relationships>
</file>

<file path=ppt/slides/_rels/slide11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4.xml"/><Relationship Id="rId17" Type="http://schemas.openxmlformats.org/officeDocument/2006/relationships/slide" Target="slide2.xml"/><Relationship Id="rId18" Type="http://schemas.openxmlformats.org/officeDocument/2006/relationships/slide" Target="slide117.xml"/></Relationships>
</file>

<file path=ppt/slides/_rels/slide11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5.xml"/><Relationship Id="rId17" Type="http://schemas.openxmlformats.org/officeDocument/2006/relationships/slide" Target="slide2.xml"/><Relationship Id="rId18" Type="http://schemas.openxmlformats.org/officeDocument/2006/relationships/slide" Target="slide118.xml"/></Relationships>
</file>

<file path=ppt/slides/_rels/slide11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6.xml"/><Relationship Id="rId11" Type="http://schemas.openxmlformats.org/officeDocument/2006/relationships/slide" Target="slide2.xml"/><Relationship Id="rId12" Type="http://schemas.openxmlformats.org/officeDocument/2006/relationships/slide" Target="slide122.xml"/><Relationship Id="rId13" Type="http://schemas.openxmlformats.org/officeDocument/2006/relationships/slide" Target="slide119.xml"/></Relationships>
</file>

<file path=ppt/slides/_rels/slide11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7.xml"/><Relationship Id="rId11" Type="http://schemas.openxmlformats.org/officeDocument/2006/relationships/slide" Target="slide2.xml"/><Relationship Id="rId12" Type="http://schemas.openxmlformats.org/officeDocument/2006/relationships/slide" Target="slide123.xml"/><Relationship Id="rId13" Type="http://schemas.openxmlformats.org/officeDocument/2006/relationships/slide" Target="slide120.xml"/></Relationships>
</file>

<file path=ppt/slides/_rels/slide11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8.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21.xml"/></Relationships>
</file>

<file path=ppt/slides/_rels/slide11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19.xml"/><Relationship Id="rId12" Type="http://schemas.openxmlformats.org/officeDocument/2006/relationships/slide" Target="slide2.xml"/><Relationship Id="rId13" Type="http://schemas.openxmlformats.org/officeDocument/2006/relationships/slide" Target="slide124.xml"/><Relationship Id="rId14" Type="http://schemas.openxmlformats.org/officeDocument/2006/relationships/audio" Target="../media/snd_correct.wav"/></Relationships>
</file>

<file path=ppt/slides/_rels/slide12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20.xml"/><Relationship Id="rId12" Type="http://schemas.openxmlformats.org/officeDocument/2006/relationships/slide" Target="slide2.xml"/><Relationship Id="rId13" Type="http://schemas.openxmlformats.org/officeDocument/2006/relationships/slide" Target="slide125.xml"/><Relationship Id="rId14" Type="http://schemas.openxmlformats.org/officeDocument/2006/relationships/audio" Target="../media/snd_correct.wav"/></Relationships>
</file>

<file path=ppt/slides/_rels/slide12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21.xml"/><Relationship Id="rId12" Type="http://schemas.openxmlformats.org/officeDocument/2006/relationships/slide" Target="slide2.xml"/><Relationship Id="rId13" Type="http://schemas.openxmlformats.org/officeDocument/2006/relationships/slide" Target="slide126.xml"/><Relationship Id="rId14" Type="http://schemas.openxmlformats.org/officeDocument/2006/relationships/audio" Target="../media/snd_correct.wav"/></Relationships>
</file>

<file path=ppt/slides/_rels/slide12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22.xml"/><Relationship Id="rId16" Type="http://schemas.openxmlformats.org/officeDocument/2006/relationships/slide" Target="slide2.xml"/><Relationship Id="rId17" Type="http://schemas.openxmlformats.org/officeDocument/2006/relationships/slide" Target="slide117.xml"/><Relationship Id="rId18" Type="http://schemas.openxmlformats.org/officeDocument/2006/relationships/audio" Target="../media/snd_wrong.wav"/></Relationships>
</file>

<file path=ppt/slides/_rels/slide12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23.xml"/><Relationship Id="rId16" Type="http://schemas.openxmlformats.org/officeDocument/2006/relationships/slide" Target="slide2.xml"/><Relationship Id="rId17" Type="http://schemas.openxmlformats.org/officeDocument/2006/relationships/slide" Target="slide118.xml"/><Relationship Id="rId18" Type="http://schemas.openxmlformats.org/officeDocument/2006/relationships/audio" Target="../media/snd_wrong.wav"/></Relationships>
</file>

<file path=ppt/slides/_rels/slide12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4.xml"/><Relationship Id="rId12" Type="http://schemas.openxmlformats.org/officeDocument/2006/relationships/slide" Target="slide2.xml"/><Relationship Id="rId13" Type="http://schemas.openxmlformats.org/officeDocument/2006/relationships/slide" Target="slide130.xml"/><Relationship Id="rId14" Type="http://schemas.openxmlformats.org/officeDocument/2006/relationships/slide" Target="slide127.xml"/></Relationships>
</file>

<file path=ppt/slides/_rels/slide12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5.xml"/><Relationship Id="rId12" Type="http://schemas.openxmlformats.org/officeDocument/2006/relationships/slide" Target="slide2.xml"/><Relationship Id="rId13" Type="http://schemas.openxmlformats.org/officeDocument/2006/relationships/slide" Target="slide131.xml"/><Relationship Id="rId14" Type="http://schemas.openxmlformats.org/officeDocument/2006/relationships/slide" Target="slide128.xml"/></Relationships>
</file>

<file path=ppt/slides/_rels/slide12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6.xml"/><Relationship Id="rId12" Type="http://schemas.openxmlformats.org/officeDocument/2006/relationships/slide" Target="slide2.xml"/><Relationship Id="rId13" Type="http://schemas.openxmlformats.org/officeDocument/2006/relationships/slide" Target="slide132.xml"/><Relationship Id="rId14" Type="http://schemas.openxmlformats.org/officeDocument/2006/relationships/slide" Target="slide129.xml"/></Relationships>
</file>

<file path=ppt/slides/_rels/slide12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27-8.png"/><Relationship Id="rId9" Type="http://schemas.openxmlformats.org/officeDocument/2006/relationships/image" Target="../media/image-127-8.png"/><Relationship Id="rId10" Type="http://schemas.openxmlformats.org/officeDocument/2006/relationships/image" Target="../media/image-127-8.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7.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2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27-8.png"/><Relationship Id="rId9" Type="http://schemas.openxmlformats.org/officeDocument/2006/relationships/image" Target="../media/image-127-8.png"/><Relationship Id="rId10" Type="http://schemas.openxmlformats.org/officeDocument/2006/relationships/image" Target="../media/image-128-10.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8.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2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27-8.png"/><Relationship Id="rId9" Type="http://schemas.openxmlformats.org/officeDocument/2006/relationships/image" Target="../media/image-128-10.png"/><Relationship Id="rId10" Type="http://schemas.openxmlformats.org/officeDocument/2006/relationships/image" Target="../media/image-128-10.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9.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3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30.xml"/><Relationship Id="rId16" Type="http://schemas.openxmlformats.org/officeDocument/2006/relationships/slide" Target="slide2.xml"/><Relationship Id="rId17" Type="http://schemas.openxmlformats.org/officeDocument/2006/relationships/slide" Target="slide125.xml"/><Relationship Id="rId18" Type="http://schemas.openxmlformats.org/officeDocument/2006/relationships/audio" Target="../media/snd_wrong.wav"/></Relationships>
</file>

<file path=ppt/slides/_rels/slide13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31.xml"/><Relationship Id="rId16" Type="http://schemas.openxmlformats.org/officeDocument/2006/relationships/slide" Target="slide2.xml"/><Relationship Id="rId17" Type="http://schemas.openxmlformats.org/officeDocument/2006/relationships/slide" Target="slide126.xml"/><Relationship Id="rId18" Type="http://schemas.openxmlformats.org/officeDocument/2006/relationships/audio" Target="../media/snd_wrong.wav"/></Relationships>
</file>

<file path=ppt/slides/_rels/slide132.xml.rels><?xml version="1.0" encoding="UTF-8" standalone="yes"?>
<Relationships xmlns="http://schemas.openxmlformats.org/package/2006/relationships"><Relationship Id="rId1" Type="http://schemas.openxmlformats.org/officeDocument/2006/relationships/image" Target="../media/image-9-7.png"/><Relationship Id="rId2" Type="http://schemas.openxmlformats.org/officeDocument/2006/relationships/image" Target="../media/image-9-7.png"/><Relationship Id="rId3" Type="http://schemas.openxmlformats.org/officeDocument/2006/relationships/image" Target="../media/image-9-7.png"/><Relationship Id="rId4" Type="http://schemas.openxmlformats.org/officeDocument/2006/relationships/image" Target="../media/image-1-2.png"/><Relationship Id="rId5" Type="http://schemas.openxmlformats.org/officeDocument/2006/relationships/slideLayout" Target="../slideLayouts/slideLayout7.xml"/><Relationship Id="rId6" Type="http://schemas.openxmlformats.org/officeDocument/2006/relationships/notesSlide" Target="../notesSlides/notesSlide132.xml"/><Relationship Id="rId7" Type="http://schemas.openxmlformats.org/officeDocument/2006/relationships/slide" Target="slide7.xml"/><Relationship Id="rId8" Type="http://schemas.openxmlformats.org/officeDocument/2006/relationships/slide" Target="slide1.xml"/><Relationship Id="rId9" Type="http://schemas.openxmlformats.org/officeDocument/2006/relationships/audio" Target="../media/snd_gameover.wav"/></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4-12.png"/><Relationship Id="rId3" Type="http://schemas.openxmlformats.org/officeDocument/2006/relationships/image" Target="../media/image-133-3.png"/><Relationship Id="rId4" Type="http://schemas.openxmlformats.org/officeDocument/2006/relationships/image" Target="../media/image-133-4.png"/><Relationship Id="rId5" Type="http://schemas.openxmlformats.org/officeDocument/2006/relationships/image" Target="../media/image-1-1.png"/><Relationship Id="rId6" Type="http://schemas.openxmlformats.org/officeDocument/2006/relationships/slideLayout" Target="../slideLayouts/slideLayout2.xml"/><Relationship Id="rId7" Type="http://schemas.openxmlformats.org/officeDocument/2006/relationships/notesSlide" Target="../notesSlides/notesSlide133.xml"/><Relationship Id="rId8" Type="http://schemas.openxmlformats.org/officeDocument/2006/relationships/slide" Target="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331720" y="713232"/>
            <a:ext cx="3108960" cy="1371600"/>
          </a:xfrm>
          <a:prstGeom prst="roundRect">
            <a:avLst>
              <a:gd name="adj" fmla="val 13333"/>
            </a:avLst>
          </a:prstGeom>
          <a:solidFill>
            <a:srgbClr val="146668"/>
          </a:solidFill>
          <a:ln w="12700">
            <a:solidFill>
              <a:srgbClr val="146668"/>
            </a:solidFill>
            <a:prstDash val="solid"/>
          </a:ln>
          <a:effectLst>
            <a:outerShdw sx="100000" sy="100000" kx="0" ky="0" algn="bl" rotWithShape="0" blurRad="304800" dist="50800" dir="5400000">
              <a:srgbClr val="2DE2E6">
                <a:alpha val="55000"/>
              </a:srgbClr>
            </a:outerShdw>
          </a:effectLst>
        </p:spPr>
      </p:sp>
      <p:sp>
        <p:nvSpPr>
          <p:cNvPr id="3" name="Text 1"/>
          <p:cNvSpPr txBox="1"/>
          <p:nvPr/>
        </p:nvSpPr>
        <p:spPr>
          <a:xfrm>
            <a:off x="2331720" y="566928"/>
            <a:ext cx="3108960" cy="1316736"/>
          </a:xfrm>
          <a:prstGeom prst="roundRect">
            <a:avLst>
              <a:gd name="adj" fmla="val 13889"/>
            </a:avLst>
          </a:prstGeom>
          <a:solidFill>
            <a:srgbClr val="1A2353"/>
          </a:solidFill>
          <a:ln w="38100">
            <a:solidFill>
              <a:srgbClr val="2DE2E6"/>
            </a:solidFill>
          </a:ln>
        </p:spPr>
        <p:txBody>
          <a:bodyPr wrap="square" lIns="0" tIns="0" rIns="0" bIns="0" rtlCol="0" anchor="ctr"/>
          <a:lstStyle/>
          <a:p>
            <a:pPr algn="ctr" indent="0" marL="0">
              <a:buNone/>
            </a:pPr>
            <a:r>
              <a:rPr lang="en-US" sz="5800" spc="200" kern="0" dirty="0">
                <a:solidFill>
                  <a:srgbClr val="2DE2E6"/>
                </a:solidFill>
                <a:latin typeface="Arial Black" pitchFamily="34" charset="0"/>
                <a:ea typeface="Arial Black" pitchFamily="34" charset="-122"/>
                <a:cs typeface="Arial Black" pitchFamily="34" charset="-120"/>
              </a:rPr>
              <a:t>CTRL</a:t>
            </a:r>
            <a:endParaRPr lang="en-US" sz="5800" dirty="0"/>
          </a:p>
        </p:txBody>
      </p:sp>
      <p:sp>
        <p:nvSpPr>
          <p:cNvPr id="4" name="Text 2"/>
          <p:cNvSpPr txBox="1"/>
          <p:nvPr/>
        </p:nvSpPr>
        <p:spPr>
          <a:xfrm>
            <a:off x="5440680" y="566928"/>
            <a:ext cx="1325880" cy="1371600"/>
          </a:xfrm>
          <a:prstGeom prst="rect">
            <a:avLst/>
          </a:prstGeom>
          <a:noFill/>
          <a:ln/>
        </p:spPr>
        <p:txBody>
          <a:bodyPr wrap="square" lIns="0" tIns="0" rIns="0" bIns="0" rtlCol="0" anchor="ctr"/>
          <a:lstStyle/>
          <a:p>
            <a:pPr algn="ctr" indent="0" marL="0">
              <a:buNone/>
            </a:pPr>
            <a:r>
              <a:rPr lang="en-US" sz="5400" dirty="0">
                <a:solidFill>
                  <a:srgbClr val="EAF2FF"/>
                </a:solidFill>
                <a:latin typeface="Arial Black" pitchFamily="34" charset="0"/>
                <a:ea typeface="Arial Black" pitchFamily="34" charset="-122"/>
                <a:cs typeface="Arial Black" pitchFamily="34" charset="-120"/>
              </a:rPr>
              <a:t>+</a:t>
            </a:r>
            <a:endParaRPr lang="en-US" sz="5400" dirty="0"/>
          </a:p>
        </p:txBody>
      </p:sp>
      <p:sp>
        <p:nvSpPr>
          <p:cNvPr id="5" name="Shape 3"/>
          <p:cNvSpPr/>
          <p:nvPr/>
        </p:nvSpPr>
        <p:spPr>
          <a:xfrm>
            <a:off x="6766560" y="713232"/>
            <a:ext cx="3108960" cy="1371600"/>
          </a:xfrm>
          <a:prstGeom prst="roundRect">
            <a:avLst>
              <a:gd name="adj" fmla="val 13333"/>
            </a:avLst>
          </a:prstGeom>
          <a:solidFill>
            <a:srgbClr val="6F113C"/>
          </a:solidFill>
          <a:ln w="12700">
            <a:solidFill>
              <a:srgbClr val="6F113C"/>
            </a:solidFill>
            <a:prstDash val="solid"/>
          </a:ln>
          <a:effectLst>
            <a:outerShdw sx="100000" sy="100000" kx="0" ky="0" algn="bl" rotWithShape="0" blurRad="304800" dist="50800" dir="5400000">
              <a:srgbClr val="F72585">
                <a:alpha val="55000"/>
              </a:srgbClr>
            </a:outerShdw>
          </a:effectLst>
        </p:spPr>
      </p:sp>
      <p:sp>
        <p:nvSpPr>
          <p:cNvPr id="6" name="Text 4"/>
          <p:cNvSpPr txBox="1"/>
          <p:nvPr/>
        </p:nvSpPr>
        <p:spPr>
          <a:xfrm>
            <a:off x="6766560" y="566928"/>
            <a:ext cx="3108960" cy="1316736"/>
          </a:xfrm>
          <a:prstGeom prst="roundRect">
            <a:avLst>
              <a:gd name="adj" fmla="val 13889"/>
            </a:avLst>
          </a:prstGeom>
          <a:solidFill>
            <a:srgbClr val="1A2353"/>
          </a:solidFill>
          <a:ln w="38100">
            <a:solidFill>
              <a:srgbClr val="F72585"/>
            </a:solidFill>
          </a:ln>
        </p:spPr>
        <p:txBody>
          <a:bodyPr wrap="square" lIns="0" tIns="0" rIns="0" bIns="0" rtlCol="0" anchor="ctr"/>
          <a:lstStyle/>
          <a:p>
            <a:pPr algn="ctr" indent="0" marL="0">
              <a:buNone/>
            </a:pPr>
            <a:r>
              <a:rPr lang="en-US" sz="5800" spc="200" kern="0" dirty="0">
                <a:solidFill>
                  <a:srgbClr val="F72585"/>
                </a:solidFill>
                <a:latin typeface="Arial Black" pitchFamily="34" charset="0"/>
                <a:ea typeface="Arial Black" pitchFamily="34" charset="-122"/>
                <a:cs typeface="Arial Black" pitchFamily="34" charset="-120"/>
              </a:rPr>
              <a:t>ESC</a:t>
            </a:r>
            <a:endParaRPr lang="en-US" sz="5800" dirty="0"/>
          </a:p>
        </p:txBody>
      </p:sp>
      <p:sp>
        <p:nvSpPr>
          <p:cNvPr id="7" name="Text 5"/>
          <p:cNvSpPr txBox="1"/>
          <p:nvPr/>
        </p:nvSpPr>
        <p:spPr>
          <a:xfrm>
            <a:off x="1828800" y="2240280"/>
            <a:ext cx="8531352" cy="457200"/>
          </a:xfrm>
          <a:prstGeom prst="rect">
            <a:avLst/>
          </a:prstGeom>
          <a:noFill/>
          <a:ln/>
        </p:spPr>
        <p:txBody>
          <a:bodyPr wrap="square" lIns="0" tIns="0" rIns="0" bIns="0" rtlCol="0" anchor="t"/>
          <a:lstStyle/>
          <a:p>
            <a:pPr algn="ctr" indent="0" marL="0">
              <a:buNone/>
            </a:pPr>
            <a:r>
              <a:rPr lang="en-US" sz="2400" b="1" spc="800" kern="0" dirty="0">
                <a:solidFill>
                  <a:srgbClr val="FFC233"/>
                </a:solidFill>
                <a:latin typeface="Courier New" pitchFamily="34" charset="0"/>
                <a:ea typeface="Courier New" pitchFamily="34" charset="-122"/>
                <a:cs typeface="Courier New" pitchFamily="34" charset="-120"/>
              </a:rPr>
              <a:t>THE GLITCH WITHIN</a:t>
            </a:r>
            <a:endParaRPr lang="en-US" sz="2400" dirty="0"/>
          </a:p>
        </p:txBody>
      </p:sp>
      <p:sp>
        <p:nvSpPr>
          <p:cNvPr id="8" name="Link - START GAME">
            <a:hlinkClick r:id="rId5" action="ppaction://hlinksldjump" highlightClick="1"/>
          </p:cNvPr>
          <p:cNvSpPr txBox="1"/>
          <p:nvPr/>
        </p:nvSpPr>
        <p:spPr>
          <a:xfrm>
            <a:off x="4270248" y="3017520"/>
            <a:ext cx="3657600" cy="603504"/>
          </a:xfrm>
          <a:prstGeom prst="roundRect">
            <a:avLst>
              <a:gd name="adj" fmla="val 1515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700" spc="100" kern="0" dirty="0">
                <a:solidFill>
                  <a:srgbClr val="0A0F24"/>
                </a:solidFill>
                <a:latin typeface="Arial Black" pitchFamily="34" charset="0"/>
                <a:ea typeface="Arial Black" pitchFamily="34" charset="-122"/>
                <a:cs typeface="Arial Black" pitchFamily="34" charset="-120"/>
              </a:rPr>
              <a:t>START GAME</a:t>
            </a:r>
            <a:endParaRPr lang="en-US" sz="1700" dirty="0"/>
          </a:p>
        </p:txBody>
      </p:sp>
      <p:sp>
        <p:nvSpPr>
          <p:cNvPr id="9" name="Link - HOW TO PLAY">
            <a:hlinkClick r:id="rId6" action="ppaction://hlinksldjump" highlightClick="1"/>
          </p:cNvPr>
          <p:cNvSpPr txBox="1"/>
          <p:nvPr/>
        </p:nvSpPr>
        <p:spPr>
          <a:xfrm>
            <a:off x="4270248" y="3767328"/>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HOW TO PLAY</a:t>
            </a:r>
            <a:endParaRPr lang="en-US" sz="1700" dirty="0"/>
          </a:p>
        </p:txBody>
      </p:sp>
      <p:sp>
        <p:nvSpPr>
          <p:cNvPr id="10" name="Link - CREDITS">
            <a:hlinkClick r:id="rId7" action="ppaction://hlinksldjump" highlightClick="1"/>
          </p:cNvPr>
          <p:cNvSpPr txBox="1"/>
          <p:nvPr/>
        </p:nvSpPr>
        <p:spPr>
          <a:xfrm>
            <a:off x="4270248" y="4517136"/>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CREDITS</a:t>
            </a:r>
            <a:endParaRPr lang="en-US" sz="1700" dirty="0"/>
          </a:p>
        </p:txBody>
      </p:sp>
      <p:sp>
        <p:nvSpPr>
          <p:cNvPr id="11" name="Link - EXIT GAME">
            <a:hlinkClick r:id="" action="ppaction://hlinkshowjump?jump=endshow" highlightClick="1"/>
          </p:cNvPr>
          <p:cNvSpPr txBox="1"/>
          <p:nvPr/>
        </p:nvSpPr>
        <p:spPr>
          <a:xfrm>
            <a:off x="4270248" y="5266944"/>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EXIT GAME</a:t>
            </a:r>
            <a:endParaRPr lang="en-US" sz="1700" dirty="0"/>
          </a:p>
        </p:txBody>
      </p:sp>
      <p:pic>
        <p:nvPicPr>
          <p:cNvPr id="12" name="Image 0" descr="/tmp/claude-0/-home-user-ashton212123/6ae88841-e158-5430-ba3a-d930461fce9f/scratchpad/build/assets/kai.png">    </p:cNvPr>
          <p:cNvPicPr>
            <a:picLocks noChangeAspect="1"/>
          </p:cNvPicPr>
          <p:nvPr/>
        </p:nvPicPr>
        <p:blipFill>
          <a:blip r:embed="rId1"/>
          <a:stretch>
            <a:fillRect/>
          </a:stretch>
        </p:blipFill>
        <p:spPr>
          <a:xfrm>
            <a:off x="1234440" y="3063240"/>
            <a:ext cx="1691640" cy="2642616"/>
          </a:xfrm>
          <a:prstGeom prst="rect">
            <a:avLst/>
          </a:prstGeom>
        </p:spPr>
      </p:pic>
      <p:pic>
        <p:nvPicPr>
          <p:cNvPr id="13" name="Image 1" descr="/tmp/claude-0/-home-user-ashton212123/6ae88841-e158-5430-ba3a-d930461fce9f/scratchpad/build/assets/null_glitch.png">    </p:cNvPr>
          <p:cNvPicPr>
            <a:picLocks noChangeAspect="1"/>
          </p:cNvPicPr>
          <p:nvPr/>
        </p:nvPicPr>
        <p:blipFill>
          <a:blip r:embed="rId2"/>
          <a:stretch>
            <a:fillRect/>
          </a:stretch>
        </p:blipFill>
        <p:spPr>
          <a:xfrm>
            <a:off x="8869680" y="3429000"/>
            <a:ext cx="2377440" cy="1883664"/>
          </a:xfrm>
          <a:prstGeom prst="rect">
            <a:avLst/>
          </a:prstGeom>
        </p:spPr>
      </p:pic>
      <p:sp>
        <p:nvSpPr>
          <p:cNvPr id="14" name="Text 10"/>
          <p:cNvSpPr txBox="1"/>
          <p:nvPr/>
        </p:nvSpPr>
        <p:spPr>
          <a:xfrm>
            <a:off x="457200" y="6144768"/>
            <a:ext cx="11274552" cy="292608"/>
          </a:xfrm>
          <a:prstGeom prst="rect">
            <a:avLst/>
          </a:prstGeom>
          <a:noFill/>
          <a:ln/>
        </p:spPr>
        <p:txBody>
          <a:bodyPr wrap="square" lIns="0" tIns="0" rIns="0" bIns="0" rtlCol="0" anchor="t"/>
          <a:lstStyle/>
          <a:p>
            <a:pPr algn="ctr" indent="0" marL="0">
              <a:buNone/>
            </a:pPr>
            <a:r>
              <a:rPr lang="en-US" sz="1100" spc="200" kern="0" dirty="0">
                <a:solidFill>
                  <a:srgbClr val="9AA6D9"/>
                </a:solidFill>
                <a:latin typeface="Courier New" pitchFamily="34" charset="0"/>
                <a:ea typeface="Courier New" pitchFamily="34" charset="-122"/>
                <a:cs typeface="Courier New" pitchFamily="34" charset="-120"/>
              </a:rPr>
              <a:t>AN EMPOWERMENT TECHNOLOGIES GAMECRAFT PROJECT</a:t>
            </a:r>
            <a:endParaRPr lang="en-US" sz="1100" dirty="0"/>
          </a:p>
        </p:txBody>
      </p:sp>
    </p:spTree>
  </p:cSld>
  <p:clrMapOvr>
    <a:masterClrMapping/>
  </p:clrMapOvr>
  <p:transition spd="med" advClick="0">
    <p:fade/>
    <p:sndAc>
      <p:stSnd>
        <p:snd r:embed="rId8" name="snd_start.wav"/>
      </p:stSnd>
    </p:sndAc>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HELP.TXT</a:t>
            </a:r>
            <a:endParaRPr lang="en-US" sz="1400" dirty="0"/>
          </a:p>
        </p:txBody>
      </p:sp>
      <p:sp>
        <p:nvSpPr>
          <p:cNvPr id="3" name="Text 1"/>
          <p:cNvSpPr txBox="1"/>
          <p:nvPr/>
        </p:nvSpPr>
        <p:spPr>
          <a:xfrm>
            <a:off x="457200" y="658368"/>
            <a:ext cx="7315200" cy="68580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HOW TO PLAY</a:t>
            </a:r>
            <a:endParaRPr lang="en-US" sz="3400" dirty="0"/>
          </a:p>
        </p:txBody>
      </p:sp>
      <p:sp>
        <p:nvSpPr>
          <p:cNvPr id="4" name="Shape 2"/>
          <p:cNvSpPr/>
          <p:nvPr/>
        </p:nvSpPr>
        <p:spPr>
          <a:xfrm>
            <a:off x="457200"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5" name="Shape 3"/>
          <p:cNvSpPr/>
          <p:nvPr/>
        </p:nvSpPr>
        <p:spPr>
          <a:xfrm>
            <a:off x="713232" y="1737360"/>
            <a:ext cx="685800" cy="685800"/>
          </a:xfrm>
          <a:prstGeom prst="ellipse">
            <a:avLst/>
          </a:prstGeom>
          <a:solidFill>
            <a:srgbClr val="1A2353"/>
          </a:solidFill>
          <a:ln w="22225">
            <a:solidFill>
              <a:srgbClr val="2DE2E6"/>
            </a:solidFill>
            <a:prstDash val="solid"/>
          </a:ln>
        </p:spPr>
      </p:sp>
      <p:pic>
        <p:nvPicPr>
          <p:cNvPr id="6" name="Image 0" descr="/tmp/claude-0/-home-user-ashton212123/6ae88841-e158-5430-ba3a-d930461fce9f/scratchpad/build/assets/icons/FaFlag_2DE2E6.png">    </p:cNvPr>
          <p:cNvPicPr>
            <a:picLocks noChangeAspect="1"/>
          </p:cNvPicPr>
          <p:nvPr/>
        </p:nvPicPr>
        <p:blipFill>
          <a:blip r:embed="rId1"/>
          <a:stretch>
            <a:fillRect/>
          </a:stretch>
        </p:blipFill>
        <p:spPr>
          <a:xfrm>
            <a:off x="822960" y="1847088"/>
            <a:ext cx="466344" cy="466344"/>
          </a:xfrm>
          <a:prstGeom prst="rect">
            <a:avLst/>
          </a:prstGeom>
        </p:spPr>
      </p:pic>
      <p:sp>
        <p:nvSpPr>
          <p:cNvPr id="7" name="Text 4"/>
          <p:cNvSpPr txBox="1"/>
          <p:nvPr/>
        </p:nvSpPr>
        <p:spPr>
          <a:xfrm>
            <a:off x="1572768"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THE MISSION</a:t>
            </a:r>
            <a:endParaRPr lang="en-US" sz="1400" dirty="0"/>
          </a:p>
        </p:txBody>
      </p:sp>
      <p:sp>
        <p:nvSpPr>
          <p:cNvPr id="8" name="Text 5"/>
          <p:cNvSpPr txBox="1"/>
          <p:nvPr/>
        </p:nvSpPr>
        <p:spPr>
          <a:xfrm>
            <a:off x="713232"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Escape the infected computer by clearing 4 sectors, then unlock the ESC Gate at NULL's Core.</a:t>
            </a:r>
            <a:endParaRPr lang="en-US" sz="1400" dirty="0"/>
          </a:p>
        </p:txBody>
      </p:sp>
      <p:sp>
        <p:nvSpPr>
          <p:cNvPr id="9" name="Shape 6"/>
          <p:cNvSpPr/>
          <p:nvPr/>
        </p:nvSpPr>
        <p:spPr>
          <a:xfrm>
            <a:off x="4293108"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10" name="Shape 7"/>
          <p:cNvSpPr/>
          <p:nvPr/>
        </p:nvSpPr>
        <p:spPr>
          <a:xfrm>
            <a:off x="4549140" y="1737360"/>
            <a:ext cx="685800" cy="685800"/>
          </a:xfrm>
          <a:prstGeom prst="ellipse">
            <a:avLst/>
          </a:prstGeom>
          <a:solidFill>
            <a:srgbClr val="1A2353"/>
          </a:solidFill>
          <a:ln w="22225">
            <a:solidFill>
              <a:srgbClr val="2DE2E6"/>
            </a:solidFill>
            <a:prstDash val="solid"/>
          </a:ln>
        </p:spPr>
      </p:sp>
      <p:pic>
        <p:nvPicPr>
          <p:cNvPr id="11" name="Image 1" descr="/tmp/claude-0/-home-user-ashton212123/6ae88841-e158-5430-ba3a-d930461fce9f/scratchpad/build/assets/icons/FaMousePointer_2DE2E6.png">    </p:cNvPr>
          <p:cNvPicPr>
            <a:picLocks noChangeAspect="1"/>
          </p:cNvPicPr>
          <p:nvPr/>
        </p:nvPicPr>
        <p:blipFill>
          <a:blip r:embed="rId2"/>
          <a:stretch>
            <a:fillRect/>
          </a:stretch>
        </p:blipFill>
        <p:spPr>
          <a:xfrm>
            <a:off x="4658868" y="1847088"/>
            <a:ext cx="466344" cy="466344"/>
          </a:xfrm>
          <a:prstGeom prst="rect">
            <a:avLst/>
          </a:prstGeom>
        </p:spPr>
      </p:pic>
      <p:sp>
        <p:nvSpPr>
          <p:cNvPr id="12" name="Text 8"/>
          <p:cNvSpPr txBox="1"/>
          <p:nvPr/>
        </p:nvSpPr>
        <p:spPr>
          <a:xfrm>
            <a:off x="5408676"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ANSWER</a:t>
            </a:r>
            <a:endParaRPr lang="en-US" sz="1400" dirty="0"/>
          </a:p>
        </p:txBody>
      </p:sp>
      <p:sp>
        <p:nvSpPr>
          <p:cNvPr id="13" name="Text 9"/>
          <p:cNvSpPr txBox="1"/>
          <p:nvPr/>
        </p:nvSpPr>
        <p:spPr>
          <a:xfrm>
            <a:off x="4549140"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Click the answer you think is right. Use your MOUSE only, not the keyboard.</a:t>
            </a:r>
            <a:endParaRPr lang="en-US" sz="1400" dirty="0"/>
          </a:p>
        </p:txBody>
      </p:sp>
      <p:sp>
        <p:nvSpPr>
          <p:cNvPr id="14" name="Shape 10"/>
          <p:cNvSpPr/>
          <p:nvPr/>
        </p:nvSpPr>
        <p:spPr>
          <a:xfrm>
            <a:off x="8129016"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15" name="Shape 11"/>
          <p:cNvSpPr/>
          <p:nvPr/>
        </p:nvSpPr>
        <p:spPr>
          <a:xfrm>
            <a:off x="8385048" y="1737360"/>
            <a:ext cx="685800" cy="685800"/>
          </a:xfrm>
          <a:prstGeom prst="ellipse">
            <a:avLst/>
          </a:prstGeom>
          <a:solidFill>
            <a:srgbClr val="1A2353"/>
          </a:solidFill>
          <a:ln w="22225">
            <a:solidFill>
              <a:srgbClr val="2DE2E6"/>
            </a:solidFill>
            <a:prstDash val="solid"/>
          </a:ln>
        </p:spPr>
      </p:sp>
      <p:pic>
        <p:nvPicPr>
          <p:cNvPr id="16" name="Image 2" descr="/tmp/claude-0/-home-user-ashton212123/6ae88841-e158-5430-ba3a-d930461fce9f/scratchpad/build/assets/shield.png">    </p:cNvPr>
          <p:cNvPicPr>
            <a:picLocks noChangeAspect="1"/>
          </p:cNvPicPr>
          <p:nvPr/>
        </p:nvPicPr>
        <p:blipFill>
          <a:blip r:embed="rId3"/>
          <a:stretch>
            <a:fillRect/>
          </a:stretch>
        </p:blipFill>
        <p:spPr>
          <a:xfrm>
            <a:off x="8494776" y="1847088"/>
            <a:ext cx="466344" cy="466344"/>
          </a:xfrm>
          <a:prstGeom prst="rect">
            <a:avLst/>
          </a:prstGeom>
        </p:spPr>
      </p:pic>
      <p:sp>
        <p:nvSpPr>
          <p:cNvPr id="17" name="Text 12"/>
          <p:cNvSpPr txBox="1"/>
          <p:nvPr/>
        </p:nvSpPr>
        <p:spPr>
          <a:xfrm>
            <a:off x="9244584"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SHIELDS</a:t>
            </a:r>
            <a:endParaRPr lang="en-US" sz="1400" dirty="0"/>
          </a:p>
        </p:txBody>
      </p:sp>
      <p:sp>
        <p:nvSpPr>
          <p:cNvPr id="18" name="Text 13"/>
          <p:cNvSpPr txBox="1"/>
          <p:nvPr/>
        </p:nvSpPr>
        <p:spPr>
          <a:xfrm>
            <a:off x="8385048"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You start with 3 shields. Each wrong answer breaks one. Lose all 3 and the system crashes.</a:t>
            </a:r>
            <a:endParaRPr lang="en-US" sz="1400" dirty="0"/>
          </a:p>
        </p:txBody>
      </p:sp>
      <p:sp>
        <p:nvSpPr>
          <p:cNvPr id="19" name="Shape 14"/>
          <p:cNvSpPr/>
          <p:nvPr/>
        </p:nvSpPr>
        <p:spPr>
          <a:xfrm>
            <a:off x="457200"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20" name="Shape 15"/>
          <p:cNvSpPr/>
          <p:nvPr/>
        </p:nvSpPr>
        <p:spPr>
          <a:xfrm>
            <a:off x="713232" y="3840480"/>
            <a:ext cx="685800" cy="685800"/>
          </a:xfrm>
          <a:prstGeom prst="ellipse">
            <a:avLst/>
          </a:prstGeom>
          <a:solidFill>
            <a:srgbClr val="1A2353"/>
          </a:solidFill>
          <a:ln w="22225">
            <a:solidFill>
              <a:srgbClr val="2DE2E6"/>
            </a:solidFill>
            <a:prstDash val="solid"/>
          </a:ln>
        </p:spPr>
      </p:sp>
      <p:pic>
        <p:nvPicPr>
          <p:cNvPr id="21" name="Image 3" descr="/tmp/claude-0/-home-user-ashton212123/6ae88841-e158-5430-ba3a-d930461fce9f/scratchpad/build/assets/chip.png">    </p:cNvPr>
          <p:cNvPicPr>
            <a:picLocks noChangeAspect="1"/>
          </p:cNvPicPr>
          <p:nvPr/>
        </p:nvPicPr>
        <p:blipFill>
          <a:blip r:embed="rId4"/>
          <a:stretch>
            <a:fillRect/>
          </a:stretch>
        </p:blipFill>
        <p:spPr>
          <a:xfrm>
            <a:off x="822960" y="3968496"/>
            <a:ext cx="466344" cy="429768"/>
          </a:xfrm>
          <a:prstGeom prst="rect">
            <a:avLst/>
          </a:prstGeom>
        </p:spPr>
      </p:pic>
      <p:sp>
        <p:nvSpPr>
          <p:cNvPr id="22" name="Text 16"/>
          <p:cNvSpPr txBox="1"/>
          <p:nvPr/>
        </p:nvSpPr>
        <p:spPr>
          <a:xfrm>
            <a:off x="1572768"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CODE FRAGMENTS</a:t>
            </a:r>
            <a:endParaRPr lang="en-US" sz="1400" dirty="0"/>
          </a:p>
        </p:txBody>
      </p:sp>
      <p:sp>
        <p:nvSpPr>
          <p:cNvPr id="23" name="Text 17"/>
          <p:cNvSpPr txBox="1"/>
          <p:nvPr/>
        </p:nvSpPr>
        <p:spPr>
          <a:xfrm>
            <a:off x="713232"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Clear a sector to get a Code Fragment (a digit). Write it down! You need all 4 to escape.</a:t>
            </a:r>
            <a:endParaRPr lang="en-US" sz="1400" dirty="0"/>
          </a:p>
        </p:txBody>
      </p:sp>
      <p:sp>
        <p:nvSpPr>
          <p:cNvPr id="24" name="Shape 18"/>
          <p:cNvSpPr/>
          <p:nvPr/>
        </p:nvSpPr>
        <p:spPr>
          <a:xfrm>
            <a:off x="4293108"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25" name="Shape 19"/>
          <p:cNvSpPr/>
          <p:nvPr/>
        </p:nvSpPr>
        <p:spPr>
          <a:xfrm>
            <a:off x="4549140" y="3840480"/>
            <a:ext cx="685800" cy="685800"/>
          </a:xfrm>
          <a:prstGeom prst="ellipse">
            <a:avLst/>
          </a:prstGeom>
          <a:solidFill>
            <a:srgbClr val="1A2353"/>
          </a:solidFill>
          <a:ln w="22225">
            <a:solidFill>
              <a:srgbClr val="2DE2E6"/>
            </a:solidFill>
            <a:prstDash val="solid"/>
          </a:ln>
        </p:spPr>
      </p:sp>
      <p:pic>
        <p:nvPicPr>
          <p:cNvPr id="26" name="Image 4" descr="/tmp/claude-0/-home-user-ashton212123/6ae88841-e158-5430-ba3a-d930461fce9f/scratchpad/build/assets/icons/FaQuestion_2DE2E6.png">    </p:cNvPr>
          <p:cNvPicPr>
            <a:picLocks noChangeAspect="1"/>
          </p:cNvPicPr>
          <p:nvPr/>
        </p:nvPicPr>
        <p:blipFill>
          <a:blip r:embed="rId5"/>
          <a:stretch>
            <a:fillRect/>
          </a:stretch>
        </p:blipFill>
        <p:spPr>
          <a:xfrm>
            <a:off x="4658868" y="3950208"/>
            <a:ext cx="466344" cy="466344"/>
          </a:xfrm>
          <a:prstGeom prst="rect">
            <a:avLst/>
          </a:prstGeom>
        </p:spPr>
      </p:pic>
      <p:sp>
        <p:nvSpPr>
          <p:cNvPr id="27" name="Text 20"/>
          <p:cNvSpPr txBox="1"/>
          <p:nvPr/>
        </p:nvSpPr>
        <p:spPr>
          <a:xfrm>
            <a:off x="5408676"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NEED HELP?</a:t>
            </a:r>
            <a:endParaRPr lang="en-US" sz="1400" dirty="0"/>
          </a:p>
        </p:txBody>
      </p:sp>
      <p:sp>
        <p:nvSpPr>
          <p:cNvPr id="28" name="Text 21"/>
          <p:cNvSpPr txBox="1"/>
          <p:nvPr/>
        </p:nvSpPr>
        <p:spPr>
          <a:xfrm>
            <a:off x="4549140"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Click the ? button at the top-right corner anytime to come back to these rules.</a:t>
            </a:r>
            <a:endParaRPr lang="en-US" sz="1400" dirty="0"/>
          </a:p>
        </p:txBody>
      </p:sp>
      <p:sp>
        <p:nvSpPr>
          <p:cNvPr id="29" name="Shape 22"/>
          <p:cNvSpPr/>
          <p:nvPr/>
        </p:nvSpPr>
        <p:spPr>
          <a:xfrm>
            <a:off x="8129016"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30" name="Shape 23"/>
          <p:cNvSpPr/>
          <p:nvPr/>
        </p:nvSpPr>
        <p:spPr>
          <a:xfrm>
            <a:off x="8385048" y="3840480"/>
            <a:ext cx="685800" cy="685800"/>
          </a:xfrm>
          <a:prstGeom prst="ellipse">
            <a:avLst/>
          </a:prstGeom>
          <a:solidFill>
            <a:srgbClr val="1A2353"/>
          </a:solidFill>
          <a:ln w="22225">
            <a:solidFill>
              <a:srgbClr val="2DE2E6"/>
            </a:solidFill>
            <a:prstDash val="solid"/>
          </a:ln>
        </p:spPr>
      </p:sp>
      <p:pic>
        <p:nvPicPr>
          <p:cNvPr id="31" name="Image 5" descr="/tmp/claude-0/-home-user-ashton212123/6ae88841-e158-5430-ba3a-d930461fce9f/scratchpad/build/assets/icons/FaKey_2DE2E6.png">    </p:cNvPr>
          <p:cNvPicPr>
            <a:picLocks noChangeAspect="1"/>
          </p:cNvPicPr>
          <p:nvPr/>
        </p:nvPicPr>
        <p:blipFill>
          <a:blip r:embed="rId6"/>
          <a:stretch>
            <a:fillRect/>
          </a:stretch>
        </p:blipFill>
        <p:spPr>
          <a:xfrm>
            <a:off x="8494776" y="3950208"/>
            <a:ext cx="466344" cy="466344"/>
          </a:xfrm>
          <a:prstGeom prst="rect">
            <a:avLst/>
          </a:prstGeom>
        </p:spPr>
      </p:pic>
      <p:sp>
        <p:nvSpPr>
          <p:cNvPr id="32" name="Text 24"/>
          <p:cNvSpPr txBox="1"/>
          <p:nvPr/>
        </p:nvSpPr>
        <p:spPr>
          <a:xfrm>
            <a:off x="9244584"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ESCAPE!</a:t>
            </a:r>
            <a:endParaRPr lang="en-US" sz="1400" dirty="0"/>
          </a:p>
        </p:txBody>
      </p:sp>
      <p:sp>
        <p:nvSpPr>
          <p:cNvPr id="33" name="Text 25"/>
          <p:cNvSpPr txBox="1"/>
          <p:nvPr/>
        </p:nvSpPr>
        <p:spPr>
          <a:xfrm>
            <a:off x="8385048"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Unlock the ESC Gate to win. Keep more shields to earn up to 3 stars.</a:t>
            </a:r>
            <a:endParaRPr lang="en-US" sz="1400" dirty="0"/>
          </a:p>
        </p:txBody>
      </p:sp>
      <p:sp>
        <p:nvSpPr>
          <p:cNvPr id="34" name="Link - BACK">
            <a:hlinkClick r:id="" action="ppaction://hlinkshowjump?jump=lastslideviewed" highlightClick="1"/>
          </p:cNvPr>
          <p:cNvSpPr txBox="1"/>
          <p:nvPr/>
        </p:nvSpPr>
        <p:spPr>
          <a:xfrm>
            <a:off x="457200" y="5806440"/>
            <a:ext cx="2377440" cy="566928"/>
          </a:xfrm>
          <a:prstGeom prst="roundRect">
            <a:avLst>
              <a:gd name="adj" fmla="val 16129"/>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BACK</a:t>
            </a:r>
            <a:endParaRPr lang="en-US" sz="1500" dirty="0"/>
          </a:p>
        </p:txBody>
      </p:sp>
      <p:sp>
        <p:nvSpPr>
          <p:cNvPr id="35" name="Text 27"/>
          <p:cNvSpPr txBox="1"/>
          <p:nvPr/>
        </p:nvSpPr>
        <p:spPr>
          <a:xfrm>
            <a:off x="3063240" y="5806440"/>
            <a:ext cx="4572000" cy="566928"/>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Returns you to the slide you were on.</a:t>
            </a:r>
            <a:endParaRPr lang="en-US" sz="1100" dirty="0"/>
          </a:p>
        </p:txBody>
      </p:sp>
    </p:spTree>
  </p:cSld>
  <p:clrMapOvr>
    <a:masterClrMapping/>
  </p:clrMapOvr>
  <p:transition spd="med" advClick="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CREDITS.TXT</a:t>
            </a:r>
            <a:endParaRPr lang="en-US" sz="1400" dirty="0"/>
          </a:p>
        </p:txBody>
      </p:sp>
      <p:sp>
        <p:nvSpPr>
          <p:cNvPr id="3" name="Text 1"/>
          <p:cNvSpPr txBox="1"/>
          <p:nvPr/>
        </p:nvSpPr>
        <p:spPr>
          <a:xfrm>
            <a:off x="457200" y="658368"/>
            <a:ext cx="7315200" cy="68580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THE TEAM</a:t>
            </a:r>
            <a:endParaRPr lang="en-US" sz="3400" dirty="0"/>
          </a:p>
        </p:txBody>
      </p:sp>
      <p:sp>
        <p:nvSpPr>
          <p:cNvPr id="4" name="Text 2"/>
          <p:cNvSpPr txBox="1"/>
          <p:nvPr/>
        </p:nvSpPr>
        <p:spPr>
          <a:xfrm>
            <a:off x="457200" y="1325880"/>
            <a:ext cx="10972800" cy="365760"/>
          </a:xfrm>
          <a:prstGeom prst="rect">
            <a:avLst/>
          </a:prstGeom>
          <a:noFill/>
          <a:ln/>
        </p:spPr>
        <p:txBody>
          <a:bodyPr wrap="square" lIns="0" tIns="0" rIns="0" bIns="0" rtlCol="0" anchor="t"/>
          <a:lstStyle/>
          <a:p>
            <a:pPr indent="0" marL="0">
              <a:buNone/>
            </a:pPr>
            <a:r>
              <a:rPr lang="en-US" sz="1300" b="1" dirty="0">
                <a:solidFill>
                  <a:srgbClr val="9AA6D9"/>
                </a:solidFill>
                <a:latin typeface="Courier New" pitchFamily="34" charset="0"/>
                <a:ea typeface="Courier New" pitchFamily="34" charset="-122"/>
                <a:cs typeface="Courier New" pitchFamily="34" charset="-120"/>
              </a:rPr>
              <a:t>GROUP 5   |   12BE-15   |   Teacher: Monette M. Bautista</a:t>
            </a:r>
            <a:endParaRPr lang="en-US" sz="1300" dirty="0"/>
          </a:p>
        </p:txBody>
      </p:sp>
      <p:sp>
        <p:nvSpPr>
          <p:cNvPr id="5" name="Shape 3"/>
          <p:cNvSpPr/>
          <p:nvPr/>
        </p:nvSpPr>
        <p:spPr>
          <a:xfrm>
            <a:off x="457200" y="1828800"/>
            <a:ext cx="2651760" cy="2926080"/>
          </a:xfrm>
          <a:prstGeom prst="roundRect">
            <a:avLst>
              <a:gd name="adj" fmla="val 4138"/>
            </a:avLst>
          </a:prstGeom>
          <a:solidFill>
            <a:srgbClr val="121A3F">
              <a:alpha val="94000"/>
            </a:srgbClr>
          </a:solidFill>
          <a:ln w="15875">
            <a:solidFill>
              <a:srgbClr val="2DE2E6"/>
            </a:solidFill>
            <a:prstDash val="solid"/>
          </a:ln>
          <a:effectLst>
            <a:outerShdw sx="100000" sy="100000" kx="0" ky="0" algn="bl" rotWithShape="0" blurRad="203200" dist="50800" dir="5400000">
              <a:srgbClr val="2DE2E6">
                <a:alpha val="45000"/>
              </a:srgbClr>
            </a:outerShdw>
          </a:effectLst>
        </p:spPr>
      </p:sp>
      <p:sp>
        <p:nvSpPr>
          <p:cNvPr id="6" name="Shape 4"/>
          <p:cNvSpPr/>
          <p:nvPr/>
        </p:nvSpPr>
        <p:spPr>
          <a:xfrm>
            <a:off x="1344168" y="2029968"/>
            <a:ext cx="868680" cy="868680"/>
          </a:xfrm>
          <a:prstGeom prst="ellipse">
            <a:avLst/>
          </a:prstGeom>
          <a:solidFill>
            <a:srgbClr val="1A2353"/>
          </a:solidFill>
          <a:ln w="25400">
            <a:solidFill>
              <a:srgbClr val="2DE2E6"/>
            </a:solidFill>
            <a:prstDash val="solid"/>
          </a:ln>
          <a:effectLst>
            <a:outerShdw sx="100000" sy="100000" kx="0" ky="0" algn="bl" rotWithShape="0" blurRad="152400" dist="50800" dir="5400000">
              <a:srgbClr val="2DE2E6">
                <a:alpha val="45000"/>
              </a:srgbClr>
            </a:outerShdw>
          </a:effectLst>
        </p:spPr>
      </p:sp>
      <p:pic>
        <p:nvPicPr>
          <p:cNvPr id="7" name="Image 0" descr="/tmp/claude-0/-home-user-ashton212123/6ae88841-e158-5430-ba3a-d930461fce9f/scratchpad/build/assets/icons/FaPuzzlePiece_2DE2E6.png">    </p:cNvPr>
          <p:cNvPicPr>
            <a:picLocks noChangeAspect="1"/>
          </p:cNvPicPr>
          <p:nvPr/>
        </p:nvPicPr>
        <p:blipFill>
          <a:blip r:embed="rId1"/>
          <a:stretch>
            <a:fillRect/>
          </a:stretch>
        </p:blipFill>
        <p:spPr>
          <a:xfrm>
            <a:off x="1535278" y="2221078"/>
            <a:ext cx="486461" cy="486461"/>
          </a:xfrm>
          <a:prstGeom prst="rect">
            <a:avLst/>
          </a:prstGeom>
        </p:spPr>
      </p:pic>
      <p:sp>
        <p:nvSpPr>
          <p:cNvPr id="8" name="Text 5"/>
          <p:cNvSpPr txBox="1"/>
          <p:nvPr/>
        </p:nvSpPr>
        <p:spPr>
          <a:xfrm>
            <a:off x="548640" y="2971800"/>
            <a:ext cx="2468880" cy="347472"/>
          </a:xfrm>
          <a:prstGeom prst="rect">
            <a:avLst/>
          </a:prstGeom>
          <a:noFill/>
          <a:ln/>
        </p:spPr>
        <p:txBody>
          <a:bodyPr wrap="square" lIns="0" tIns="0" rIns="0" bIns="0" rtlCol="0" anchor="t"/>
          <a:lstStyle/>
          <a:p>
            <a:pPr algn="ctr" indent="0" marL="0">
              <a:buNone/>
            </a:pPr>
            <a:r>
              <a:rPr lang="en-US" sz="1300" dirty="0">
                <a:solidFill>
                  <a:srgbClr val="2DE2E6"/>
                </a:solidFill>
                <a:latin typeface="Arial Black" pitchFamily="34" charset="0"/>
                <a:ea typeface="Arial Black" pitchFamily="34" charset="-122"/>
                <a:cs typeface="Arial Black" pitchFamily="34" charset="-120"/>
              </a:rPr>
              <a:t>GAME DESIGNER</a:t>
            </a:r>
            <a:endParaRPr lang="en-US" sz="1300" dirty="0"/>
          </a:p>
        </p:txBody>
      </p:sp>
      <p:sp>
        <p:nvSpPr>
          <p:cNvPr id="9" name="Text 6"/>
          <p:cNvSpPr txBox="1"/>
          <p:nvPr/>
        </p:nvSpPr>
        <p:spPr>
          <a:xfrm>
            <a:off x="548640" y="3364992"/>
            <a:ext cx="2468880" cy="658368"/>
          </a:xfrm>
          <a:prstGeom prst="rect">
            <a:avLst/>
          </a:prstGeom>
          <a:noFill/>
          <a:ln/>
        </p:spPr>
        <p:txBody>
          <a:bodyPr wrap="square" lIns="0" tIns="0" rIns="0" bIns="0" rtlCol="0" anchor="ctr"/>
          <a:lstStyle/>
          <a:p>
            <a:pPr algn="ctr" indent="0" marL="0">
              <a:buNone/>
            </a:pPr>
            <a:r>
              <a:rPr lang="en-US" sz="1500" b="1" dirty="0">
                <a:solidFill>
                  <a:srgbClr val="EAF2FF"/>
                </a:solidFill>
                <a:latin typeface="Calibri" pitchFamily="34" charset="0"/>
                <a:ea typeface="Calibri" pitchFamily="34" charset="-122"/>
                <a:cs typeface="Calibri" pitchFamily="34" charset="-120"/>
              </a:rPr>
              <a:t>Nathan Sean Dueñas</a:t>
            </a:r>
            <a:endParaRPr lang="en-US" sz="1500" dirty="0"/>
          </a:p>
        </p:txBody>
      </p:sp>
      <p:sp>
        <p:nvSpPr>
          <p:cNvPr id="10" name="Text 7"/>
          <p:cNvSpPr txBox="1"/>
          <p:nvPr/>
        </p:nvSpPr>
        <p:spPr>
          <a:xfrm>
            <a:off x="685800" y="4114800"/>
            <a:ext cx="2194560" cy="54864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Concept, mechanics, rules, and game flow</a:t>
            </a:r>
            <a:endParaRPr lang="en-US" sz="1200" dirty="0"/>
          </a:p>
        </p:txBody>
      </p:sp>
      <p:sp>
        <p:nvSpPr>
          <p:cNvPr id="11" name="Shape 8"/>
          <p:cNvSpPr/>
          <p:nvPr/>
        </p:nvSpPr>
        <p:spPr>
          <a:xfrm>
            <a:off x="3331159" y="1828800"/>
            <a:ext cx="2651760" cy="2926080"/>
          </a:xfrm>
          <a:prstGeom prst="roundRect">
            <a:avLst>
              <a:gd name="adj" fmla="val 4138"/>
            </a:avLst>
          </a:prstGeom>
          <a:solidFill>
            <a:srgbClr val="121A3F">
              <a:alpha val="94000"/>
            </a:srgbClr>
          </a:solidFill>
          <a:ln w="15875">
            <a:solidFill>
              <a:srgbClr val="FF7A45"/>
            </a:solidFill>
            <a:prstDash val="solid"/>
          </a:ln>
          <a:effectLst>
            <a:outerShdw sx="100000" sy="100000" kx="0" ky="0" algn="bl" rotWithShape="0" blurRad="203200" dist="50800" dir="5400000">
              <a:srgbClr val="FF7A45">
                <a:alpha val="45000"/>
              </a:srgbClr>
            </a:outerShdw>
          </a:effectLst>
        </p:spPr>
      </p:sp>
      <p:sp>
        <p:nvSpPr>
          <p:cNvPr id="12" name="Shape 9"/>
          <p:cNvSpPr/>
          <p:nvPr/>
        </p:nvSpPr>
        <p:spPr>
          <a:xfrm>
            <a:off x="4218127" y="2029968"/>
            <a:ext cx="868680" cy="868680"/>
          </a:xfrm>
          <a:prstGeom prst="ellipse">
            <a:avLst/>
          </a:prstGeom>
          <a:solidFill>
            <a:srgbClr val="1A2353"/>
          </a:solidFill>
          <a:ln w="25400">
            <a:solidFill>
              <a:srgbClr val="FF7A45"/>
            </a:solidFill>
            <a:prstDash val="solid"/>
          </a:ln>
          <a:effectLst>
            <a:outerShdw sx="100000" sy="100000" kx="0" ky="0" algn="bl" rotWithShape="0" blurRad="152400" dist="50800" dir="5400000">
              <a:srgbClr val="FF7A45">
                <a:alpha val="45000"/>
              </a:srgbClr>
            </a:outerShdw>
          </a:effectLst>
        </p:spPr>
      </p:sp>
      <p:pic>
        <p:nvPicPr>
          <p:cNvPr id="13" name="Image 1" descr="/tmp/claude-0/-home-user-ashton212123/6ae88841-e158-5430-ba3a-d930461fce9f/scratchpad/build/assets/icons/FaBookOpen_FF7A45.png">    </p:cNvPr>
          <p:cNvPicPr>
            <a:picLocks noChangeAspect="1"/>
          </p:cNvPicPr>
          <p:nvPr/>
        </p:nvPicPr>
        <p:blipFill>
          <a:blip r:embed="rId2"/>
          <a:stretch>
            <a:fillRect/>
          </a:stretch>
        </p:blipFill>
        <p:spPr>
          <a:xfrm>
            <a:off x="4409237" y="2221078"/>
            <a:ext cx="486461" cy="486461"/>
          </a:xfrm>
          <a:prstGeom prst="rect">
            <a:avLst/>
          </a:prstGeom>
        </p:spPr>
      </p:pic>
      <p:sp>
        <p:nvSpPr>
          <p:cNvPr id="14" name="Text 10"/>
          <p:cNvSpPr txBox="1"/>
          <p:nvPr/>
        </p:nvSpPr>
        <p:spPr>
          <a:xfrm>
            <a:off x="3422599" y="2971800"/>
            <a:ext cx="2468880" cy="347472"/>
          </a:xfrm>
          <a:prstGeom prst="rect">
            <a:avLst/>
          </a:prstGeom>
          <a:noFill/>
          <a:ln/>
        </p:spPr>
        <p:txBody>
          <a:bodyPr wrap="square" lIns="0" tIns="0" rIns="0" bIns="0" rtlCol="0" anchor="t"/>
          <a:lstStyle/>
          <a:p>
            <a:pPr algn="ctr" indent="0" marL="0">
              <a:buNone/>
            </a:pPr>
            <a:r>
              <a:rPr lang="en-US" sz="1300" dirty="0">
                <a:solidFill>
                  <a:srgbClr val="FF7A45"/>
                </a:solidFill>
                <a:latin typeface="Arial Black" pitchFamily="34" charset="0"/>
                <a:ea typeface="Arial Black" pitchFamily="34" charset="-122"/>
                <a:cs typeface="Arial Black" pitchFamily="34" charset="-120"/>
              </a:rPr>
              <a:t>STORY / CONTENT</a:t>
            </a:r>
            <a:endParaRPr lang="en-US" sz="1300" dirty="0"/>
          </a:p>
        </p:txBody>
      </p:sp>
      <p:sp>
        <p:nvSpPr>
          <p:cNvPr id="15" name="Text 11"/>
          <p:cNvSpPr txBox="1"/>
          <p:nvPr/>
        </p:nvSpPr>
        <p:spPr>
          <a:xfrm>
            <a:off x="3422599" y="3364992"/>
            <a:ext cx="2468880" cy="658368"/>
          </a:xfrm>
          <a:prstGeom prst="rect">
            <a:avLst/>
          </a:prstGeom>
          <a:noFill/>
          <a:ln/>
        </p:spPr>
        <p:txBody>
          <a:bodyPr wrap="square" lIns="0" tIns="0" rIns="0" bIns="0" rtlCol="0" anchor="ctr"/>
          <a:lstStyle/>
          <a:p>
            <a:pPr algn="ctr" indent="0" marL="0">
              <a:buNone/>
            </a:pPr>
            <a:r>
              <a:rPr lang="en-US" sz="1500" b="1" dirty="0">
                <a:solidFill>
                  <a:srgbClr val="EAF2FF"/>
                </a:solidFill>
                <a:latin typeface="Calibri" pitchFamily="34" charset="0"/>
                <a:ea typeface="Calibri" pitchFamily="34" charset="-122"/>
                <a:cs typeface="Calibri" pitchFamily="34" charset="-120"/>
              </a:rPr>
              <a:t>Denzel Red Bernardo</a:t>
            </a:r>
            <a:endParaRPr lang="en-US" sz="1500" dirty="0"/>
          </a:p>
          <a:p>
            <a:pPr algn="ctr" indent="0" marL="0">
              <a:buNone/>
            </a:pPr>
            <a:r>
              <a:rPr lang="en-US" sz="1500" b="1" dirty="0">
                <a:solidFill>
                  <a:srgbClr val="EAF2FF"/>
                </a:solidFill>
                <a:latin typeface="Calibri" pitchFamily="34" charset="0"/>
                <a:ea typeface="Calibri" pitchFamily="34" charset="-122"/>
                <a:cs typeface="Calibri" pitchFamily="34" charset="-120"/>
              </a:rPr>
              <a:t>Mykoh Ashton Lapeña</a:t>
            </a:r>
            <a:endParaRPr lang="en-US" sz="1500" dirty="0"/>
          </a:p>
        </p:txBody>
      </p:sp>
      <p:sp>
        <p:nvSpPr>
          <p:cNvPr id="16" name="Text 12"/>
          <p:cNvSpPr txBox="1"/>
          <p:nvPr/>
        </p:nvSpPr>
        <p:spPr>
          <a:xfrm>
            <a:off x="3559759" y="4114800"/>
            <a:ext cx="2194560" cy="54864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Backstory, characters, and questions</a:t>
            </a:r>
            <a:endParaRPr lang="en-US" sz="1200" dirty="0"/>
          </a:p>
        </p:txBody>
      </p:sp>
      <p:sp>
        <p:nvSpPr>
          <p:cNvPr id="17" name="Shape 13"/>
          <p:cNvSpPr/>
          <p:nvPr/>
        </p:nvSpPr>
        <p:spPr>
          <a:xfrm>
            <a:off x="6205118" y="1828800"/>
            <a:ext cx="2651760" cy="2926080"/>
          </a:xfrm>
          <a:prstGeom prst="roundRect">
            <a:avLst>
              <a:gd name="adj" fmla="val 4138"/>
            </a:avLst>
          </a:prstGeom>
          <a:solidFill>
            <a:srgbClr val="121A3F">
              <a:alpha val="94000"/>
            </a:srgbClr>
          </a:solidFill>
          <a:ln w="15875">
            <a:solidFill>
              <a:srgbClr val="A98BFF"/>
            </a:solidFill>
            <a:prstDash val="solid"/>
          </a:ln>
          <a:effectLst>
            <a:outerShdw sx="100000" sy="100000" kx="0" ky="0" algn="bl" rotWithShape="0" blurRad="203200" dist="50800" dir="5400000">
              <a:srgbClr val="A98BFF">
                <a:alpha val="45000"/>
              </a:srgbClr>
            </a:outerShdw>
          </a:effectLst>
        </p:spPr>
      </p:sp>
      <p:sp>
        <p:nvSpPr>
          <p:cNvPr id="18" name="Shape 14"/>
          <p:cNvSpPr/>
          <p:nvPr/>
        </p:nvSpPr>
        <p:spPr>
          <a:xfrm>
            <a:off x="7092086" y="2029968"/>
            <a:ext cx="868680" cy="868680"/>
          </a:xfrm>
          <a:prstGeom prst="ellipse">
            <a:avLst/>
          </a:prstGeom>
          <a:solidFill>
            <a:srgbClr val="1A2353"/>
          </a:solidFill>
          <a:ln w="25400">
            <a:solidFill>
              <a:srgbClr val="A98BFF"/>
            </a:solidFill>
            <a:prstDash val="solid"/>
          </a:ln>
          <a:effectLst>
            <a:outerShdw sx="100000" sy="100000" kx="0" ky="0" algn="bl" rotWithShape="0" blurRad="152400" dist="50800" dir="5400000">
              <a:srgbClr val="A98BFF">
                <a:alpha val="45000"/>
              </a:srgbClr>
            </a:outerShdw>
          </a:effectLst>
        </p:spPr>
      </p:sp>
      <p:pic>
        <p:nvPicPr>
          <p:cNvPr id="19" name="Image 2" descr="/tmp/claude-0/-home-user-ashton212123/6ae88841-e158-5430-ba3a-d930461fce9f/scratchpad/build/assets/icons/FaLaptopCode_A98BFF.png">    </p:cNvPr>
          <p:cNvPicPr>
            <a:picLocks noChangeAspect="1"/>
          </p:cNvPicPr>
          <p:nvPr/>
        </p:nvPicPr>
        <p:blipFill>
          <a:blip r:embed="rId3"/>
          <a:stretch>
            <a:fillRect/>
          </a:stretch>
        </p:blipFill>
        <p:spPr>
          <a:xfrm>
            <a:off x="7283196" y="2221078"/>
            <a:ext cx="486461" cy="486461"/>
          </a:xfrm>
          <a:prstGeom prst="rect">
            <a:avLst/>
          </a:prstGeom>
        </p:spPr>
      </p:pic>
      <p:sp>
        <p:nvSpPr>
          <p:cNvPr id="20" name="Text 15"/>
          <p:cNvSpPr txBox="1"/>
          <p:nvPr/>
        </p:nvSpPr>
        <p:spPr>
          <a:xfrm>
            <a:off x="6296558" y="2971800"/>
            <a:ext cx="2468880" cy="347472"/>
          </a:xfrm>
          <a:prstGeom prst="rect">
            <a:avLst/>
          </a:prstGeom>
          <a:noFill/>
          <a:ln/>
        </p:spPr>
        <p:txBody>
          <a:bodyPr wrap="square" lIns="0" tIns="0" rIns="0" bIns="0" rtlCol="0" anchor="t"/>
          <a:lstStyle/>
          <a:p>
            <a:pPr algn="ctr" indent="0" marL="0">
              <a:buNone/>
            </a:pPr>
            <a:r>
              <a:rPr lang="en-US" sz="1300" dirty="0">
                <a:solidFill>
                  <a:srgbClr val="A98BFF"/>
                </a:solidFill>
                <a:latin typeface="Arial Black" pitchFamily="34" charset="0"/>
                <a:ea typeface="Arial Black" pitchFamily="34" charset="-122"/>
                <a:cs typeface="Arial Black" pitchFamily="34" charset="-120"/>
              </a:rPr>
              <a:t>POWERPOINT DEV</a:t>
            </a:r>
            <a:endParaRPr lang="en-US" sz="1300" dirty="0"/>
          </a:p>
        </p:txBody>
      </p:sp>
      <p:sp>
        <p:nvSpPr>
          <p:cNvPr id="21" name="Text 16"/>
          <p:cNvSpPr txBox="1"/>
          <p:nvPr/>
        </p:nvSpPr>
        <p:spPr>
          <a:xfrm>
            <a:off x="6296558" y="3364992"/>
            <a:ext cx="2468880" cy="658368"/>
          </a:xfrm>
          <a:prstGeom prst="rect">
            <a:avLst/>
          </a:prstGeom>
          <a:noFill/>
          <a:ln/>
        </p:spPr>
        <p:txBody>
          <a:bodyPr wrap="square" lIns="0" tIns="0" rIns="0" bIns="0" rtlCol="0" anchor="ctr"/>
          <a:lstStyle/>
          <a:p>
            <a:pPr algn="ctr" indent="0" marL="0">
              <a:buNone/>
            </a:pPr>
            <a:r>
              <a:rPr lang="en-US" sz="1500" b="1" dirty="0">
                <a:solidFill>
                  <a:srgbClr val="EAF2FF"/>
                </a:solidFill>
                <a:latin typeface="Calibri" pitchFamily="34" charset="0"/>
                <a:ea typeface="Calibri" pitchFamily="34" charset="-122"/>
                <a:cs typeface="Calibri" pitchFamily="34" charset="-120"/>
              </a:rPr>
              <a:t>Inigo Abrahano</a:t>
            </a:r>
            <a:endParaRPr lang="en-US" sz="1500" dirty="0"/>
          </a:p>
        </p:txBody>
      </p:sp>
      <p:sp>
        <p:nvSpPr>
          <p:cNvPr id="22" name="Text 17"/>
          <p:cNvSpPr txBox="1"/>
          <p:nvPr/>
        </p:nvSpPr>
        <p:spPr>
          <a:xfrm>
            <a:off x="6433718" y="4114800"/>
            <a:ext cx="2194560" cy="54864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Slides, hyperlinks, and interactivity</a:t>
            </a:r>
            <a:endParaRPr lang="en-US" sz="1200" dirty="0"/>
          </a:p>
        </p:txBody>
      </p:sp>
      <p:sp>
        <p:nvSpPr>
          <p:cNvPr id="23" name="Shape 18"/>
          <p:cNvSpPr/>
          <p:nvPr/>
        </p:nvSpPr>
        <p:spPr>
          <a:xfrm>
            <a:off x="9079078" y="1828800"/>
            <a:ext cx="2651760" cy="2926080"/>
          </a:xfrm>
          <a:prstGeom prst="roundRect">
            <a:avLst>
              <a:gd name="adj" fmla="val 4138"/>
            </a:avLst>
          </a:prstGeom>
          <a:solidFill>
            <a:srgbClr val="121A3F">
              <a:alpha val="94000"/>
            </a:srgbClr>
          </a:solidFill>
          <a:ln w="15875">
            <a:solidFill>
              <a:srgbClr val="9BE564"/>
            </a:solidFill>
            <a:prstDash val="solid"/>
          </a:ln>
          <a:effectLst>
            <a:outerShdw sx="100000" sy="100000" kx="0" ky="0" algn="bl" rotWithShape="0" blurRad="203200" dist="50800" dir="5400000">
              <a:srgbClr val="9BE564">
                <a:alpha val="45000"/>
              </a:srgbClr>
            </a:outerShdw>
          </a:effectLst>
        </p:spPr>
      </p:sp>
      <p:sp>
        <p:nvSpPr>
          <p:cNvPr id="24" name="Shape 19"/>
          <p:cNvSpPr/>
          <p:nvPr/>
        </p:nvSpPr>
        <p:spPr>
          <a:xfrm>
            <a:off x="9966046" y="2029968"/>
            <a:ext cx="868680" cy="868680"/>
          </a:xfrm>
          <a:prstGeom prst="ellipse">
            <a:avLst/>
          </a:prstGeom>
          <a:solidFill>
            <a:srgbClr val="1A2353"/>
          </a:solidFill>
          <a:ln w="25400">
            <a:solidFill>
              <a:srgbClr val="9BE564"/>
            </a:solidFill>
            <a:prstDash val="solid"/>
          </a:ln>
          <a:effectLst>
            <a:outerShdw sx="100000" sy="100000" kx="0" ky="0" algn="bl" rotWithShape="0" blurRad="152400" dist="50800" dir="5400000">
              <a:srgbClr val="9BE564">
                <a:alpha val="45000"/>
              </a:srgbClr>
            </a:outerShdw>
          </a:effectLst>
        </p:spPr>
      </p:sp>
      <p:pic>
        <p:nvPicPr>
          <p:cNvPr id="25" name="Image 3" descr="/tmp/claude-0/-home-user-ashton212123/6ae88841-e158-5430-ba3a-d930461fce9f/scratchpad/build/assets/icons/FaClipboardCheck_9BE564.png">    </p:cNvPr>
          <p:cNvPicPr>
            <a:picLocks noChangeAspect="1"/>
          </p:cNvPicPr>
          <p:nvPr/>
        </p:nvPicPr>
        <p:blipFill>
          <a:blip r:embed="rId4"/>
          <a:stretch>
            <a:fillRect/>
          </a:stretch>
        </p:blipFill>
        <p:spPr>
          <a:xfrm>
            <a:off x="10157155" y="2221078"/>
            <a:ext cx="486461" cy="486461"/>
          </a:xfrm>
          <a:prstGeom prst="rect">
            <a:avLst/>
          </a:prstGeom>
        </p:spPr>
      </p:pic>
      <p:sp>
        <p:nvSpPr>
          <p:cNvPr id="26" name="Text 20"/>
          <p:cNvSpPr txBox="1"/>
          <p:nvPr/>
        </p:nvSpPr>
        <p:spPr>
          <a:xfrm>
            <a:off x="9170518" y="2971800"/>
            <a:ext cx="2468880" cy="347472"/>
          </a:xfrm>
          <a:prstGeom prst="rect">
            <a:avLst/>
          </a:prstGeom>
          <a:noFill/>
          <a:ln/>
        </p:spPr>
        <p:txBody>
          <a:bodyPr wrap="square" lIns="0" tIns="0" rIns="0" bIns="0" rtlCol="0" anchor="t"/>
          <a:lstStyle/>
          <a:p>
            <a:pPr algn="ctr" indent="0" marL="0">
              <a:buNone/>
            </a:pPr>
            <a:r>
              <a:rPr lang="en-US" sz="1300" dirty="0">
                <a:solidFill>
                  <a:srgbClr val="9BE564"/>
                </a:solidFill>
                <a:latin typeface="Arial Black" pitchFamily="34" charset="0"/>
                <a:ea typeface="Arial Black" pitchFamily="34" charset="-122"/>
                <a:cs typeface="Arial Black" pitchFamily="34" charset="-120"/>
              </a:rPr>
              <a:t>TESTER / DOCS</a:t>
            </a:r>
            <a:endParaRPr lang="en-US" sz="1300" dirty="0"/>
          </a:p>
        </p:txBody>
      </p:sp>
      <p:sp>
        <p:nvSpPr>
          <p:cNvPr id="27" name="Text 21"/>
          <p:cNvSpPr txBox="1"/>
          <p:nvPr/>
        </p:nvSpPr>
        <p:spPr>
          <a:xfrm>
            <a:off x="9170518" y="3364992"/>
            <a:ext cx="2468880" cy="658368"/>
          </a:xfrm>
          <a:prstGeom prst="rect">
            <a:avLst/>
          </a:prstGeom>
          <a:noFill/>
          <a:ln/>
        </p:spPr>
        <p:txBody>
          <a:bodyPr wrap="square" lIns="0" tIns="0" rIns="0" bIns="0" rtlCol="0" anchor="ctr"/>
          <a:lstStyle/>
          <a:p>
            <a:pPr algn="ctr" indent="0" marL="0">
              <a:buNone/>
            </a:pPr>
            <a:r>
              <a:rPr lang="en-US" sz="1500" b="1" dirty="0">
                <a:solidFill>
                  <a:srgbClr val="EAF2FF"/>
                </a:solidFill>
                <a:latin typeface="Calibri" pitchFamily="34" charset="0"/>
                <a:ea typeface="Calibri" pitchFamily="34" charset="-122"/>
                <a:cs typeface="Calibri" pitchFamily="34" charset="-120"/>
              </a:rPr>
              <a:t>Prince Angelo Barcelona</a:t>
            </a:r>
            <a:endParaRPr lang="en-US" sz="1500" dirty="0"/>
          </a:p>
        </p:txBody>
      </p:sp>
      <p:sp>
        <p:nvSpPr>
          <p:cNvPr id="28" name="Text 22"/>
          <p:cNvSpPr txBox="1"/>
          <p:nvPr/>
        </p:nvSpPr>
        <p:spPr>
          <a:xfrm>
            <a:off x="9307678" y="4114800"/>
            <a:ext cx="2194560" cy="54864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Playtesting and Word documentation</a:t>
            </a:r>
            <a:endParaRPr lang="en-US" sz="1200" dirty="0"/>
          </a:p>
        </p:txBody>
      </p:sp>
      <p:sp>
        <p:nvSpPr>
          <p:cNvPr id="29" name="Text 23"/>
          <p:cNvSpPr txBox="1"/>
          <p:nvPr/>
        </p:nvSpPr>
        <p:spPr>
          <a:xfrm>
            <a:off x="457200" y="4937760"/>
            <a:ext cx="11274552" cy="365760"/>
          </a:xfrm>
          <a:prstGeom prst="rect">
            <a:avLst/>
          </a:prstGeom>
          <a:noFill/>
          <a:ln/>
        </p:spPr>
        <p:txBody>
          <a:bodyPr wrap="square" lIns="0" tIns="0" rIns="0" bIns="0" rtlCol="0" anchor="t"/>
          <a:lstStyle/>
          <a:p>
            <a:pPr algn="ctr" indent="0" marL="0">
              <a:buNone/>
            </a:pPr>
            <a:r>
              <a:rPr lang="en-US" sz="1400" dirty="0">
                <a:solidFill>
                  <a:srgbClr val="9AA6D9"/>
                </a:solidFill>
                <a:latin typeface="Calibri" pitchFamily="34" charset="0"/>
                <a:ea typeface="Calibri" pitchFamily="34" charset="-122"/>
                <a:cs typeface="Calibri" pitchFamily="34" charset="-120"/>
              </a:rPr>
              <a:t>Made with Microsoft PowerPoint and Microsoft Word. The story, questions, pixel art, and sound effects are all original.</a:t>
            </a:r>
            <a:endParaRPr lang="en-US" sz="1400" dirty="0"/>
          </a:p>
        </p:txBody>
      </p:sp>
      <p:sp>
        <p:nvSpPr>
          <p:cNvPr id="30" name="Link - OPEN GAME DOCUMENTATION">
            <a:hlinkClick r:id="rId7" highlightClick="1"/>
          </p:cNvPr>
          <p:cNvSpPr txBox="1"/>
          <p:nvPr/>
        </p:nvSpPr>
        <p:spPr>
          <a:xfrm>
            <a:off x="457200" y="5577840"/>
            <a:ext cx="5120640" cy="658368"/>
          </a:xfrm>
          <a:prstGeom prst="roundRect">
            <a:avLst>
              <a:gd name="adj" fmla="val 13889"/>
            </a:avLst>
          </a:prstGeom>
          <a:solidFill>
            <a:srgbClr val="1A2353"/>
          </a:solidFill>
          <a:ln w="25400">
            <a:solidFill>
              <a:srgbClr val="FFC233"/>
            </a:solidFill>
          </a:ln>
          <a:effectLst>
            <a:outerShdw sx="100000" sy="100000" kx="0" ky="0" algn="bl" rotWithShape="0" blurRad="177800" dist="50800" dir="5400000">
              <a:srgbClr val="FFC233">
                <a:alpha val="35000"/>
              </a:srgbClr>
            </a:outerShdw>
          </a:effectLst>
        </p:spPr>
        <p:txBody>
          <a:bodyPr wrap="square" lIns="0" tIns="0" rIns="0" bIns="0" rtlCol="0" anchor="ctr"/>
          <a:lstStyle/>
          <a:p>
            <a:pPr algn="ctr" indent="0" marL="0">
              <a:buNone/>
            </a:pPr>
            <a:r>
              <a:rPr lang="en-US" sz="1500" spc="100" kern="0" dirty="0">
                <a:solidFill>
                  <a:srgbClr val="EAF2FF"/>
                </a:solidFill>
                <a:latin typeface="Arial Black" pitchFamily="34" charset="0"/>
                <a:ea typeface="Arial Black" pitchFamily="34" charset="-122"/>
                <a:cs typeface="Arial Black" pitchFamily="34" charset="-120"/>
              </a:rPr>
              <a:t>OPEN GAME DOCUMENTATION</a:t>
            </a:r>
            <a:endParaRPr lang="en-US" sz="1500" dirty="0"/>
          </a:p>
        </p:txBody>
      </p:sp>
      <p:sp>
        <p:nvSpPr>
          <p:cNvPr id="31" name="Link - MAIN MENU">
            <a:hlinkClick r:id="rId8" action="ppaction://hlinksldjump" highlightClick="1"/>
          </p:cNvPr>
          <p:cNvSpPr txBox="1"/>
          <p:nvPr/>
        </p:nvSpPr>
        <p:spPr>
          <a:xfrm>
            <a:off x="9171432" y="5577840"/>
            <a:ext cx="2560320" cy="658368"/>
          </a:xfrm>
          <a:prstGeom prst="roundRect">
            <a:avLst>
              <a:gd name="adj" fmla="val 13889"/>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MAIN MENU</a:t>
            </a:r>
            <a:endParaRPr lang="en-US" sz="1500" dirty="0"/>
          </a:p>
        </p:txBody>
      </p:sp>
    </p:spTree>
  </p:cSld>
  <p:clrMapOvr>
    <a:masterClrMapping/>
  </p:clrMapOvr>
  <p:transition spd="med" advClick="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STORY 1/3</a:t>
            </a:r>
            <a:endParaRPr lang="en-US" sz="1400" dirty="0"/>
          </a:p>
        </p:txBody>
      </p:sp>
      <p:sp>
        <p:nvSpPr>
          <p:cNvPr id="3" name="Link - SKIP STORY">
            <a:hlinkClick r:id="rId5" action="ppaction://hlinksldjump" highlightClick="1"/>
          </p:cNvPr>
          <p:cNvSpPr txBox="1"/>
          <p:nvPr/>
        </p:nvSpPr>
        <p:spPr>
          <a:xfrm>
            <a:off x="9902952" y="274320"/>
            <a:ext cx="1828800" cy="457200"/>
          </a:xfrm>
          <a:prstGeom prst="roundRect">
            <a:avLst>
              <a:gd name="adj" fmla="val 20000"/>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100" spc="100" kern="0" dirty="0">
                <a:solidFill>
                  <a:srgbClr val="EAF2FF"/>
                </a:solidFill>
                <a:latin typeface="Arial Black" pitchFamily="34" charset="0"/>
                <a:ea typeface="Arial Black" pitchFamily="34" charset="-122"/>
                <a:cs typeface="Arial Black" pitchFamily="34" charset="-120"/>
              </a:rPr>
              <a:t>SKIP STORY</a:t>
            </a:r>
            <a:endParaRPr lang="en-US" sz="1100" dirty="0"/>
          </a:p>
        </p:txBody>
      </p:sp>
      <p:sp>
        <p:nvSpPr>
          <p:cNvPr id="4" name="Shape 2"/>
          <p:cNvSpPr/>
          <p:nvPr/>
        </p:nvSpPr>
        <p:spPr>
          <a:xfrm>
            <a:off x="4206240" y="868680"/>
            <a:ext cx="6949440" cy="3429000"/>
          </a:xfrm>
          <a:prstGeom prst="roundRect">
            <a:avLst>
              <a:gd name="adj" fmla="val 4000"/>
            </a:avLst>
          </a:prstGeom>
          <a:solidFill>
            <a:srgbClr val="161D42"/>
          </a:solidFill>
          <a:ln w="50800">
            <a:solidFill>
              <a:srgbClr val="3A4370"/>
            </a:solidFill>
            <a:prstDash val="solid"/>
          </a:ln>
        </p:spPr>
      </p:sp>
      <p:sp>
        <p:nvSpPr>
          <p:cNvPr id="5" name="Shape 3"/>
          <p:cNvSpPr/>
          <p:nvPr/>
        </p:nvSpPr>
        <p:spPr>
          <a:xfrm>
            <a:off x="4434840" y="1097280"/>
            <a:ext cx="6492240" cy="2971800"/>
          </a:xfrm>
          <a:prstGeom prst="rect">
            <a:avLst/>
          </a:prstGeom>
          <a:solidFill>
            <a:srgbClr val="0B1430"/>
          </a:solidFill>
          <a:ln w="12700">
            <a:solidFill>
              <a:srgbClr val="0B1430"/>
            </a:solidFill>
            <a:prstDash val="solid"/>
          </a:ln>
        </p:spPr>
      </p:sp>
      <p:sp>
        <p:nvSpPr>
          <p:cNvPr id="6" name="Text 4"/>
          <p:cNvSpPr txBox="1"/>
          <p:nvPr/>
        </p:nvSpPr>
        <p:spPr>
          <a:xfrm>
            <a:off x="4572000" y="1170432"/>
            <a:ext cx="3657600" cy="274320"/>
          </a:xfrm>
          <a:prstGeom prst="rect">
            <a:avLst/>
          </a:prstGeom>
          <a:noFill/>
          <a:ln/>
        </p:spPr>
        <p:txBody>
          <a:bodyPr wrap="square" lIns="0" tIns="0" rIns="0" bIns="0" rtlCol="0" anchor="t"/>
          <a:lstStyle/>
          <a:p>
            <a:pPr indent="0" marL="0">
              <a:buNone/>
            </a:pPr>
            <a:r>
              <a:rPr lang="en-US" sz="1000" dirty="0">
                <a:solidFill>
                  <a:srgbClr val="9AA6D9"/>
                </a:solidFill>
                <a:latin typeface="Courier New" pitchFamily="34" charset="0"/>
                <a:ea typeface="Courier New" pitchFamily="34" charset="-122"/>
                <a:cs typeface="Courier New" pitchFamily="34" charset="-120"/>
              </a:rPr>
              <a:t>E-TECH_GAME_FINAL_v3.pptx</a:t>
            </a:r>
            <a:endParaRPr lang="en-US" sz="1000" dirty="0"/>
          </a:p>
        </p:txBody>
      </p:sp>
      <p:sp>
        <p:nvSpPr>
          <p:cNvPr id="7" name="Shape 5"/>
          <p:cNvSpPr/>
          <p:nvPr/>
        </p:nvSpPr>
        <p:spPr>
          <a:xfrm>
            <a:off x="4572000" y="1600200"/>
            <a:ext cx="914400" cy="109728"/>
          </a:xfrm>
          <a:prstGeom prst="rect">
            <a:avLst/>
          </a:prstGeom>
          <a:solidFill>
            <a:srgbClr val="1E2A55"/>
          </a:solidFill>
          <a:ln w="12700">
            <a:solidFill>
              <a:srgbClr val="1E2A55"/>
            </a:solidFill>
            <a:prstDash val="solid"/>
          </a:ln>
        </p:spPr>
      </p:sp>
      <p:sp>
        <p:nvSpPr>
          <p:cNvPr id="8" name="Shape 6"/>
          <p:cNvSpPr/>
          <p:nvPr/>
        </p:nvSpPr>
        <p:spPr>
          <a:xfrm>
            <a:off x="4572000" y="2057400"/>
            <a:ext cx="1188720" cy="109728"/>
          </a:xfrm>
          <a:prstGeom prst="rect">
            <a:avLst/>
          </a:prstGeom>
          <a:solidFill>
            <a:srgbClr val="1E2A55"/>
          </a:solidFill>
          <a:ln w="12700">
            <a:solidFill>
              <a:srgbClr val="1E2A55"/>
            </a:solidFill>
            <a:prstDash val="solid"/>
          </a:ln>
        </p:spPr>
      </p:sp>
      <p:sp>
        <p:nvSpPr>
          <p:cNvPr id="9" name="Shape 7"/>
          <p:cNvSpPr/>
          <p:nvPr/>
        </p:nvSpPr>
        <p:spPr>
          <a:xfrm>
            <a:off x="4572000" y="2514600"/>
            <a:ext cx="1463040" cy="109728"/>
          </a:xfrm>
          <a:prstGeom prst="rect">
            <a:avLst/>
          </a:prstGeom>
          <a:solidFill>
            <a:srgbClr val="1E2A55"/>
          </a:solidFill>
          <a:ln w="12700">
            <a:solidFill>
              <a:srgbClr val="1E2A55"/>
            </a:solidFill>
            <a:prstDash val="solid"/>
          </a:ln>
        </p:spPr>
      </p:sp>
      <p:sp>
        <p:nvSpPr>
          <p:cNvPr id="10" name="Shape 8"/>
          <p:cNvSpPr/>
          <p:nvPr/>
        </p:nvSpPr>
        <p:spPr>
          <a:xfrm>
            <a:off x="4572000" y="2971800"/>
            <a:ext cx="914400" cy="109728"/>
          </a:xfrm>
          <a:prstGeom prst="rect">
            <a:avLst/>
          </a:prstGeom>
          <a:solidFill>
            <a:srgbClr val="1E2A55"/>
          </a:solidFill>
          <a:ln w="12700">
            <a:solidFill>
              <a:srgbClr val="1E2A55"/>
            </a:solidFill>
            <a:prstDash val="solid"/>
          </a:ln>
        </p:spPr>
      </p:sp>
      <p:sp>
        <p:nvSpPr>
          <p:cNvPr id="11" name="Shape 9"/>
          <p:cNvSpPr/>
          <p:nvPr/>
        </p:nvSpPr>
        <p:spPr>
          <a:xfrm>
            <a:off x="4572000" y="3429000"/>
            <a:ext cx="1188720" cy="109728"/>
          </a:xfrm>
          <a:prstGeom prst="rect">
            <a:avLst/>
          </a:prstGeom>
          <a:solidFill>
            <a:srgbClr val="1E2A55"/>
          </a:solidFill>
          <a:ln w="12700">
            <a:solidFill>
              <a:srgbClr val="1E2A55"/>
            </a:solidFill>
            <a:prstDash val="solid"/>
          </a:ln>
        </p:spPr>
      </p:sp>
      <p:sp>
        <p:nvSpPr>
          <p:cNvPr id="12" name="Shape 10"/>
          <p:cNvSpPr/>
          <p:nvPr/>
        </p:nvSpPr>
        <p:spPr>
          <a:xfrm>
            <a:off x="5760720" y="1371600"/>
            <a:ext cx="4572000" cy="2468880"/>
          </a:xfrm>
          <a:prstGeom prst="rect">
            <a:avLst/>
          </a:prstGeom>
          <a:solidFill>
            <a:srgbClr val="FFF3B0"/>
          </a:solidFill>
          <a:ln w="38100">
            <a:solidFill>
              <a:srgbClr val="D7263D"/>
            </a:solidFill>
            <a:prstDash val="solid"/>
          </a:ln>
          <a:effectLst>
            <a:outerShdw sx="100000" sy="100000" kx="0" ky="0" algn="bl" rotWithShape="0" blurRad="254000" dist="50800" dir="5400000">
              <a:srgbClr val="FFC233">
                <a:alpha val="70000"/>
              </a:srgbClr>
            </a:outerShdw>
          </a:effectLst>
        </p:spPr>
      </p:sp>
      <p:sp>
        <p:nvSpPr>
          <p:cNvPr id="13" name="Shape 11"/>
          <p:cNvSpPr/>
          <p:nvPr/>
        </p:nvSpPr>
        <p:spPr>
          <a:xfrm>
            <a:off x="5760720" y="1371600"/>
            <a:ext cx="4572000" cy="365760"/>
          </a:xfrm>
          <a:prstGeom prst="rect">
            <a:avLst/>
          </a:prstGeom>
          <a:solidFill>
            <a:srgbClr val="D7263D"/>
          </a:solidFill>
          <a:ln w="12700">
            <a:solidFill>
              <a:srgbClr val="D7263D"/>
            </a:solidFill>
            <a:prstDash val="solid"/>
          </a:ln>
        </p:spPr>
      </p:sp>
      <p:sp>
        <p:nvSpPr>
          <p:cNvPr id="14" name="Text 12"/>
          <p:cNvSpPr txBox="1"/>
          <p:nvPr/>
        </p:nvSpPr>
        <p:spPr>
          <a:xfrm>
            <a:off x="5897880" y="1371600"/>
            <a:ext cx="2743200" cy="365760"/>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WINNER!!!</a:t>
            </a:r>
            <a:endParaRPr lang="en-US" sz="1200" dirty="0"/>
          </a:p>
        </p:txBody>
      </p:sp>
      <p:sp>
        <p:nvSpPr>
          <p:cNvPr id="15" name="Text 13"/>
          <p:cNvSpPr txBox="1"/>
          <p:nvPr/>
        </p:nvSpPr>
        <p:spPr>
          <a:xfrm>
            <a:off x="9921240" y="1371600"/>
            <a:ext cx="32004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x</a:t>
            </a:r>
            <a:endParaRPr lang="en-US" sz="1400" dirty="0"/>
          </a:p>
        </p:txBody>
      </p:sp>
      <p:sp>
        <p:nvSpPr>
          <p:cNvPr id="16" name="Text 14"/>
          <p:cNvSpPr txBox="1"/>
          <p:nvPr/>
        </p:nvSpPr>
        <p:spPr>
          <a:xfrm>
            <a:off x="5760720" y="1828800"/>
            <a:ext cx="4572000" cy="457200"/>
          </a:xfrm>
          <a:prstGeom prst="rect">
            <a:avLst/>
          </a:prstGeom>
          <a:noFill/>
          <a:ln/>
        </p:spPr>
        <p:txBody>
          <a:bodyPr wrap="square" lIns="0" tIns="0" rIns="0" bIns="0" rtlCol="0" anchor="t"/>
          <a:lstStyle/>
          <a:p>
            <a:pPr algn="ctr" indent="0" marL="0">
              <a:buNone/>
            </a:pPr>
            <a:r>
              <a:rPr lang="en-US" sz="2000" dirty="0">
                <a:solidFill>
                  <a:srgbClr val="D7263D"/>
                </a:solidFill>
                <a:latin typeface="Arial Black" pitchFamily="34" charset="0"/>
                <a:ea typeface="Arial Black" pitchFamily="34" charset="-122"/>
                <a:cs typeface="Arial Black" pitchFamily="34" charset="-120"/>
              </a:rPr>
              <a:t>CONGRATULATIONS!!!</a:t>
            </a:r>
            <a:endParaRPr lang="en-US" sz="2000" dirty="0"/>
          </a:p>
        </p:txBody>
      </p:sp>
      <p:sp>
        <p:nvSpPr>
          <p:cNvPr id="17" name="Text 15"/>
          <p:cNvSpPr txBox="1"/>
          <p:nvPr/>
        </p:nvSpPr>
        <p:spPr>
          <a:xfrm>
            <a:off x="6035040" y="2286000"/>
            <a:ext cx="4023360" cy="594360"/>
          </a:xfrm>
          <a:prstGeom prst="rect">
            <a:avLst/>
          </a:prstGeom>
          <a:noFill/>
          <a:ln/>
        </p:spPr>
        <p:txBody>
          <a:bodyPr wrap="square" lIns="0" tIns="0" rIns="0" bIns="0" rtlCol="0" anchor="t"/>
          <a:lstStyle/>
          <a:p>
            <a:pPr algn="ctr" indent="0" marL="0">
              <a:buNone/>
            </a:pPr>
            <a:r>
              <a:rPr lang="en-US" sz="1400" b="1" dirty="0">
                <a:solidFill>
                  <a:srgbClr val="2B2B2B"/>
                </a:solidFill>
                <a:latin typeface="Calibri" pitchFamily="34" charset="0"/>
                <a:ea typeface="Calibri" pitchFamily="34" charset="-122"/>
                <a:cs typeface="Calibri" pitchFamily="34" charset="-120"/>
              </a:rPr>
              <a:t>You are our 1,000,000th visitor! You WON a FREE PHONE!</a:t>
            </a:r>
            <a:endParaRPr lang="en-US" sz="1400" dirty="0"/>
          </a:p>
        </p:txBody>
      </p:sp>
      <p:sp>
        <p:nvSpPr>
          <p:cNvPr id="18" name="Text 16"/>
          <p:cNvSpPr txBox="1"/>
          <p:nvPr/>
        </p:nvSpPr>
        <p:spPr>
          <a:xfrm>
            <a:off x="7086600" y="3063240"/>
            <a:ext cx="1920240" cy="475488"/>
          </a:xfrm>
          <a:prstGeom prst="rect">
            <a:avLst/>
          </a:prstGeom>
          <a:solidFill>
            <a:srgbClr val="D7263D"/>
          </a:solidFill>
          <a:ln/>
        </p:spPr>
        <p:txBody>
          <a:bodyPr wrap="square" lIns="0" tIns="0" rIns="0" bIns="0" rtlCol="0" anchor="ctr"/>
          <a:lstStyle/>
          <a:p>
            <a:pPr algn="ctr" indent="0" marL="0">
              <a:buNone/>
            </a:pPr>
            <a:r>
              <a:rPr lang="en-US" sz="1400" dirty="0">
                <a:solidFill>
                  <a:srgbClr val="FFFFFF"/>
                </a:solidFill>
                <a:latin typeface="Arial Black" pitchFamily="34" charset="0"/>
                <a:ea typeface="Arial Black" pitchFamily="34" charset="-122"/>
                <a:cs typeface="Arial Black" pitchFamily="34" charset="-120"/>
              </a:rPr>
              <a:t>CLAIM NOW</a:t>
            </a:r>
            <a:endParaRPr lang="en-US" sz="1400" dirty="0"/>
          </a:p>
        </p:txBody>
      </p:sp>
      <p:pic>
        <p:nvPicPr>
          <p:cNvPr id="19" name="Image 0" descr="/tmp/claude-0/-home-user-ashton212123/6ae88841-e158-5430-ba3a-d930461fce9f/scratchpad/build/assets/icons/FaMousePointer_FFFFFF.png">    </p:cNvPr>
          <p:cNvPicPr>
            <a:picLocks noChangeAspect="1"/>
          </p:cNvPicPr>
          <p:nvPr/>
        </p:nvPicPr>
        <p:blipFill>
          <a:blip r:embed="rId1"/>
          <a:stretch>
            <a:fillRect/>
          </a:stretch>
        </p:blipFill>
        <p:spPr>
          <a:xfrm>
            <a:off x="8641080" y="3291840"/>
            <a:ext cx="457200" cy="457200"/>
          </a:xfrm>
          <a:prstGeom prst="rect">
            <a:avLst/>
          </a:prstGeom>
        </p:spPr>
      </p:pic>
      <p:sp>
        <p:nvSpPr>
          <p:cNvPr id="20" name="Shape 17"/>
          <p:cNvSpPr/>
          <p:nvPr/>
        </p:nvSpPr>
        <p:spPr>
          <a:xfrm>
            <a:off x="7223760" y="4297680"/>
            <a:ext cx="914400" cy="182880"/>
          </a:xfrm>
          <a:prstGeom prst="rect">
            <a:avLst/>
          </a:prstGeom>
          <a:solidFill>
            <a:srgbClr val="3A4370"/>
          </a:solidFill>
          <a:ln w="12700">
            <a:solidFill>
              <a:srgbClr val="3A4370"/>
            </a:solidFill>
            <a:prstDash val="solid"/>
          </a:ln>
        </p:spPr>
      </p:sp>
      <p:sp>
        <p:nvSpPr>
          <p:cNvPr id="21" name="Shape 18"/>
          <p:cNvSpPr/>
          <p:nvPr/>
        </p:nvSpPr>
        <p:spPr>
          <a:xfrm>
            <a:off x="6675120" y="4462272"/>
            <a:ext cx="2011680" cy="91440"/>
          </a:xfrm>
          <a:prstGeom prst="rect">
            <a:avLst/>
          </a:prstGeom>
          <a:solidFill>
            <a:srgbClr val="3A4370"/>
          </a:solidFill>
          <a:ln w="12700">
            <a:solidFill>
              <a:srgbClr val="3A4370"/>
            </a:solidFill>
            <a:prstDash val="solid"/>
          </a:ln>
        </p:spPr>
      </p:sp>
      <p:pic>
        <p:nvPicPr>
          <p:cNvPr id="22" name="Image 1" descr="/tmp/claude-0/-home-user-ashton212123/6ae88841-e158-5430-ba3a-d930461fce9f/scratchpad/build/assets/kai.png">    </p:cNvPr>
          <p:cNvPicPr>
            <a:picLocks noChangeAspect="1"/>
          </p:cNvPicPr>
          <p:nvPr/>
        </p:nvPicPr>
        <p:blipFill>
          <a:blip r:embed="rId2"/>
          <a:stretch>
            <a:fillRect/>
          </a:stretch>
        </p:blipFill>
        <p:spPr>
          <a:xfrm>
            <a:off x="1325880" y="1143000"/>
            <a:ext cx="1920240" cy="2999232"/>
          </a:xfrm>
          <a:prstGeom prst="rect">
            <a:avLst/>
          </a:prstGeom>
        </p:spPr>
      </p:pic>
      <p:sp>
        <p:nvSpPr>
          <p:cNvPr id="23" name="Shape 19"/>
          <p:cNvSpPr/>
          <p:nvPr/>
        </p:nvSpPr>
        <p:spPr>
          <a:xfrm>
            <a:off x="457200" y="4846320"/>
            <a:ext cx="11274552" cy="1536192"/>
          </a:xfrm>
          <a:prstGeom prst="roundRect">
            <a:avLst>
              <a:gd name="adj" fmla="val 7143"/>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4" name="Text 20"/>
          <p:cNvSpPr txBox="1"/>
          <p:nvPr/>
        </p:nvSpPr>
        <p:spPr>
          <a:xfrm>
            <a:off x="731520" y="4645152"/>
            <a:ext cx="1408176"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11:47 PM</a:t>
            </a:r>
            <a:endParaRPr lang="en-US" sz="1300" dirty="0"/>
          </a:p>
        </p:txBody>
      </p:sp>
      <p:sp>
        <p:nvSpPr>
          <p:cNvPr id="25" name="Text 21"/>
          <p:cNvSpPr txBox="1"/>
          <p:nvPr/>
        </p:nvSpPr>
        <p:spPr>
          <a:xfrm>
            <a:off x="777240" y="5193792"/>
            <a:ext cx="8778240" cy="1033272"/>
          </a:xfrm>
          <a:prstGeom prst="rect">
            <a:avLst/>
          </a:prstGeom>
          <a:noFill/>
          <a:ln/>
        </p:spPr>
        <p:txBody>
          <a:bodyPr wrap="square" lIns="0" tIns="0" rIns="0" bIns="0" rtlCol="0" anchor="t"/>
          <a:lstStyle/>
          <a:p>
            <a:pPr indent="0" marL="0">
              <a:spcAft>
                <a:spcPts val="400"/>
              </a:spcAft>
              <a:buNone/>
            </a:pPr>
            <a:r>
              <a:rPr lang="en-US" sz="1700" dirty="0">
                <a:solidFill>
                  <a:srgbClr val="EAF2FF"/>
                </a:solidFill>
                <a:latin typeface="Calibri" pitchFamily="34" charset="0"/>
                <a:ea typeface="Calibri" pitchFamily="34" charset="-122"/>
                <a:cs typeface="Calibri" pitchFamily="34" charset="-120"/>
              </a:rPr>
              <a:t>It's the night before the E-Tech deadline. Kai is finishing the group's game when a flashing pop-up appears. Without thinking twice... Kai clicks CLAIM NOW.</a:t>
            </a:r>
            <a:endParaRPr lang="en-US" sz="1700" dirty="0"/>
          </a:p>
        </p:txBody>
      </p:sp>
      <p:sp>
        <p:nvSpPr>
          <p:cNvPr id="26" name="Link - NEXT">
            <a:hlinkClick r:id="rId6" action="ppaction://hlinksldjump" highlightClick="1"/>
          </p:cNvPr>
          <p:cNvSpPr txBox="1"/>
          <p:nvPr/>
        </p:nvSpPr>
        <p:spPr>
          <a:xfrm>
            <a:off x="9692640" y="5687568"/>
            <a:ext cx="1783080" cy="502920"/>
          </a:xfrm>
          <a:prstGeom prst="roundRect">
            <a:avLst>
              <a:gd name="adj" fmla="val 1818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400" spc="100" kern="0" dirty="0">
                <a:solidFill>
                  <a:srgbClr val="0A0F24"/>
                </a:solidFill>
                <a:latin typeface="Arial Black" pitchFamily="34" charset="0"/>
                <a:ea typeface="Arial Black" pitchFamily="34" charset="-122"/>
                <a:cs typeface="Arial Black" pitchFamily="34" charset="-120"/>
              </a:rPr>
              <a:t>NEXT</a:t>
            </a:r>
            <a:endParaRPr lang="en-US" sz="1400" dirty="0"/>
          </a:p>
        </p:txBody>
      </p:sp>
    </p:spTree>
  </p:cSld>
  <p:clrMapOvr>
    <a:masterClrMapping/>
  </p:clrMapOvr>
  <p:transition spd="med" advClick="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F72585"/>
                </a:solidFill>
                <a:latin typeface="Courier New" pitchFamily="34" charset="0"/>
                <a:ea typeface="Courier New" pitchFamily="34" charset="-122"/>
                <a:cs typeface="Courier New" pitchFamily="34" charset="-120"/>
              </a:rPr>
              <a:t>&gt; STORY 2/3</a:t>
            </a:r>
            <a:endParaRPr lang="en-US" sz="1400" dirty="0"/>
          </a:p>
        </p:txBody>
      </p:sp>
      <p:sp>
        <p:nvSpPr>
          <p:cNvPr id="3" name="Link - SKIP STORY">
            <a:hlinkClick r:id="rId5" action="ppaction://hlinksldjump" highlightClick="1"/>
          </p:cNvPr>
          <p:cNvSpPr txBox="1"/>
          <p:nvPr/>
        </p:nvSpPr>
        <p:spPr>
          <a:xfrm>
            <a:off x="9902952" y="274320"/>
            <a:ext cx="1828800" cy="457200"/>
          </a:xfrm>
          <a:prstGeom prst="roundRect">
            <a:avLst>
              <a:gd name="adj" fmla="val 20000"/>
            </a:avLst>
          </a:prstGeom>
          <a:solidFill>
            <a:srgbClr val="1A2353"/>
          </a:solidFill>
          <a:ln w="25400">
            <a:solidFill>
              <a:srgbClr val="F72585"/>
            </a:solidFill>
          </a:ln>
          <a:effectLst>
            <a:outerShdw sx="100000" sy="100000" kx="0" ky="0" algn="bl" rotWithShape="0" blurRad="177800" dist="50800" dir="5400000">
              <a:srgbClr val="F72585">
                <a:alpha val="35000"/>
              </a:srgbClr>
            </a:outerShdw>
          </a:effectLst>
        </p:spPr>
        <p:txBody>
          <a:bodyPr wrap="square" lIns="0" tIns="0" rIns="0" bIns="0" rtlCol="0" anchor="ctr"/>
          <a:lstStyle/>
          <a:p>
            <a:pPr algn="ctr" indent="0" marL="0">
              <a:buNone/>
            </a:pPr>
            <a:r>
              <a:rPr lang="en-US" sz="1100" spc="100" kern="0" dirty="0">
                <a:solidFill>
                  <a:srgbClr val="EAF2FF"/>
                </a:solidFill>
                <a:latin typeface="Arial Black" pitchFamily="34" charset="0"/>
                <a:ea typeface="Arial Black" pitchFamily="34" charset="-122"/>
                <a:cs typeface="Arial Black" pitchFamily="34" charset="-120"/>
              </a:rPr>
              <a:t>SKIP STORY</a:t>
            </a:r>
            <a:endParaRPr lang="en-US" sz="1100" dirty="0"/>
          </a:p>
        </p:txBody>
      </p:sp>
      <p:sp>
        <p:nvSpPr>
          <p:cNvPr id="4" name="Text 2"/>
          <p:cNvSpPr txBox="1"/>
          <p:nvPr/>
        </p:nvSpPr>
        <p:spPr>
          <a:xfrm rot="-360000">
            <a:off x="640080" y="914400"/>
            <a:ext cx="4206240" cy="1005840"/>
          </a:xfrm>
          <a:prstGeom prst="rect">
            <a:avLst/>
          </a:prstGeom>
          <a:noFill/>
          <a:ln/>
        </p:spPr>
        <p:txBody>
          <a:bodyPr wrap="square" lIns="0" tIns="0" rIns="0" bIns="0" rtlCol="0" anchor="t"/>
          <a:lstStyle/>
          <a:p>
            <a:pPr indent="0" marL="0">
              <a:buNone/>
            </a:pPr>
            <a:r>
              <a:rPr lang="en-US" sz="5800" dirty="0">
                <a:solidFill>
                  <a:srgbClr val="FFC233"/>
                </a:solidFill>
                <a:latin typeface="Arial Black" pitchFamily="34" charset="0"/>
                <a:ea typeface="Arial Black" pitchFamily="34" charset="-122"/>
                <a:cs typeface="Arial Black" pitchFamily="34" charset="-120"/>
              </a:rPr>
              <a:t>ZZZAP!</a:t>
            </a:r>
            <a:endParaRPr lang="en-US" sz="5800" dirty="0"/>
          </a:p>
        </p:txBody>
      </p:sp>
      <p:pic>
        <p:nvPicPr>
          <p:cNvPr id="5" name="Image 0" descr="/tmp/claude-0/-home-user-ashton212123/6ae88841-e158-5430-ba3a-d930461fce9f/scratchpad/build/assets/kai.png">    </p:cNvPr>
          <p:cNvPicPr>
            <a:picLocks noChangeAspect="1"/>
          </p:cNvPicPr>
          <p:nvPr/>
        </p:nvPicPr>
        <p:blipFill>
          <a:blip r:embed="rId1"/>
          <a:stretch>
            <a:fillRect/>
          </a:stretch>
        </p:blipFill>
        <p:spPr>
          <a:xfrm rot="-1440000">
            <a:off x="1828800" y="2011680"/>
            <a:ext cx="1371600" cy="2139696"/>
          </a:xfrm>
          <a:prstGeom prst="rect">
            <a:avLst/>
          </a:prstGeom>
        </p:spPr>
      </p:pic>
      <p:sp>
        <p:nvSpPr>
          <p:cNvPr id="6" name="Shape 3"/>
          <p:cNvSpPr/>
          <p:nvPr/>
        </p:nvSpPr>
        <p:spPr>
          <a:xfrm>
            <a:off x="1280160" y="2286000"/>
            <a:ext cx="146304" cy="146304"/>
          </a:xfrm>
          <a:prstGeom prst="rect">
            <a:avLst/>
          </a:prstGeom>
          <a:solidFill>
            <a:srgbClr val="F72585"/>
          </a:solidFill>
          <a:ln w="12700">
            <a:solidFill>
              <a:srgbClr val="F72585"/>
            </a:solidFill>
            <a:prstDash val="solid"/>
          </a:ln>
        </p:spPr>
      </p:sp>
      <p:sp>
        <p:nvSpPr>
          <p:cNvPr id="7" name="Shape 4"/>
          <p:cNvSpPr/>
          <p:nvPr/>
        </p:nvSpPr>
        <p:spPr>
          <a:xfrm>
            <a:off x="3566160" y="2194560"/>
            <a:ext cx="109728" cy="109728"/>
          </a:xfrm>
          <a:prstGeom prst="rect">
            <a:avLst/>
          </a:prstGeom>
          <a:solidFill>
            <a:srgbClr val="2DE2E6"/>
          </a:solidFill>
          <a:ln w="12700">
            <a:solidFill>
              <a:srgbClr val="2DE2E6"/>
            </a:solidFill>
            <a:prstDash val="solid"/>
          </a:ln>
        </p:spPr>
      </p:sp>
      <p:sp>
        <p:nvSpPr>
          <p:cNvPr id="8" name="Shape 5"/>
          <p:cNvSpPr/>
          <p:nvPr/>
        </p:nvSpPr>
        <p:spPr>
          <a:xfrm>
            <a:off x="1554480" y="3931920"/>
            <a:ext cx="109728" cy="109728"/>
          </a:xfrm>
          <a:prstGeom prst="rect">
            <a:avLst/>
          </a:prstGeom>
          <a:solidFill>
            <a:srgbClr val="F72585"/>
          </a:solidFill>
          <a:ln w="12700">
            <a:solidFill>
              <a:srgbClr val="F72585"/>
            </a:solidFill>
            <a:prstDash val="solid"/>
          </a:ln>
        </p:spPr>
      </p:sp>
      <p:sp>
        <p:nvSpPr>
          <p:cNvPr id="9" name="Shape 6"/>
          <p:cNvSpPr/>
          <p:nvPr/>
        </p:nvSpPr>
        <p:spPr>
          <a:xfrm>
            <a:off x="3291840" y="3749040"/>
            <a:ext cx="164592" cy="164592"/>
          </a:xfrm>
          <a:prstGeom prst="rect">
            <a:avLst/>
          </a:prstGeom>
          <a:solidFill>
            <a:srgbClr val="2DE2E6"/>
          </a:solidFill>
          <a:ln w="12700">
            <a:solidFill>
              <a:srgbClr val="2DE2E6"/>
            </a:solidFill>
            <a:prstDash val="solid"/>
          </a:ln>
        </p:spPr>
      </p:sp>
      <p:sp>
        <p:nvSpPr>
          <p:cNvPr id="10" name="Shape 7"/>
          <p:cNvSpPr/>
          <p:nvPr/>
        </p:nvSpPr>
        <p:spPr>
          <a:xfrm>
            <a:off x="4023360" y="2926080"/>
            <a:ext cx="91440" cy="91440"/>
          </a:xfrm>
          <a:prstGeom prst="rect">
            <a:avLst/>
          </a:prstGeom>
          <a:solidFill>
            <a:srgbClr val="F72585"/>
          </a:solidFill>
          <a:ln w="12700">
            <a:solidFill>
              <a:srgbClr val="F72585"/>
            </a:solidFill>
            <a:prstDash val="solid"/>
          </a:ln>
        </p:spPr>
      </p:sp>
      <p:sp>
        <p:nvSpPr>
          <p:cNvPr id="11" name="Shape 8"/>
          <p:cNvSpPr/>
          <p:nvPr/>
        </p:nvSpPr>
        <p:spPr>
          <a:xfrm>
            <a:off x="1005840" y="3108960"/>
            <a:ext cx="91440" cy="91440"/>
          </a:xfrm>
          <a:prstGeom prst="rect">
            <a:avLst/>
          </a:prstGeom>
          <a:solidFill>
            <a:srgbClr val="2DE2E6"/>
          </a:solidFill>
          <a:ln w="12700">
            <a:solidFill>
              <a:srgbClr val="2DE2E6"/>
            </a:solidFill>
            <a:prstDash val="solid"/>
          </a:ln>
        </p:spPr>
      </p:sp>
      <p:pic>
        <p:nvPicPr>
          <p:cNvPr id="12" name="Image 1" descr="/tmp/claude-0/-home-user-ashton212123/6ae88841-e158-5430-ba3a-d930461fce9f/scratchpad/build/assets/null_glitch.png">    </p:cNvPr>
          <p:cNvPicPr>
            <a:picLocks noChangeAspect="1"/>
          </p:cNvPicPr>
          <p:nvPr/>
        </p:nvPicPr>
        <p:blipFill>
          <a:blip r:embed="rId2"/>
          <a:stretch>
            <a:fillRect/>
          </a:stretch>
        </p:blipFill>
        <p:spPr>
          <a:xfrm>
            <a:off x="5852160" y="685800"/>
            <a:ext cx="4663440" cy="3694176"/>
          </a:xfrm>
          <a:prstGeom prst="rect">
            <a:avLst/>
          </a:prstGeom>
        </p:spPr>
      </p:pic>
      <p:sp>
        <p:nvSpPr>
          <p:cNvPr id="13" name="Shape 9"/>
          <p:cNvSpPr/>
          <p:nvPr/>
        </p:nvSpPr>
        <p:spPr>
          <a:xfrm>
            <a:off x="457200" y="4846320"/>
            <a:ext cx="11274552" cy="1536192"/>
          </a:xfrm>
          <a:prstGeom prst="roundRect">
            <a:avLst>
              <a:gd name="adj" fmla="val 7143"/>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4" name="Text 10"/>
          <p:cNvSpPr txBox="1"/>
          <p:nvPr/>
        </p:nvSpPr>
        <p:spPr>
          <a:xfrm>
            <a:off x="731520" y="4645152"/>
            <a:ext cx="1188720" cy="384048"/>
          </a:xfrm>
          <a:prstGeom prst="roundRect">
            <a:avLst>
              <a:gd name="adj" fmla="val 14286"/>
            </a:avLst>
          </a:prstGeom>
          <a:solidFill>
            <a:srgbClr val="F72585"/>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NULL</a:t>
            </a:r>
            <a:endParaRPr lang="en-US" sz="1300" dirty="0"/>
          </a:p>
        </p:txBody>
      </p:sp>
      <p:sp>
        <p:nvSpPr>
          <p:cNvPr id="15" name="Text 11"/>
          <p:cNvSpPr txBox="1"/>
          <p:nvPr/>
        </p:nvSpPr>
        <p:spPr>
          <a:xfrm>
            <a:off x="777240" y="5193792"/>
            <a:ext cx="8778240" cy="1033272"/>
          </a:xfrm>
          <a:prstGeom prst="rect">
            <a:avLst/>
          </a:prstGeom>
          <a:noFill/>
          <a:ln/>
        </p:spPr>
        <p:txBody>
          <a:bodyPr wrap="square" lIns="0" tIns="0" rIns="0" bIns="0" rtlCol="0" anchor="t"/>
          <a:lstStyle/>
          <a:p>
            <a:pPr indent="0" marL="0">
              <a:spcAft>
                <a:spcPts val="400"/>
              </a:spcAft>
              <a:buNone/>
            </a:pPr>
            <a:r>
              <a:rPr lang="en-US" sz="1700" dirty="0">
                <a:solidFill>
                  <a:srgbClr val="EAF2FF"/>
                </a:solidFill>
                <a:latin typeface="Calibri" pitchFamily="34" charset="0"/>
                <a:ea typeface="Calibri" pitchFamily="34" charset="-122"/>
                <a:cs typeface="Calibri" pitchFamily="34" charset="-120"/>
              </a:rPr>
              <a:t>Hahaha! I am NULL, the virus you just let in! I pulled you INSIDE the computer. Your files, your game, and YOU now belong to me!</a:t>
            </a:r>
            <a:endParaRPr lang="en-US" sz="1700" dirty="0"/>
          </a:p>
        </p:txBody>
      </p:sp>
      <p:sp>
        <p:nvSpPr>
          <p:cNvPr id="16" name="Link - NEXT">
            <a:hlinkClick r:id="rId6" action="ppaction://hlinksldjump" highlightClick="1"/>
          </p:cNvPr>
          <p:cNvSpPr txBox="1"/>
          <p:nvPr/>
        </p:nvSpPr>
        <p:spPr>
          <a:xfrm>
            <a:off x="9692640" y="5687568"/>
            <a:ext cx="1783080" cy="502920"/>
          </a:xfrm>
          <a:prstGeom prst="roundRect">
            <a:avLst>
              <a:gd name="adj" fmla="val 18182"/>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400" spc="100" kern="0" dirty="0">
                <a:solidFill>
                  <a:srgbClr val="0A0F24"/>
                </a:solidFill>
                <a:latin typeface="Arial Black" pitchFamily="34" charset="0"/>
                <a:ea typeface="Arial Black" pitchFamily="34" charset="-122"/>
                <a:cs typeface="Arial Black" pitchFamily="34" charset="-120"/>
              </a:rPr>
              <a:t>NEXT</a:t>
            </a:r>
            <a:endParaRPr lang="en-US" sz="1400" dirty="0"/>
          </a:p>
        </p:txBody>
      </p:sp>
    </p:spTree>
  </p:cSld>
  <p:clrMapOvr>
    <a:masterClrMapping/>
  </p:clrMapOvr>
  <p:transition spd="med" advClick="0">
    <p:fade/>
    <p:sndAc>
      <p:stSnd>
        <p:snd r:embed="rId7" name="snd_wrong.wav"/>
      </p:stSnd>
    </p:sndAc>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STORY 3/3</a:t>
            </a:r>
            <a:endParaRPr lang="en-US" sz="1400" dirty="0"/>
          </a:p>
        </p:txBody>
      </p:sp>
      <p:pic>
        <p:nvPicPr>
          <p:cNvPr id="3" name="Image 0" descr="/tmp/claude-0/-home-user-ashton212123/6ae88841-e158-5430-ba3a-d930461fce9f/scratchpad/build/assets/byte.png">    </p:cNvPr>
          <p:cNvPicPr>
            <a:picLocks noChangeAspect="1"/>
          </p:cNvPicPr>
          <p:nvPr/>
        </p:nvPicPr>
        <p:blipFill>
          <a:blip r:embed="rId1"/>
          <a:stretch>
            <a:fillRect/>
          </a:stretch>
        </p:blipFill>
        <p:spPr>
          <a:xfrm>
            <a:off x="1097280" y="914400"/>
            <a:ext cx="2103120" cy="3282696"/>
          </a:xfrm>
          <a:prstGeom prst="rect">
            <a:avLst/>
          </a:prstGeom>
        </p:spPr>
      </p:pic>
      <p:sp>
        <p:nvSpPr>
          <p:cNvPr id="4" name="Text 1"/>
          <p:cNvSpPr txBox="1"/>
          <p:nvPr/>
        </p:nvSpPr>
        <p:spPr>
          <a:xfrm>
            <a:off x="3931920" y="1051560"/>
            <a:ext cx="54864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MISSION MAP</a:t>
            </a:r>
            <a:endParaRPr lang="en-US" sz="1400" dirty="0"/>
          </a:p>
        </p:txBody>
      </p:sp>
      <p:sp>
        <p:nvSpPr>
          <p:cNvPr id="5" name="Shape 2"/>
          <p:cNvSpPr/>
          <p:nvPr/>
        </p:nvSpPr>
        <p:spPr>
          <a:xfrm>
            <a:off x="4526280" y="2103120"/>
            <a:ext cx="6400800" cy="0"/>
          </a:xfrm>
          <a:prstGeom prst="line">
            <a:avLst/>
          </a:prstGeom>
          <a:noFill/>
          <a:ln w="38100">
            <a:solidFill>
              <a:srgbClr val="3A4370"/>
            </a:solidFill>
            <a:prstDash val="dash"/>
          </a:ln>
        </p:spPr>
      </p:sp>
      <p:sp>
        <p:nvSpPr>
          <p:cNvPr id="6" name="Shape 3"/>
          <p:cNvSpPr/>
          <p:nvPr/>
        </p:nvSpPr>
        <p:spPr>
          <a:xfrm>
            <a:off x="4069080" y="1645920"/>
            <a:ext cx="914400" cy="914400"/>
          </a:xfrm>
          <a:prstGeom prst="ellipse">
            <a:avLst/>
          </a:prstGeom>
          <a:solidFill>
            <a:srgbClr val="1A2353"/>
          </a:solidFill>
          <a:ln w="31750">
            <a:solidFill>
              <a:srgbClr val="2DE2E6"/>
            </a:solidFill>
            <a:prstDash val="solid"/>
          </a:ln>
          <a:effectLst>
            <a:outerShdw sx="100000" sy="100000" kx="0" ky="0" algn="bl" rotWithShape="0" blurRad="152400" dist="50800" dir="5400000">
              <a:srgbClr val="2DE2E6">
                <a:alpha val="45000"/>
              </a:srgbClr>
            </a:outerShdw>
          </a:effectLst>
        </p:spPr>
      </p:sp>
      <p:pic>
        <p:nvPicPr>
          <p:cNvPr id="7" name="Image 1" descr="/tmp/claude-0/-home-user-ashton212123/6ae88841-e158-5430-ba3a-d930461fce9f/scratchpad/build/assets/icons/FaFlask_2DE2E6.png">    </p:cNvPr>
          <p:cNvPicPr>
            <a:picLocks noChangeAspect="1"/>
          </p:cNvPicPr>
          <p:nvPr/>
        </p:nvPicPr>
        <p:blipFill>
          <a:blip r:embed="rId2"/>
          <a:stretch>
            <a:fillRect/>
          </a:stretch>
        </p:blipFill>
        <p:spPr>
          <a:xfrm>
            <a:off x="4251960" y="1828800"/>
            <a:ext cx="548640" cy="548640"/>
          </a:xfrm>
          <a:prstGeom prst="rect">
            <a:avLst/>
          </a:prstGeom>
        </p:spPr>
      </p:pic>
      <p:sp>
        <p:nvSpPr>
          <p:cNvPr id="8" name="Text 4"/>
          <p:cNvSpPr txBox="1"/>
          <p:nvPr/>
        </p:nvSpPr>
        <p:spPr>
          <a:xfrm>
            <a:off x="3794760" y="2615184"/>
            <a:ext cx="1463040" cy="256032"/>
          </a:xfrm>
          <a:prstGeom prst="rect">
            <a:avLst/>
          </a:prstGeom>
          <a:noFill/>
          <a:ln/>
        </p:spPr>
        <p:txBody>
          <a:bodyPr wrap="square" lIns="0" tIns="0" rIns="0" bIns="0" rtlCol="0" anchor="t"/>
          <a:lstStyle/>
          <a:p>
            <a:pPr algn="ctr" indent="0" marL="0">
              <a:buNone/>
            </a:pPr>
            <a:r>
              <a:rPr lang="en-US" sz="900" b="1" dirty="0">
                <a:solidFill>
                  <a:srgbClr val="2DE2E6"/>
                </a:solidFill>
                <a:latin typeface="Courier New" pitchFamily="34" charset="0"/>
                <a:ea typeface="Courier New" pitchFamily="34" charset="-122"/>
                <a:cs typeface="Courier New" pitchFamily="34" charset="-120"/>
              </a:rPr>
              <a:t>SCIENCE</a:t>
            </a:r>
            <a:endParaRPr lang="en-US" sz="900" dirty="0"/>
          </a:p>
        </p:txBody>
      </p:sp>
      <p:sp>
        <p:nvSpPr>
          <p:cNvPr id="9" name="Shape 5"/>
          <p:cNvSpPr/>
          <p:nvPr/>
        </p:nvSpPr>
        <p:spPr>
          <a:xfrm>
            <a:off x="5669280" y="1645920"/>
            <a:ext cx="914400" cy="914400"/>
          </a:xfrm>
          <a:prstGeom prst="ellipse">
            <a:avLst/>
          </a:prstGeom>
          <a:solidFill>
            <a:srgbClr val="1A2353"/>
          </a:solidFill>
          <a:ln w="25400">
            <a:solidFill>
              <a:srgbClr val="3A4370"/>
            </a:solidFill>
            <a:prstDash val="solid"/>
          </a:ln>
        </p:spPr>
      </p:sp>
      <p:pic>
        <p:nvPicPr>
          <p:cNvPr id="10" name="Image 2" descr="/tmp/claude-0/-home-user-ashton212123/6ae88841-e158-5430-ba3a-d930461fce9f/scratchpad/build/assets/icons/FaLock_5A6494.png">    </p:cNvPr>
          <p:cNvPicPr>
            <a:picLocks noChangeAspect="1"/>
          </p:cNvPicPr>
          <p:nvPr/>
        </p:nvPicPr>
        <p:blipFill>
          <a:blip r:embed="rId3"/>
          <a:stretch>
            <a:fillRect/>
          </a:stretch>
        </p:blipFill>
        <p:spPr>
          <a:xfrm>
            <a:off x="5907024" y="1883664"/>
            <a:ext cx="438912" cy="438912"/>
          </a:xfrm>
          <a:prstGeom prst="rect">
            <a:avLst/>
          </a:prstGeom>
        </p:spPr>
      </p:pic>
      <p:sp>
        <p:nvSpPr>
          <p:cNvPr id="11" name="Text 6"/>
          <p:cNvSpPr txBox="1"/>
          <p:nvPr/>
        </p:nvSpPr>
        <p:spPr>
          <a:xfrm>
            <a:off x="53949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HISTORY</a:t>
            </a:r>
            <a:endParaRPr lang="en-US" sz="900" dirty="0"/>
          </a:p>
        </p:txBody>
      </p:sp>
      <p:sp>
        <p:nvSpPr>
          <p:cNvPr id="12" name="Shape 7"/>
          <p:cNvSpPr/>
          <p:nvPr/>
        </p:nvSpPr>
        <p:spPr>
          <a:xfrm>
            <a:off x="7269480" y="1645920"/>
            <a:ext cx="914400" cy="914400"/>
          </a:xfrm>
          <a:prstGeom prst="ellipse">
            <a:avLst/>
          </a:prstGeom>
          <a:solidFill>
            <a:srgbClr val="1A2353"/>
          </a:solidFill>
          <a:ln w="25400">
            <a:solidFill>
              <a:srgbClr val="3A4370"/>
            </a:solidFill>
            <a:prstDash val="solid"/>
          </a:ln>
        </p:spPr>
      </p:sp>
      <p:pic>
        <p:nvPicPr>
          <p:cNvPr id="13" name="Image 3" descr="/tmp/claude-0/-home-user-ashton212123/6ae88841-e158-5430-ba3a-d930461fce9f/scratchpad/build/assets/icons/FaLock_5A6494.png">    </p:cNvPr>
          <p:cNvPicPr>
            <a:picLocks noChangeAspect="1"/>
          </p:cNvPicPr>
          <p:nvPr/>
        </p:nvPicPr>
        <p:blipFill>
          <a:blip r:embed="rId4"/>
          <a:stretch>
            <a:fillRect/>
          </a:stretch>
        </p:blipFill>
        <p:spPr>
          <a:xfrm>
            <a:off x="7507224" y="1883664"/>
            <a:ext cx="438912" cy="438912"/>
          </a:xfrm>
          <a:prstGeom prst="rect">
            <a:avLst/>
          </a:prstGeom>
        </p:spPr>
      </p:pic>
      <p:sp>
        <p:nvSpPr>
          <p:cNvPr id="14" name="Text 8"/>
          <p:cNvSpPr txBox="1"/>
          <p:nvPr/>
        </p:nvSpPr>
        <p:spPr>
          <a:xfrm>
            <a:off x="69951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FUN ZONE</a:t>
            </a:r>
            <a:endParaRPr lang="en-US" sz="900" dirty="0"/>
          </a:p>
        </p:txBody>
      </p:sp>
      <p:sp>
        <p:nvSpPr>
          <p:cNvPr id="15" name="Shape 9"/>
          <p:cNvSpPr/>
          <p:nvPr/>
        </p:nvSpPr>
        <p:spPr>
          <a:xfrm>
            <a:off x="8869680" y="1645920"/>
            <a:ext cx="914400" cy="914400"/>
          </a:xfrm>
          <a:prstGeom prst="ellipse">
            <a:avLst/>
          </a:prstGeom>
          <a:solidFill>
            <a:srgbClr val="1A2353"/>
          </a:solidFill>
          <a:ln w="25400">
            <a:solidFill>
              <a:srgbClr val="3A4370"/>
            </a:solidFill>
            <a:prstDash val="solid"/>
          </a:ln>
        </p:spPr>
      </p:sp>
      <p:pic>
        <p:nvPicPr>
          <p:cNvPr id="16" name="Image 4" descr="/tmp/claude-0/-home-user-ashton212123/6ae88841-e158-5430-ba3a-d930461fce9f/scratchpad/build/assets/icons/FaLock_5A6494.png">    </p:cNvPr>
          <p:cNvPicPr>
            <a:picLocks noChangeAspect="1"/>
          </p:cNvPicPr>
          <p:nvPr/>
        </p:nvPicPr>
        <p:blipFill>
          <a:blip r:embed="rId5"/>
          <a:stretch>
            <a:fillRect/>
          </a:stretch>
        </p:blipFill>
        <p:spPr>
          <a:xfrm>
            <a:off x="9107424" y="1883664"/>
            <a:ext cx="438912" cy="438912"/>
          </a:xfrm>
          <a:prstGeom prst="rect">
            <a:avLst/>
          </a:prstGeom>
        </p:spPr>
      </p:pic>
      <p:sp>
        <p:nvSpPr>
          <p:cNvPr id="17" name="Text 10"/>
          <p:cNvSpPr txBox="1"/>
          <p:nvPr/>
        </p:nvSpPr>
        <p:spPr>
          <a:xfrm>
            <a:off x="85953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18" name="Shape 11"/>
          <p:cNvSpPr/>
          <p:nvPr/>
        </p:nvSpPr>
        <p:spPr>
          <a:xfrm>
            <a:off x="10469880" y="1645920"/>
            <a:ext cx="914400" cy="914400"/>
          </a:xfrm>
          <a:prstGeom prst="ellipse">
            <a:avLst/>
          </a:prstGeom>
          <a:solidFill>
            <a:srgbClr val="1A2353"/>
          </a:solidFill>
          <a:ln w="25400">
            <a:solidFill>
              <a:srgbClr val="3A4370"/>
            </a:solidFill>
            <a:prstDash val="solid"/>
          </a:ln>
        </p:spPr>
      </p:sp>
      <p:pic>
        <p:nvPicPr>
          <p:cNvPr id="19" name="Image 5" descr="/tmp/claude-0/-home-user-ashton212123/6ae88841-e158-5430-ba3a-d930461fce9f/scratchpad/build/assets/icons/FaLock_5A6494.png">    </p:cNvPr>
          <p:cNvPicPr>
            <a:picLocks noChangeAspect="1"/>
          </p:cNvPicPr>
          <p:nvPr/>
        </p:nvPicPr>
        <p:blipFill>
          <a:blip r:embed="rId6"/>
          <a:stretch>
            <a:fillRect/>
          </a:stretch>
        </p:blipFill>
        <p:spPr>
          <a:xfrm>
            <a:off x="10707624" y="1883664"/>
            <a:ext cx="438912" cy="438912"/>
          </a:xfrm>
          <a:prstGeom prst="rect">
            <a:avLst/>
          </a:prstGeom>
        </p:spPr>
      </p:pic>
      <p:sp>
        <p:nvSpPr>
          <p:cNvPr id="20" name="Text 12"/>
          <p:cNvSpPr txBox="1"/>
          <p:nvPr/>
        </p:nvSpPr>
        <p:spPr>
          <a:xfrm>
            <a:off x="101955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21" name="Text 13"/>
          <p:cNvSpPr txBox="1"/>
          <p:nvPr/>
        </p:nvSpPr>
        <p:spPr>
          <a:xfrm>
            <a:off x="3931920" y="3246120"/>
            <a:ext cx="7799832" cy="365760"/>
          </a:xfrm>
          <a:prstGeom prst="rect">
            <a:avLst/>
          </a:prstGeom>
          <a:noFill/>
          <a:ln/>
        </p:spPr>
        <p:txBody>
          <a:bodyPr wrap="square" lIns="0" tIns="0" rIns="0" bIns="0" rtlCol="0" anchor="t"/>
          <a:lstStyle/>
          <a:p>
            <a:pPr indent="0" marL="0">
              <a:buNone/>
            </a:pPr>
            <a:r>
              <a:rPr lang="en-US" sz="1200" b="1" dirty="0">
                <a:solidFill>
                  <a:srgbClr val="FFC233"/>
                </a:solidFill>
                <a:latin typeface="Courier New" pitchFamily="34" charset="0"/>
                <a:ea typeface="Courier New" pitchFamily="34" charset="-122"/>
                <a:cs typeface="Courier New" pitchFamily="34" charset="-120"/>
              </a:rPr>
              <a:t>COLLECT 4 CODE FRAGMENTS  &gt;  UNLOCK THE ESC GATE  &gt;  ESCAPE!</a:t>
            </a:r>
            <a:endParaRPr lang="en-US" sz="1200" dirty="0"/>
          </a:p>
        </p:txBody>
      </p:sp>
      <p:pic>
        <p:nvPicPr>
          <p:cNvPr id="22" name="Image 6" descr="/tmp/claude-0/-home-user-ashton212123/6ae88841-e158-5430-ba3a-d930461fce9f/scratchpad/build/assets/chip.png">    </p:cNvPr>
          <p:cNvPicPr>
            <a:picLocks noChangeAspect="1"/>
          </p:cNvPicPr>
          <p:nvPr/>
        </p:nvPicPr>
        <p:blipFill>
          <a:blip r:embed="rId7"/>
          <a:stretch>
            <a:fillRect/>
          </a:stretch>
        </p:blipFill>
        <p:spPr>
          <a:xfrm>
            <a:off x="3977640" y="3703320"/>
            <a:ext cx="457200" cy="420624"/>
          </a:xfrm>
          <a:prstGeom prst="rect">
            <a:avLst/>
          </a:prstGeom>
        </p:spPr>
      </p:pic>
      <p:pic>
        <p:nvPicPr>
          <p:cNvPr id="23" name="Image 7" descr="/tmp/claude-0/-home-user-ashton212123/6ae88841-e158-5430-ba3a-d930461fce9f/scratchpad/build/assets/chip.png">    </p:cNvPr>
          <p:cNvPicPr>
            <a:picLocks noChangeAspect="1"/>
          </p:cNvPicPr>
          <p:nvPr/>
        </p:nvPicPr>
        <p:blipFill>
          <a:blip r:embed="rId8"/>
          <a:stretch>
            <a:fillRect/>
          </a:stretch>
        </p:blipFill>
        <p:spPr>
          <a:xfrm>
            <a:off x="4526280" y="3703320"/>
            <a:ext cx="457200" cy="420624"/>
          </a:xfrm>
          <a:prstGeom prst="rect">
            <a:avLst/>
          </a:prstGeom>
        </p:spPr>
      </p:pic>
      <p:pic>
        <p:nvPicPr>
          <p:cNvPr id="24" name="Image 8" descr="/tmp/claude-0/-home-user-ashton212123/6ae88841-e158-5430-ba3a-d930461fce9f/scratchpad/build/assets/chip.png">    </p:cNvPr>
          <p:cNvPicPr>
            <a:picLocks noChangeAspect="1"/>
          </p:cNvPicPr>
          <p:nvPr/>
        </p:nvPicPr>
        <p:blipFill>
          <a:blip r:embed="rId9"/>
          <a:stretch>
            <a:fillRect/>
          </a:stretch>
        </p:blipFill>
        <p:spPr>
          <a:xfrm>
            <a:off x="5074920" y="3703320"/>
            <a:ext cx="457200" cy="420624"/>
          </a:xfrm>
          <a:prstGeom prst="rect">
            <a:avLst/>
          </a:prstGeom>
        </p:spPr>
      </p:pic>
      <p:pic>
        <p:nvPicPr>
          <p:cNvPr id="25" name="Image 9" descr="/tmp/claude-0/-home-user-ashton212123/6ae88841-e158-5430-ba3a-d930461fce9f/scratchpad/build/assets/chip.png">    </p:cNvPr>
          <p:cNvPicPr>
            <a:picLocks noChangeAspect="1"/>
          </p:cNvPicPr>
          <p:nvPr/>
        </p:nvPicPr>
        <p:blipFill>
          <a:blip r:embed="rId10"/>
          <a:stretch>
            <a:fillRect/>
          </a:stretch>
        </p:blipFill>
        <p:spPr>
          <a:xfrm>
            <a:off x="5623560" y="3703320"/>
            <a:ext cx="457200" cy="420624"/>
          </a:xfrm>
          <a:prstGeom prst="rect">
            <a:avLst/>
          </a:prstGeom>
        </p:spPr>
      </p:pic>
      <p:sp>
        <p:nvSpPr>
          <p:cNvPr id="26" name="Text 14"/>
          <p:cNvSpPr txBox="1"/>
          <p:nvPr/>
        </p:nvSpPr>
        <p:spPr>
          <a:xfrm>
            <a:off x="3931920" y="4206240"/>
            <a:ext cx="292608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4 CODE FRAGMENTS TO FIND</a:t>
            </a:r>
            <a:endParaRPr lang="en-US" sz="1000" dirty="0"/>
          </a:p>
        </p:txBody>
      </p:sp>
      <p:pic>
        <p:nvPicPr>
          <p:cNvPr id="27" name="Image 10" descr="/tmp/claude-0/-home-user-ashton212123/6ae88841-e158-5430-ba3a-d930461fce9f/scratchpad/build/assets/shield.png">    </p:cNvPr>
          <p:cNvPicPr>
            <a:picLocks noChangeAspect="1"/>
          </p:cNvPicPr>
          <p:nvPr/>
        </p:nvPicPr>
        <p:blipFill>
          <a:blip r:embed="rId11"/>
          <a:stretch>
            <a:fillRect/>
          </a:stretch>
        </p:blipFill>
        <p:spPr>
          <a:xfrm>
            <a:off x="7315200" y="3685032"/>
            <a:ext cx="457200" cy="457200"/>
          </a:xfrm>
          <a:prstGeom prst="rect">
            <a:avLst/>
          </a:prstGeom>
        </p:spPr>
      </p:pic>
      <p:pic>
        <p:nvPicPr>
          <p:cNvPr id="28" name="Image 11" descr="/tmp/claude-0/-home-user-ashton212123/6ae88841-e158-5430-ba3a-d930461fce9f/scratchpad/build/assets/shield.png">    </p:cNvPr>
          <p:cNvPicPr>
            <a:picLocks noChangeAspect="1"/>
          </p:cNvPicPr>
          <p:nvPr/>
        </p:nvPicPr>
        <p:blipFill>
          <a:blip r:embed="rId12"/>
          <a:stretch>
            <a:fillRect/>
          </a:stretch>
        </p:blipFill>
        <p:spPr>
          <a:xfrm>
            <a:off x="7863840" y="3685032"/>
            <a:ext cx="457200" cy="457200"/>
          </a:xfrm>
          <a:prstGeom prst="rect">
            <a:avLst/>
          </a:prstGeom>
        </p:spPr>
      </p:pic>
      <p:pic>
        <p:nvPicPr>
          <p:cNvPr id="29" name="Image 12" descr="/tmp/claude-0/-home-user-ashton212123/6ae88841-e158-5430-ba3a-d930461fce9f/scratchpad/build/assets/shield.png">    </p:cNvPr>
          <p:cNvPicPr>
            <a:picLocks noChangeAspect="1"/>
          </p:cNvPicPr>
          <p:nvPr/>
        </p:nvPicPr>
        <p:blipFill>
          <a:blip r:embed="rId13"/>
          <a:stretch>
            <a:fillRect/>
          </a:stretch>
        </p:blipFill>
        <p:spPr>
          <a:xfrm>
            <a:off x="8412480" y="3685032"/>
            <a:ext cx="457200" cy="457200"/>
          </a:xfrm>
          <a:prstGeom prst="rect">
            <a:avLst/>
          </a:prstGeom>
        </p:spPr>
      </p:pic>
      <p:sp>
        <p:nvSpPr>
          <p:cNvPr id="30" name="Text 15"/>
          <p:cNvSpPr txBox="1"/>
          <p:nvPr/>
        </p:nvSpPr>
        <p:spPr>
          <a:xfrm>
            <a:off x="7269480" y="4206240"/>
            <a:ext cx="292608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3 SHIELDS TO PROTECT</a:t>
            </a:r>
            <a:endParaRPr lang="en-US" sz="1000" dirty="0"/>
          </a:p>
        </p:txBody>
      </p:sp>
      <p:sp>
        <p:nvSpPr>
          <p:cNvPr id="31" name="Shape 16"/>
          <p:cNvSpPr/>
          <p:nvPr/>
        </p:nvSpPr>
        <p:spPr>
          <a:xfrm>
            <a:off x="457200" y="4846320"/>
            <a:ext cx="11274552" cy="1536192"/>
          </a:xfrm>
          <a:prstGeom prst="roundRect">
            <a:avLst>
              <a:gd name="adj" fmla="val 7143"/>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32" name="Text 17"/>
          <p:cNvSpPr txBox="1"/>
          <p:nvPr/>
        </p:nvSpPr>
        <p:spPr>
          <a:xfrm>
            <a:off x="731520" y="46451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33" name="Text 18"/>
          <p:cNvSpPr txBox="1"/>
          <p:nvPr/>
        </p:nvSpPr>
        <p:spPr>
          <a:xfrm>
            <a:off x="777240" y="5193792"/>
            <a:ext cx="8503920" cy="1033272"/>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Don't panic, Kai! I'm BYTE, this computer's last working antivirus. Cross the 4 sectors, collect 4 Code Fragments, and unlock the ESC Gate at NULL's Core. Careful: each wrong answer breaks one of your 3 shields!</a:t>
            </a:r>
            <a:endParaRPr lang="en-US" sz="1600" dirty="0"/>
          </a:p>
        </p:txBody>
      </p:sp>
      <p:sp>
        <p:nvSpPr>
          <p:cNvPr id="34" name="Link - BEGIN MISSION">
            <a:hlinkClick r:id="rId16" action="ppaction://hlinksldjump" highlightClick="1"/>
          </p:cNvPr>
          <p:cNvSpPr txBox="1"/>
          <p:nvPr/>
        </p:nvSpPr>
        <p:spPr>
          <a:xfrm>
            <a:off x="9281160" y="5687568"/>
            <a:ext cx="2194560" cy="502920"/>
          </a:xfrm>
          <a:prstGeom prst="roundRect">
            <a:avLst>
              <a:gd name="adj" fmla="val 1818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300" spc="100" kern="0" dirty="0">
                <a:solidFill>
                  <a:srgbClr val="0A0F24"/>
                </a:solidFill>
                <a:latin typeface="Arial Black" pitchFamily="34" charset="0"/>
                <a:ea typeface="Arial Black" pitchFamily="34" charset="-122"/>
                <a:cs typeface="Arial Black" pitchFamily="34" charset="-120"/>
              </a:rPr>
              <a:t>BEGIN MISSION</a:t>
            </a:r>
            <a:endParaRPr lang="en-US" sz="1300" dirty="0"/>
          </a:p>
        </p:txBody>
      </p:sp>
    </p:spTree>
  </p:cSld>
  <p:clrMapOvr>
    <a:masterClrMapping/>
  </p:clrMapOvr>
  <p:transition spd="med" advClick="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ENTERING SECTOR 01</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2DE2E6"/>
            </a:solidFill>
            <a:prstDash val="solid"/>
          </a:ln>
          <a:effectLst>
            <a:outerShdw sx="100000" sy="100000" kx="0" ky="0" algn="bl" rotWithShape="0" blurRad="152400" dist="50800" dir="5400000">
              <a:srgbClr val="2DE2E6">
                <a:alpha val="45000"/>
              </a:srgbClr>
            </a:outerShdw>
          </a:effectLst>
        </p:spPr>
      </p:sp>
      <p:pic>
        <p:nvPicPr>
          <p:cNvPr id="14" name="Image 7" descr="/tmp/claude-0/-home-user-ashton212123/6ae88841-e158-5430-ba3a-d930461fce9f/scratchpad/build/assets/icons/FaFlask_2DE2E6.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2DE2E6"/>
                </a:solidFill>
                <a:latin typeface="Courier New" pitchFamily="34" charset="0"/>
                <a:ea typeface="Courier New" pitchFamily="34" charset="-122"/>
                <a:cs typeface="Courier New" pitchFamily="34" charset="-120"/>
              </a:rPr>
              <a:t>SECTOR 01</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SCIENCE LAB</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Science and Nature</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scrambled the computer's science files! The Lab only opens for players who know how the world works. Answer 3 questions to earn the first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1A2353"/>
          </a:solidFill>
          <a:ln w="31750">
            <a:solidFill>
              <a:srgbClr val="2DE2E6"/>
            </a:solidFill>
            <a:prstDash val="solid"/>
          </a:ln>
          <a:effectLst>
            <a:outerShdw sx="100000" sy="100000" kx="0" ky="0" algn="bl" rotWithShape="0" blurRad="152400" dist="50800" dir="5400000">
              <a:srgbClr val="2DE2E6">
                <a:alpha val="45000"/>
              </a:srgbClr>
            </a:outerShdw>
          </a:effectLst>
        </p:spPr>
      </p:sp>
      <p:pic>
        <p:nvPicPr>
          <p:cNvPr id="25" name="Image 9" descr="/tmp/claude-0/-home-user-ashton212123/6ae88841-e158-5430-ba3a-d930461fce9f/scratchpad/build/assets/icons/FaFlask_2DE2E6.png">    </p:cNvPr>
          <p:cNvPicPr>
            <a:picLocks noChangeAspect="1"/>
          </p:cNvPicPr>
          <p:nvPr/>
        </p:nvPicPr>
        <p:blipFill>
          <a:blip r:embed="rId10"/>
          <a:stretch>
            <a:fillRect/>
          </a:stretch>
        </p:blipFill>
        <p:spPr>
          <a:xfrm>
            <a:off x="799186" y="5343754"/>
            <a:ext cx="340157" cy="340157"/>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2DE2E6"/>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1A2353"/>
          </a:solidFill>
          <a:ln w="25400">
            <a:solidFill>
              <a:srgbClr val="3A4370"/>
            </a:solidFill>
            <a:prstDash val="solid"/>
          </a:ln>
        </p:spPr>
      </p:sp>
      <p:pic>
        <p:nvPicPr>
          <p:cNvPr id="28" name="Image 10" descr="/tmp/claude-0/-home-user-ashton212123/6ae88841-e158-5430-ba3a-d930461fce9f/scratchpad/build/assets/icons/FaLock_5A6494.png">    </p:cNvPr>
          <p:cNvPicPr>
            <a:picLocks noChangeAspect="1"/>
          </p:cNvPicPr>
          <p:nvPr/>
        </p:nvPicPr>
        <p:blipFill>
          <a:blip r:embed="rId11"/>
          <a:stretch>
            <a:fillRect/>
          </a:stretch>
        </p:blipFill>
        <p:spPr>
          <a:xfrm>
            <a:off x="2433401" y="5377769"/>
            <a:ext cx="272125" cy="272125"/>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planet is known as the 'Red Planet'?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Venus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Mars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Jupiter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Saturn</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planet is known as the 'Red Planet'?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Venus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Mars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Jupiter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Saturn</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planet is known as the 'Red Planet'?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Venus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Mars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Jupiter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Saturn</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Mars</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Mars looks red because its soil is full of iron oxide, the same stuff that makes rust. Venus is the hottest planet, while Jupiter and Saturn are giant gas planets.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Mars</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Mars looks red because its soil is full of iron oxide, the same stuff that makes rust. Venus is the hottest planet, while Jupiter and Saturn are giant gas planets.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Mars</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Mars looks red because its soil is full of iron oxide, the same stuff that makes rust. Venus is the hottest planet, while Jupiter and Saturn are giant gas planets.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fourth planet from the Sun, and robot rovers drive around on it.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fourth planet from the Sun, and robot rovers drive around on it.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found this claim in a corrupted science file. Is it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"Lightning never strikes the same place twice."</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science_facts.txt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found this claim in a corrupted science file. Is it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"Lightning never strikes the same place twice."</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science_facts.txt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found this claim in a corrupted science file. Is it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"Lightning never strikes the same place twice."</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science_facts.txt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2DE2E6"/>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MYTH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myth! Lightning can strike the same place again and again, especially tall buildings, towers, and trees. Some skyscrapers are hit by lightning many times every year.</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MYTH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myth! Lightning can strike the same place again and again, especially tall buildings, towers, and trees. Some skyscrapers are hit by lightning many times every year.</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MYTH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myth! Lightning can strike the same place again and again, especially tall buildings, towers, and trees. Some skyscrapers are hit by lightning many times every year.</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Think about what happens to very tall buildings during big thunderstorms.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Think about what happens to very tall buildings during big thunderstorms.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Plants make their own food using sunlight. Which gas do they take in from the air to do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Oxygen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Nitrogen</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Carbon dioxide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Helium</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Plants make their own food using sunlight. Which gas do they take in from the air to do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Oxygen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Nitrogen</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Carbon dioxide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Helium</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Plants make their own food using sunlight. Which gas do they take in from the air to do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Oxygen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Nitrogen</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Carbon dioxide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Helium</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Carbon dioxide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In photosynthesis, plants use sunlight, water, and carbon dioxide to make sugar for food. They release oxygen, the gas we need to breathe.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Carbon dioxide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In photosynthesis, plants use sunlight, water, and carbon dioxide to make sugar for food. They release oxygen, the gas we need to breathe.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Carbon dioxide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In photosynthesis, plants use sunlight, water, and carbon dioxide to make sugar for food. They release oxygen, the gas we need to breathe.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same gas that we breathe OUT.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SCIENCE LAB</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same gas that we breathe OUT.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HourglassHalf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TIME VAULT</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Philippine History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is erasing the computer's history files! The Time Vault only opens for players who remember the past. Answer 3 questions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HourglassHalf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HourglassHalf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TIME VAULT</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Philippine History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is erasing the computer's history files! The Time Vault only opens for players who remember the past. Answer 3 questions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HourglassHalf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HourglassHalf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TIME VAULT</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Philippine History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is erasing the computer's history files! The Time Vault only opens for players who remember the past. Answer 3 questions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HourglassHalf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Filipino hero wrote the famous novels Noli Me Tangere and El Filibusterismo?</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Andres Bonifacio</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Emilio Aguinaldo</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Apolinario Mabini</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Jose Rizal</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Filipino hero wrote the famous novels Noli Me Tangere and El Filibusterismo?</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Andres Bonifacio</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Emilio Aguinaldo</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Apolinario Mabini</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Jose Rizal</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Filipino hero wrote the famous novels Noli Me Tangere and El Filibusterismo?</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Andres Bonifacio</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Emilio Aguinaldo</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Apolinario Mabini</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Jose Rizal</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Jose Rizal</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Dr. Jose Rizal wrote Noli Me Tangere (1887) and El Filibusterismo (1891). His novels showed the abuses of Spanish rule and inspired Filipinos to fight for change.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Jose Rizal</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Dr. Jose Rizal wrote Noli Me Tangere (1887) and El Filibusterismo (1891). His novels showed the abuses of Spanish rule and inspired Filipinos to fight for change.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Jose Rizal</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Dr. Jose Rizal wrote Noli Me Tangere (1887) and El Filibusterismo (1891). His novels showed the abuses of Spanish rule and inspired Filipinos to fight for change.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His monument stands in Rizal Park (Luneta) in Manila.</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His monument stands in Rizal Park (Luneta) in Manila.</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history file might be corrupted. Is the statement below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"Ferdinand Magellan was killed in the Battle of Mactan in 1521."</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history_notes.txt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history file might be corrupted. Is the statement below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"Ferdinand Magellan was killed in the Battle of Mactan in 1521."</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history_notes.txt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history file might be corrupted. Is the statement below a FACT or a MYTH?</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Lightbulb_FFC233.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300" b="1" dirty="0">
                <a:solidFill>
                  <a:srgbClr val="FFC233"/>
                </a:solidFill>
                <a:latin typeface="Courier New" pitchFamily="34" charset="0"/>
                <a:ea typeface="Courier New" pitchFamily="34" charset="-122"/>
                <a:cs typeface="Courier New" pitchFamily="34" charset="-120"/>
              </a:rPr>
              <a:t>FACT OR MYTH?</a:t>
            </a:r>
            <a:endParaRPr lang="en-US" sz="13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731520" y="4206240"/>
            <a:ext cx="6537960" cy="1508760"/>
          </a:xfrm>
          <a:prstGeom prst="rect">
            <a:avLst/>
          </a:prstGeom>
          <a:noFill/>
          <a:ln/>
        </p:spPr>
        <p:txBody>
          <a:bodyPr wrap="square" lIns="0" tIns="0" rIns="0" bIns="0" rtlCol="0" anchor="ctr"/>
          <a:lstStyle/>
          <a:p>
            <a:pPr indent="0" marL="0">
              <a:buNone/>
            </a:pPr>
            <a:r>
              <a:rPr lang="en-US" sz="2600" b="1" dirty="0">
                <a:solidFill>
                  <a:srgbClr val="EAF2FF"/>
                </a:solidFill>
                <a:latin typeface="Calibri" pitchFamily="34" charset="0"/>
                <a:ea typeface="Calibri" pitchFamily="34" charset="-122"/>
                <a:cs typeface="Calibri" pitchFamily="34" charset="-120"/>
              </a:rPr>
              <a:t>"Ferdinand Magellan was killed in the Battle of Mactan in 1521."</a:t>
            </a:r>
            <a:endParaRPr lang="en-US" sz="2600" dirty="0"/>
          </a:p>
        </p:txBody>
      </p:sp>
      <p:sp>
        <p:nvSpPr>
          <p:cNvPr id="22" name="Text 11"/>
          <p:cNvSpPr txBox="1"/>
          <p:nvPr/>
        </p:nvSpPr>
        <p:spPr>
          <a:xfrm>
            <a:off x="731520" y="5760720"/>
            <a:ext cx="6537960" cy="320040"/>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FILE: history_notes.txt  //  STATUS: UNVERIFIED</a:t>
            </a:r>
            <a:endParaRPr lang="en-US" sz="1100" dirty="0"/>
          </a:p>
        </p:txBody>
      </p:sp>
      <p:sp>
        <p:nvSpPr>
          <p:cNvPr id="23"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FACT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true!</a:t>
            </a:r>
            <a:endParaRPr lang="en-US" sz="1800" dirty="0"/>
          </a:p>
        </p:txBody>
      </p:sp>
      <p:sp>
        <p:nvSpPr>
          <p:cNvPr id="24"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5"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MYTH</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Not true!</a:t>
            </a:r>
            <a:endParaRPr lang="en-US" sz="1800" dirty="0"/>
          </a:p>
        </p:txBody>
      </p:sp>
      <p:sp>
        <p:nvSpPr>
          <p:cNvPr id="26"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FACT</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fact! On April 27, 1521, Magellan was killed in the Battle of Mactan by the warriors of Lapulapu, who is honored as one of the first Filipinos to resist foreign rule.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FACT</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fact! On April 27, 1521, Magellan was killed in the Battle of Mactan by the warriors of Lapulapu, who is honored as one of the first Filipinos to resist foreign rule.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FACT</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a fact! On April 27, 1521, Magellan was killed in the Battle of Mactan by the warriors of Lapulapu, who is honored as one of the first Filipinos to resist foreign rule.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Remember Lapulapu, the brave chieftain of Mactan.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Remember Lapulapu, the brave chieftain of Mactan.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On what date does the Philippines celebrate its Independence Day?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December 30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June 12</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August 21</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November 30</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On what date does the Philippines celebrate its Independence Day?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December 30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June 12</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August 21</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November 30</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On what date does the Philippines celebrate its Independence Day?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December 30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June 12</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August 21</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November 30</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June 12</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On June 12, 1898, Emilio Aguinaldo declared the independence of the Philippines from Spain in Kawit, Cavite. December 30 is Rizal Day and November 30 is Bonifacio Day.</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June 12</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On June 12, 1898, Emilio Aguinaldo declared the independence of the Philippines from Spain in Kawit, Cavite. December 30 is Rizal Day and November 30 is Bonifacio Day.</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June 12</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On June 12, 1898, Emilio Aguinaldo declared the independence of the Philippines from Spain in Kawit, Cavite. December 30 is Rizal Day and November 30 is Bonifacio Day.</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in the month when the rainy season usually begins.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TIME VAULT</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in the month when the rainy season usually begins.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Gamepad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FUN ZONE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Everyday Life: Food, Sports, and Money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hijacked the Fun Zone, where the computer keeps its games, food photos, and sports clips! Prove you know everyday life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Gamepad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Gamepad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FUN ZONE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Everyday Life: Food, Sports, and Money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hijacked the Fun Zone, where the computer keeps its games, food photos, and sports clips! Prove you know everyday life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Gamepad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Gamepad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FUN ZONE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Everyday Life: Food, Sports, and Money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hijacked the Fun Zone, where the computer keeps its games, food photos, and sports clips! Prove you know everyday life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Gamepad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In basketball, how many players from ONE team are on the court at the same time?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5</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6</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7</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11</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In basketball, how many players from ONE team are on the court at the same time?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5</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6</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7</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11</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In basketball, how many players from ONE team are on the court at the same time?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5</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6</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7</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11</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Each basketball team has 5 players on the court: usually 2 guards, 2 forwards, and a center. Volleyball has 6 players per team, and football (soccer) has 11.</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Each basketball team has 5 players on the court: usually 2 guards, 2 forwards, and a center. Volleyball has 6 players per team, and football (soccer) has 11.</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Each basketball team has 5 players on the court: usually 2 guards, 2 forwards, and a center. Volleyball has 6 players per team, and football (soccer) has 11.</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Count the fingers on one hand.</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Count the fingers on one hand.</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buys merienda at the sari-sari store. The vault opens with the TOTAL. How much is it?</a:t>
            </a:r>
            <a:endParaRPr lang="en-US" sz="2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PRICE (PHP)</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Pandesal (10 pcs)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Banana cue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Softdrink</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Chips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Candy</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105</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2"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120</a:t>
            </a:r>
            <a:endParaRPr lang="en-US" sz="2000" dirty="0"/>
          </a:p>
        </p:txBody>
      </p:sp>
      <p:sp>
        <p:nvSpPr>
          <p:cNvPr id="21" name="Link - Answer B badge">
            <a:hlinkClick r:id="rId12"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115</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2"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125</a:t>
            </a:r>
            <a:endParaRPr lang="en-US" sz="2000" dirty="0"/>
          </a:p>
        </p:txBody>
      </p:sp>
      <p:sp>
        <p:nvSpPr>
          <p:cNvPr id="25" name="Link - Answer D badge">
            <a:hlinkClick r:id="rId12"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buys merienda at the sari-sari store. The vault opens with the TOTAL. How much is it?</a:t>
            </a:r>
            <a:endParaRPr lang="en-US" sz="2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PRICE (PHP)</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Pandesal (10 pcs)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Banana cue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Softdrink</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Chips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Candy</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105</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2"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120</a:t>
            </a:r>
            <a:endParaRPr lang="en-US" sz="2000" dirty="0"/>
          </a:p>
        </p:txBody>
      </p:sp>
      <p:sp>
        <p:nvSpPr>
          <p:cNvPr id="21" name="Link - Answer B badge">
            <a:hlinkClick r:id="rId12"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115</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2"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125</a:t>
            </a:r>
            <a:endParaRPr lang="en-US" sz="2000" dirty="0"/>
          </a:p>
        </p:txBody>
      </p:sp>
      <p:sp>
        <p:nvSpPr>
          <p:cNvPr id="25" name="Link - Answer D badge">
            <a:hlinkClick r:id="rId12"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buys merienda at the sari-sari store. The vault opens with the TOTAL. How much is it?</a:t>
            </a:r>
            <a:endParaRPr lang="en-US" sz="22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PRICE (PHP)</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Pandesal (10 pcs)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Banana cue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Softdrink</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Chips</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Candy</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105</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2"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120</a:t>
            </a:r>
            <a:endParaRPr lang="en-US" sz="2000" dirty="0"/>
          </a:p>
        </p:txBody>
      </p:sp>
      <p:sp>
        <p:nvSpPr>
          <p:cNvPr id="21" name="Link - Answer B badge">
            <a:hlinkClick r:id="rId12"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115</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2"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PHP 125</a:t>
            </a:r>
            <a:endParaRPr lang="en-US" sz="2000" dirty="0"/>
          </a:p>
        </p:txBody>
      </p:sp>
      <p:sp>
        <p:nvSpPr>
          <p:cNvPr id="25" name="Link - Answer D badge">
            <a:hlinkClick r:id="rId12"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PHP 115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50 + 25 + 20 + 15 + 5 = 115, so the total is PHP 115. Tip: add the big numbers first (50 + 25 = 75), then add the rest (75 + 20 + 15 + 5 = 115).</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PHP 115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50 + 25 + 20 + 15 + 5 = 115, so the total is PHP 115. Tip: add the big numbers first (50 + 25 = 75), then add the rest (75 + 20 + 15 + 5 = 115).</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PHP 115</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50 + 25 + 20 + 15 + 5 = 115, so the total is PHP 115. Tip: add the big numbers first (50 + 25 = 75), then add the rest (75 + 20 + 15 + 5 = 115).</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Add the prices two at a time, then double-check your answer.</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Add the prices two at a time, then double-check your answer.</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ingredient is most commonly used to give the Filipino dish sinigang its sour taste?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Coconut milk</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Soy sauce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Sugar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Tamarind (sampalok)</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ingredient is most commonly used to give the Filipino dish sinigang its sour taste?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Coconut milk</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Soy sauce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Sugar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Tamarind (sampalok)</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ingredient is most commonly used to give the Filipino dish sinigang its sour taste?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Coconut milk</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Soy sauce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Sugar</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Tamarind (sampalok)</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Tamarind (sampalok)</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Sinigang gets its famous sour taste from tamarind (sampalok). Some versions use guava, kamias, or green mango instead. Coconut milk is used in dishes like ginataan.</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Tamarind (sampalok)</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Sinigang gets its famous sour taste from tamarind (sampalok). Some versions use guava, kamias, or green mango instead. Coconut milk is used in dishes like ginataan.</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D. Tamarind (sampalok)</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Sinigang gets its famous sour taste from tamarind (sampalok). Some versions use guava, kamias, or green mango instead. Coconut milk is used in dishes like ginataan.</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 grows in brown, curved pods, and kids love it as candy too!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FUN ZONE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 grows in brown, curved pods, and kids love it as candy too!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GlobeAsia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WORLD MAP</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Geography of the Philippines and the World</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tore the computer's world map into pieces! Only a true explorer can find the way. Choose your doors wisely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GlobeAsia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GlobeAsia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WORLD MAP</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Geography of the Philippines and the World</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tore the computer's world map into pieces! Only a true explorer can find the way. Choose your doors wisely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GlobeAsia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GlobeAsia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WORLD MAP</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Geography of the Philippines and the World</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NULL tore the computer's world map into pieces! Only a true explorer can find the way. Choose your doors wisely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GlobeAsia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must travel to the capital city of Japan. Which door leads there?</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Kyoto</a:t>
            </a:r>
            <a:endParaRPr lang="en-US" sz="20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Tokyo</a:t>
            </a:r>
            <a:endParaRPr lang="en-US" sz="20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6"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Osaka</a:t>
            </a:r>
            <a:endParaRPr lang="en-US" sz="2000" dirty="0"/>
          </a:p>
        </p:txBody>
      </p:sp>
      <p:sp>
        <p:nvSpPr>
          <p:cNvPr id="24" name="Link - Answer C badge">
            <a:hlinkClick r:id="rId16"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6"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6"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Seoul</a:t>
            </a:r>
            <a:endParaRPr lang="en-US" sz="2000" dirty="0"/>
          </a:p>
        </p:txBody>
      </p:sp>
      <p:sp>
        <p:nvSpPr>
          <p:cNvPr id="27" name="Link - Answer D badge">
            <a:hlinkClick r:id="rId16"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6"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must travel to the capital city of Japan. Which door leads there?</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Kyoto</a:t>
            </a:r>
            <a:endParaRPr lang="en-US" sz="20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Tokyo</a:t>
            </a:r>
            <a:endParaRPr lang="en-US" sz="20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6"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Osaka</a:t>
            </a:r>
            <a:endParaRPr lang="en-US" sz="2000" dirty="0"/>
          </a:p>
        </p:txBody>
      </p:sp>
      <p:sp>
        <p:nvSpPr>
          <p:cNvPr id="24" name="Link - Answer C badge">
            <a:hlinkClick r:id="rId16"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6"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6"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Seoul</a:t>
            </a:r>
            <a:endParaRPr lang="en-US" sz="2000" dirty="0"/>
          </a:p>
        </p:txBody>
      </p:sp>
      <p:sp>
        <p:nvSpPr>
          <p:cNvPr id="27" name="Link - Answer D badge">
            <a:hlinkClick r:id="rId16"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6"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must travel to the capital city of Japan. Which door leads there?</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Kyoto</a:t>
            </a:r>
            <a:endParaRPr lang="en-US" sz="20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Tokyo</a:t>
            </a:r>
            <a:endParaRPr lang="en-US" sz="20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6"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Osaka</a:t>
            </a:r>
            <a:endParaRPr lang="en-US" sz="2000" dirty="0"/>
          </a:p>
        </p:txBody>
      </p:sp>
      <p:sp>
        <p:nvSpPr>
          <p:cNvPr id="24" name="Link - Answer C badge">
            <a:hlinkClick r:id="rId16"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6"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6"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2000" b="1" dirty="0">
                <a:solidFill>
                  <a:srgbClr val="EAF2FF"/>
                </a:solidFill>
                <a:latin typeface="Courier New" pitchFamily="34" charset="0"/>
                <a:ea typeface="Courier New" pitchFamily="34" charset="-122"/>
                <a:cs typeface="Courier New" pitchFamily="34" charset="-120"/>
              </a:rPr>
              <a:t>Seoul</a:t>
            </a:r>
            <a:endParaRPr lang="en-US" sz="2000" dirty="0"/>
          </a:p>
        </p:txBody>
      </p:sp>
      <p:sp>
        <p:nvSpPr>
          <p:cNvPr id="27" name="Link - Answer D badge">
            <a:hlinkClick r:id="rId16"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6"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Tokyo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Tokyo is the capital of Japan and one of the biggest cities in the world. Kyoto is Japan's old capital, Osaka is another big Japanese city, and Seoul is the capital of South Korea.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Tokyo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Tokyo is the capital of Japan and one of the biggest cities in the world. Kyoto is Japan's old capital, Osaka is another big Japanese city, and Seoul is the capital of South Korea.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Tokyo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Tokyo is the capital of Japan and one of the biggest cities in the world. Kyoto is Japan's old capital, Osaka is another big Japanese city, and Seoul is the capital of South Korea.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This city hosted the 2020 Summer Olympics.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This city hosted the 2020 Summer Olympics.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is the largest ocean on Earth?</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Pacific Ocean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Atlantic Ocean</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Indian Ocean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Arctic Ocean</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is the largest ocean on Earth?</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Pacific Ocean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Atlantic Ocean</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Indian Ocean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Arctic Ocean</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What is the largest ocean on Earth?</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Pacific Ocean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Atlantic Ocean</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Indian Ocean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Arctic Ocean</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Pacific Ocean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Pacific Ocean is the largest and deepest ocean, covering about one-third of Earth's surface. The Philippines sits on its western side.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Pacific Ocean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Pacific Ocean is the largest and deepest ocean, covering about one-third of Earth's surface. The Philippines sits on its western side.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Pacific Ocean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Pacific Ocean is the largest and deepest ocean, covering about one-third of Earth's surface. The Philippines sits on its western side.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ocean right next to the Philippines.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ocean right next to the Philippines.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is the highest mountain in the Philippines?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Mayon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Pulag</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Apo</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Pinatubo</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is the highest mountain in the Philippines?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Mayon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Pulag</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Apo</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Pinatubo</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is the highest mountain in the Philippines?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Mayon</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Pulag</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Apo</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Mount Pinatubo</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Mount Apo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Mount Apo in Mindanao is the highest peak in the Philippines, at about 2,950 meters above sea level. Mount Pulag is the highest in Luzon, and Mayon is famous for its perfect cone shape.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Mount Apo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Mount Apo in Mindanao is the highest peak in the Philippines, at about 2,950 meters above sea level. Mount Pulag is the highest in Luzon, and Mayon is famous for its perfect cone shape.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Mount Apo</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Mount Apo in Mindanao is the highest peak in the Philippines, at about 2,950 meters above sea level. Mount Pulag is the highest in Luzon, and Mayon is famous for its perfect cone shape.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on the island of Mindanao, near Davao City.</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WORLD MAP</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on the island of Mindanao, near Davao City.</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SCIENCE</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HISTORY</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FUN ZONE</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WORLD</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What would BYTE, the antivirus, tell you to do?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What would BYTE, the antivirus, tell you to do?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FFC233.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FFC233.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CYBER GUARDIAN</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A flawless escape. NULL never stood a chance!</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3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FFC233.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3A4370.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GLITCH BUSTER</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A strong escape with only one broken shield!</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2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3A4370.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3A4370.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LUCKY ESCAPER</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You made it out... with just one shield left!</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1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Write your fragments from Sector 1 to Sector 4, then read them from right to left.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Write your fragments from Sector 1 to Sector 4, then read them from right to left.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48640" y="548640"/>
            <a:ext cx="5486400" cy="365760"/>
          </a:xfrm>
          <a:prstGeom prst="rect">
            <a:avLst/>
          </a:prstGeom>
          <a:noFill/>
          <a:ln/>
        </p:spPr>
        <p:txBody>
          <a:bodyPr wrap="square" lIns="0" tIns="0" rIns="0" bIns="0" rtlCol="0" anchor="t"/>
          <a:lstStyle/>
          <a:p>
            <a:pPr indent="0" marL="0">
              <a:buNone/>
            </a:pPr>
            <a:r>
              <a:rPr lang="en-US" sz="1400" b="1" dirty="0">
                <a:solidFill>
                  <a:srgbClr val="F72585"/>
                </a:solidFill>
                <a:latin typeface="Courier New" pitchFamily="34" charset="0"/>
                <a:ea typeface="Courier New" pitchFamily="34" charset="-122"/>
                <a:cs typeface="Courier New" pitchFamily="34" charset="-120"/>
              </a:rPr>
              <a:t>&gt; FATAL ERROR 0x000NULL</a:t>
            </a:r>
            <a:endParaRPr lang="en-US" sz="1400" dirty="0"/>
          </a:p>
        </p:txBody>
      </p:sp>
      <p:sp>
        <p:nvSpPr>
          <p:cNvPr id="3" name="Text 1"/>
          <p:cNvSpPr txBox="1"/>
          <p:nvPr/>
        </p:nvSpPr>
        <p:spPr>
          <a:xfrm>
            <a:off x="548640" y="1005840"/>
            <a:ext cx="6583680" cy="1005840"/>
          </a:xfrm>
          <a:prstGeom prst="rect">
            <a:avLst/>
          </a:prstGeom>
          <a:noFill/>
          <a:ln/>
        </p:spPr>
        <p:txBody>
          <a:bodyPr wrap="square" lIns="0" tIns="0" rIns="0" bIns="0" rtlCol="0" anchor="t"/>
          <a:lstStyle/>
          <a:p>
            <a:pPr indent="0" marL="0">
              <a:buNone/>
            </a:pPr>
            <a:r>
              <a:rPr lang="en-US" sz="5000" dirty="0">
                <a:solidFill>
                  <a:srgbClr val="F72585"/>
                </a:solidFill>
                <a:latin typeface="Arial Black" pitchFamily="34" charset="0"/>
                <a:ea typeface="Arial Black" pitchFamily="34" charset="-122"/>
                <a:cs typeface="Arial Black" pitchFamily="34" charset="-120"/>
              </a:rPr>
              <a:t>SYSTEM CRASH</a:t>
            </a:r>
            <a:endParaRPr lang="en-US" sz="5000" dirty="0"/>
          </a:p>
        </p:txBody>
      </p:sp>
      <p:sp>
        <p:nvSpPr>
          <p:cNvPr id="4" name="Text 2"/>
          <p:cNvSpPr txBox="1"/>
          <p:nvPr/>
        </p:nvSpPr>
        <p:spPr>
          <a:xfrm>
            <a:off x="548640" y="2194560"/>
            <a:ext cx="6035040" cy="1188720"/>
          </a:xfrm>
          <a:prstGeom prst="rect">
            <a:avLst/>
          </a:prstGeom>
          <a:noFill/>
          <a:ln/>
        </p:spPr>
        <p:txBody>
          <a:bodyPr wrap="square" lIns="0" tIns="0" rIns="0" bIns="0" rtlCol="0" anchor="t"/>
          <a:lstStyle/>
          <a:p>
            <a:pPr indent="0" marL="0">
              <a:buNone/>
            </a:pPr>
            <a:r>
              <a:rPr lang="en-US" sz="1900" dirty="0">
                <a:solidFill>
                  <a:srgbClr val="EAF2FF"/>
                </a:solidFill>
                <a:latin typeface="Calibri" pitchFamily="34" charset="0"/>
                <a:ea typeface="Calibri" pitchFamily="34" charset="-122"/>
                <a:cs typeface="Calibri" pitchFamily="34" charset="-120"/>
              </a:rPr>
              <a:t>All 3 shields are broken. NULL has taken over the computer... but every player deserves a second chance. Reboot and try again!</a:t>
            </a:r>
            <a:endParaRPr lang="en-US" sz="1900" dirty="0"/>
          </a:p>
        </p:txBody>
      </p:sp>
      <p:pic>
        <p:nvPicPr>
          <p:cNvPr id="5" name="Image 0" descr="/tmp/claude-0/-home-user-ashton212123/6ae88841-e158-5430-ba3a-d930461fce9f/scratchpad/build/assets/shield_empty.png">    </p:cNvPr>
          <p:cNvPicPr>
            <a:picLocks noChangeAspect="1"/>
          </p:cNvPicPr>
          <p:nvPr/>
        </p:nvPicPr>
        <p:blipFill>
          <a:blip r:embed="rId1"/>
          <a:stretch>
            <a:fillRect/>
          </a:stretch>
        </p:blipFill>
        <p:spPr>
          <a:xfrm>
            <a:off x="548640" y="3611880"/>
            <a:ext cx="548640" cy="548640"/>
          </a:xfrm>
          <a:prstGeom prst="rect">
            <a:avLst/>
          </a:prstGeom>
        </p:spPr>
      </p:pic>
      <p:pic>
        <p:nvPicPr>
          <p:cNvPr id="6" name="Image 1" descr="/tmp/claude-0/-home-user-ashton212123/6ae88841-e158-5430-ba3a-d930461fce9f/scratchpad/build/assets/shield_empty.png">    </p:cNvPr>
          <p:cNvPicPr>
            <a:picLocks noChangeAspect="1"/>
          </p:cNvPicPr>
          <p:nvPr/>
        </p:nvPicPr>
        <p:blipFill>
          <a:blip r:embed="rId2"/>
          <a:stretch>
            <a:fillRect/>
          </a:stretch>
        </p:blipFill>
        <p:spPr>
          <a:xfrm>
            <a:off x="1234440" y="3611880"/>
            <a:ext cx="548640" cy="548640"/>
          </a:xfrm>
          <a:prstGeom prst="rect">
            <a:avLst/>
          </a:prstGeom>
        </p:spPr>
      </p:pic>
      <p:pic>
        <p:nvPicPr>
          <p:cNvPr id="7" name="Image 2" descr="/tmp/claude-0/-home-user-ashton212123/6ae88841-e158-5430-ba3a-d930461fce9f/scratchpad/build/assets/shield_empty.png">    </p:cNvPr>
          <p:cNvPicPr>
            <a:picLocks noChangeAspect="1"/>
          </p:cNvPicPr>
          <p:nvPr/>
        </p:nvPicPr>
        <p:blipFill>
          <a:blip r:embed="rId3"/>
          <a:stretch>
            <a:fillRect/>
          </a:stretch>
        </p:blipFill>
        <p:spPr>
          <a:xfrm>
            <a:off x="1920240" y="3611880"/>
            <a:ext cx="548640" cy="548640"/>
          </a:xfrm>
          <a:prstGeom prst="rect">
            <a:avLst/>
          </a:prstGeom>
        </p:spPr>
      </p:pic>
      <p:sp>
        <p:nvSpPr>
          <p:cNvPr id="8" name="Text 3"/>
          <p:cNvSpPr txBox="1"/>
          <p:nvPr/>
        </p:nvSpPr>
        <p:spPr>
          <a:xfrm>
            <a:off x="2697480" y="3611880"/>
            <a:ext cx="2743200" cy="548640"/>
          </a:xfrm>
          <a:prstGeom prst="rect">
            <a:avLst/>
          </a:prstGeom>
          <a:noFill/>
          <a:ln/>
        </p:spPr>
        <p:txBody>
          <a:bodyPr wrap="square" lIns="0" tIns="0" rIns="0" bIns="0" rtlCol="0" anchor="ctr"/>
          <a:lstStyle/>
          <a:p>
            <a:pPr indent="0" marL="0">
              <a:buNone/>
            </a:pPr>
            <a:r>
              <a:rPr lang="en-US" sz="1400" b="1" dirty="0">
                <a:solidFill>
                  <a:srgbClr val="9AA6D9"/>
                </a:solidFill>
                <a:latin typeface="Courier New" pitchFamily="34" charset="0"/>
                <a:ea typeface="Courier New" pitchFamily="34" charset="-122"/>
                <a:cs typeface="Courier New" pitchFamily="34" charset="-120"/>
              </a:rPr>
              <a:t>SHIELDS: 0 / 3</a:t>
            </a:r>
            <a:endParaRPr lang="en-US" sz="1400" dirty="0"/>
          </a:p>
        </p:txBody>
      </p:sp>
      <p:sp>
        <p:nvSpPr>
          <p:cNvPr id="9" name="Link - RETRY MISSION">
            <a:hlinkClick r:id="rId7" action="ppaction://hlinksldjump" highlightClick="1"/>
          </p:cNvPr>
          <p:cNvSpPr txBox="1"/>
          <p:nvPr/>
        </p:nvSpPr>
        <p:spPr>
          <a:xfrm>
            <a:off x="548640" y="4663440"/>
            <a:ext cx="3017520"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RETRY MISSION</a:t>
            </a:r>
            <a:endParaRPr lang="en-US" sz="1600" dirty="0"/>
          </a:p>
        </p:txBody>
      </p:sp>
      <p:sp>
        <p:nvSpPr>
          <p:cNvPr id="10" name="Link - MAIN MENU">
            <a:hlinkClick r:id="rId8" action="ppaction://hlinksldjump" highlightClick="1"/>
          </p:cNvPr>
          <p:cNvSpPr txBox="1"/>
          <p:nvPr/>
        </p:nvSpPr>
        <p:spPr>
          <a:xfrm>
            <a:off x="3794760" y="4663440"/>
            <a:ext cx="2560320" cy="731520"/>
          </a:xfrm>
          <a:prstGeom prst="roundRect">
            <a:avLst>
              <a:gd name="adj" fmla="val 12500"/>
            </a:avLst>
          </a:prstGeom>
          <a:solidFill>
            <a:srgbClr val="1A2353"/>
          </a:solidFill>
          <a:ln w="25400">
            <a:solidFill>
              <a:srgbClr val="F72585"/>
            </a:solidFill>
          </a:ln>
          <a:effectLst>
            <a:outerShdw sx="100000" sy="100000" kx="0" ky="0" algn="bl" rotWithShape="0" blurRad="177800" dist="50800" dir="5400000">
              <a:srgbClr val="F72585">
                <a:alpha val="35000"/>
              </a:srgbClr>
            </a:outerShdw>
          </a:effectLst>
        </p:spPr>
        <p:txBody>
          <a:bodyPr wrap="square" lIns="0" tIns="0" rIns="0" bIns="0" rtlCol="0" anchor="ctr"/>
          <a:lstStyle/>
          <a:p>
            <a:pPr algn="ctr" indent="0" marL="0">
              <a:buNone/>
            </a:pPr>
            <a:r>
              <a:rPr lang="en-US" sz="1600" spc="100" kern="0" dirty="0">
                <a:solidFill>
                  <a:srgbClr val="EAF2FF"/>
                </a:solidFill>
                <a:latin typeface="Arial Black" pitchFamily="34" charset="0"/>
                <a:ea typeface="Arial Black" pitchFamily="34" charset="-122"/>
                <a:cs typeface="Arial Black" pitchFamily="34" charset="-120"/>
              </a:rPr>
              <a:t>MAIN MENU</a:t>
            </a:r>
            <a:endParaRPr lang="en-US" sz="1600" dirty="0"/>
          </a:p>
        </p:txBody>
      </p:sp>
      <p:pic>
        <p:nvPicPr>
          <p:cNvPr id="11" name="Image 3" descr="/tmp/claude-0/-home-user-ashton212123/6ae88841-e158-5430-ba3a-d930461fce9f/scratchpad/build/assets/null_glitch.png">    </p:cNvPr>
          <p:cNvPicPr>
            <a:picLocks noChangeAspect="1"/>
          </p:cNvPicPr>
          <p:nvPr/>
        </p:nvPicPr>
        <p:blipFill>
          <a:blip r:embed="rId4"/>
          <a:stretch>
            <a:fillRect/>
          </a:stretch>
        </p:blipFill>
        <p:spPr>
          <a:xfrm>
            <a:off x="7086600" y="1188720"/>
            <a:ext cx="4480560" cy="3547872"/>
          </a:xfrm>
          <a:prstGeom prst="rect">
            <a:avLst/>
          </a:prstGeom>
        </p:spPr>
      </p:pic>
      <p:sp>
        <p:nvSpPr>
          <p:cNvPr id="12" name="Text 6"/>
          <p:cNvSpPr txBox="1"/>
          <p:nvPr/>
        </p:nvSpPr>
        <p:spPr>
          <a:xfrm>
            <a:off x="6949440" y="4892040"/>
            <a:ext cx="4754880" cy="457200"/>
          </a:xfrm>
          <a:prstGeom prst="rect">
            <a:avLst/>
          </a:prstGeom>
          <a:noFill/>
          <a:ln/>
        </p:spPr>
        <p:txBody>
          <a:bodyPr wrap="square" lIns="0" tIns="0" rIns="0" bIns="0" rtlCol="0" anchor="t"/>
          <a:lstStyle/>
          <a:p>
            <a:pPr algn="ctr" indent="0" marL="0">
              <a:buNone/>
            </a:pPr>
            <a:r>
              <a:rPr lang="en-US" sz="1300" dirty="0">
                <a:solidFill>
                  <a:srgbClr val="FF8FC7"/>
                </a:solidFill>
                <a:latin typeface="Courier New" pitchFamily="34" charset="0"/>
                <a:ea typeface="Courier New" pitchFamily="34" charset="-122"/>
                <a:cs typeface="Courier New" pitchFamily="34" charset="-120"/>
              </a:rPr>
              <a:t>"Better luck next time, player. Hehehe!"</a:t>
            </a:r>
            <a:endParaRPr lang="en-US" sz="1300" dirty="0"/>
          </a:p>
        </p:txBody>
      </p:sp>
    </p:spTree>
  </p:cSld>
  <p:clrMapOvr>
    <a:masterClrMapping/>
  </p:clrMapOvr>
  <p:transition spd="med" advClick="0">
    <p:fade/>
    <p:sndAc>
      <p:stSnd>
        <p:snd r:embed="rId9" name="snd_gameover.wav"/>
      </p:stSnd>
    </p:sndAc>
  </p:transition>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457200" y="320040"/>
            <a:ext cx="4572000" cy="365760"/>
          </a:xfrm>
          <a:prstGeom prst="rect">
            <a:avLst/>
          </a:prstGeom>
          <a:noFill/>
          <a:ln/>
        </p:spPr>
        <p:txBody>
          <a:bodyPr wrap="square" lIns="0" tIns="0" rIns="0" bIns="0" rtlCol="0" anchor="t"/>
          <a:lstStyle/>
          <a:p>
            <a:pPr indent="0" marL="0">
              <a:buNone/>
            </a:pPr>
            <a:r>
              <a:rPr lang="en-US" sz="1400" b="1" dirty="0">
                <a:solidFill>
                  <a:srgbClr val="4BF0A0"/>
                </a:solidFill>
                <a:latin typeface="Courier New" pitchFamily="34" charset="0"/>
                <a:ea typeface="Courier New" pitchFamily="34" charset="-122"/>
                <a:cs typeface="Courier New" pitchFamily="34" charset="-120"/>
              </a:rPr>
              <a:t>&gt; SYSTEM RESTORED</a:t>
            </a:r>
            <a:endParaRPr lang="en-US" sz="1400" dirty="0"/>
          </a:p>
        </p:txBody>
      </p:sp>
      <p:sp>
        <p:nvSpPr>
          <p:cNvPr id="3" name="Text 1"/>
          <p:cNvSpPr txBox="1"/>
          <p:nvPr/>
        </p:nvSpPr>
        <p:spPr>
          <a:xfrm>
            <a:off x="457200" y="713232"/>
            <a:ext cx="6858000" cy="73152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BACK TO REALITY</a:t>
            </a:r>
            <a:endParaRPr lang="en-US" sz="3400" dirty="0"/>
          </a:p>
        </p:txBody>
      </p:sp>
      <p:sp>
        <p:nvSpPr>
          <p:cNvPr id="4" name="Text 2"/>
          <p:cNvSpPr txBox="1"/>
          <p:nvPr/>
        </p:nvSpPr>
        <p:spPr>
          <a:xfrm>
            <a:off x="457200" y="1508760"/>
            <a:ext cx="6583680" cy="109728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Kai blinks and wakes up at the desk. The game file is saved, the virus is gone, and a sticky note on the monitor says: THINK BEFORE YOU CLICK.</a:t>
            </a:r>
            <a:endParaRPr lang="en-US" sz="1800" dirty="0"/>
          </a:p>
        </p:txBody>
      </p:sp>
      <p:sp>
        <p:nvSpPr>
          <p:cNvPr id="5" name="Shape 3"/>
          <p:cNvSpPr/>
          <p:nvPr/>
        </p:nvSpPr>
        <p:spPr>
          <a:xfrm>
            <a:off x="457200" y="2834640"/>
            <a:ext cx="749808" cy="749808"/>
          </a:xfrm>
          <a:prstGeom prst="ellipse">
            <a:avLst/>
          </a:prstGeom>
          <a:solidFill>
            <a:srgbClr val="1A2353"/>
          </a:solidFill>
          <a:ln w="25400">
            <a:solidFill>
              <a:srgbClr val="F72585"/>
            </a:solidFill>
            <a:prstDash val="solid"/>
          </a:ln>
          <a:effectLst>
            <a:outerShdw sx="100000" sy="100000" kx="0" ky="0" algn="bl" rotWithShape="0" blurRad="152400" dist="50800" dir="5400000">
              <a:srgbClr val="F72585">
                <a:alpha val="45000"/>
              </a:srgbClr>
            </a:outerShdw>
          </a:effectLst>
        </p:spPr>
      </p:sp>
      <p:pic>
        <p:nvPicPr>
          <p:cNvPr id="6" name="Image 0" descr="/tmp/claude-0/-home-user-ashton212123/6ae88841-e158-5430-ba3a-d930461fce9f/scratchpad/build/assets/icons/FaBan_F72585.png">    </p:cNvPr>
          <p:cNvPicPr>
            <a:picLocks noChangeAspect="1"/>
          </p:cNvPicPr>
          <p:nvPr/>
        </p:nvPicPr>
        <p:blipFill>
          <a:blip r:embed="rId1"/>
          <a:stretch>
            <a:fillRect/>
          </a:stretch>
        </p:blipFill>
        <p:spPr>
          <a:xfrm>
            <a:off x="637154" y="3014594"/>
            <a:ext cx="389900" cy="389900"/>
          </a:xfrm>
          <a:prstGeom prst="rect">
            <a:avLst/>
          </a:prstGeom>
        </p:spPr>
      </p:pic>
      <p:sp>
        <p:nvSpPr>
          <p:cNvPr id="7" name="Text 4"/>
          <p:cNvSpPr txBox="1"/>
          <p:nvPr/>
        </p:nvSpPr>
        <p:spPr>
          <a:xfrm>
            <a:off x="1417320" y="2852928"/>
            <a:ext cx="5669280" cy="384048"/>
          </a:xfrm>
          <a:prstGeom prst="rect">
            <a:avLst/>
          </a:prstGeom>
          <a:noFill/>
          <a:ln/>
        </p:spPr>
        <p:txBody>
          <a:bodyPr wrap="square" lIns="0" tIns="0" rIns="0" bIns="0" rtlCol="0" anchor="t"/>
          <a:lstStyle/>
          <a:p>
            <a:pPr indent="0" marL="0">
              <a:buNone/>
            </a:pPr>
            <a:r>
              <a:rPr lang="en-US" sz="1800" b="1" dirty="0">
                <a:solidFill>
                  <a:srgbClr val="F72585"/>
                </a:solidFill>
                <a:latin typeface="Calibri" pitchFamily="34" charset="0"/>
                <a:ea typeface="Calibri" pitchFamily="34" charset="-122"/>
                <a:cs typeface="Calibri" pitchFamily="34" charset="-120"/>
              </a:rPr>
              <a:t>Never click 'You won!' pop-ups</a:t>
            </a:r>
            <a:endParaRPr lang="en-US" sz="1800" dirty="0"/>
          </a:p>
        </p:txBody>
      </p:sp>
      <p:sp>
        <p:nvSpPr>
          <p:cNvPr id="8" name="Text 5"/>
          <p:cNvSpPr txBox="1"/>
          <p:nvPr/>
        </p:nvSpPr>
        <p:spPr>
          <a:xfrm>
            <a:off x="1417320" y="3218688"/>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Close them safely and scan your device.</a:t>
            </a:r>
            <a:endParaRPr lang="en-US" sz="1500" dirty="0"/>
          </a:p>
        </p:txBody>
      </p:sp>
      <p:sp>
        <p:nvSpPr>
          <p:cNvPr id="9" name="Shape 6"/>
          <p:cNvSpPr/>
          <p:nvPr/>
        </p:nvSpPr>
        <p:spPr>
          <a:xfrm>
            <a:off x="457200" y="3858768"/>
            <a:ext cx="749808" cy="749808"/>
          </a:xfrm>
          <a:prstGeom prst="ellipse">
            <a:avLst/>
          </a:prstGeom>
          <a:solidFill>
            <a:srgbClr val="1A2353"/>
          </a:solidFill>
          <a:ln w="25400">
            <a:solidFill>
              <a:srgbClr val="FFC233"/>
            </a:solidFill>
            <a:prstDash val="solid"/>
          </a:ln>
          <a:effectLst>
            <a:outerShdw sx="100000" sy="100000" kx="0" ky="0" algn="bl" rotWithShape="0" blurRad="152400" dist="50800" dir="5400000">
              <a:srgbClr val="FFC233">
                <a:alpha val="45000"/>
              </a:srgbClr>
            </a:outerShdw>
          </a:effectLst>
        </p:spPr>
      </p:sp>
      <p:pic>
        <p:nvPicPr>
          <p:cNvPr id="10" name="Image 1" descr="/tmp/claude-0/-home-user-ashton212123/6ae88841-e158-5430-ba3a-d930461fce9f/scratchpad/build/assets/icons/FaLightbulb_FFC233.png">    </p:cNvPr>
          <p:cNvPicPr>
            <a:picLocks noChangeAspect="1"/>
          </p:cNvPicPr>
          <p:nvPr/>
        </p:nvPicPr>
        <p:blipFill>
          <a:blip r:embed="rId2"/>
          <a:stretch>
            <a:fillRect/>
          </a:stretch>
        </p:blipFill>
        <p:spPr>
          <a:xfrm>
            <a:off x="637154" y="4038722"/>
            <a:ext cx="389900" cy="389900"/>
          </a:xfrm>
          <a:prstGeom prst="rect">
            <a:avLst/>
          </a:prstGeom>
        </p:spPr>
      </p:pic>
      <p:sp>
        <p:nvSpPr>
          <p:cNvPr id="11" name="Text 7"/>
          <p:cNvSpPr txBox="1"/>
          <p:nvPr/>
        </p:nvSpPr>
        <p:spPr>
          <a:xfrm>
            <a:off x="1417320" y="3877056"/>
            <a:ext cx="5669280" cy="384048"/>
          </a:xfrm>
          <a:prstGeom prst="rect">
            <a:avLst/>
          </a:prstGeom>
          <a:noFill/>
          <a:ln/>
        </p:spPr>
        <p:txBody>
          <a:bodyPr wrap="square" lIns="0" tIns="0" rIns="0" bIns="0" rtlCol="0" anchor="t"/>
          <a:lstStyle/>
          <a:p>
            <a:pPr indent="0" marL="0">
              <a:buNone/>
            </a:pPr>
            <a:r>
              <a:rPr lang="en-US" sz="1800" b="1" dirty="0">
                <a:solidFill>
                  <a:srgbClr val="FFC233"/>
                </a:solidFill>
                <a:latin typeface="Calibri" pitchFamily="34" charset="0"/>
                <a:ea typeface="Calibri" pitchFamily="34" charset="-122"/>
                <a:cs typeface="Calibri" pitchFamily="34" charset="-120"/>
              </a:rPr>
              <a:t>Stay curious</a:t>
            </a:r>
            <a:endParaRPr lang="en-US" sz="1800" dirty="0"/>
          </a:p>
        </p:txBody>
      </p:sp>
      <p:sp>
        <p:nvSpPr>
          <p:cNvPr id="12" name="Text 8"/>
          <p:cNvSpPr txBox="1"/>
          <p:nvPr/>
        </p:nvSpPr>
        <p:spPr>
          <a:xfrm>
            <a:off x="1417320" y="4242816"/>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There is always something new to learn about the world.</a:t>
            </a:r>
            <a:endParaRPr lang="en-US" sz="1500" dirty="0"/>
          </a:p>
        </p:txBody>
      </p:sp>
      <p:sp>
        <p:nvSpPr>
          <p:cNvPr id="13" name="Shape 9"/>
          <p:cNvSpPr/>
          <p:nvPr/>
        </p:nvSpPr>
        <p:spPr>
          <a:xfrm>
            <a:off x="457200" y="4882896"/>
            <a:ext cx="749808" cy="749808"/>
          </a:xfrm>
          <a:prstGeom prst="ellipse">
            <a:avLst/>
          </a:prstGeom>
          <a:solidFill>
            <a:srgbClr val="1A2353"/>
          </a:solidFill>
          <a:ln w="254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2" descr="/tmp/claude-0/-home-user-ashton212123/6ae88841-e158-5430-ba3a-d930461fce9f/scratchpad/build/assets/icons/FaSearch_9BE564.png">    </p:cNvPr>
          <p:cNvPicPr>
            <a:picLocks noChangeAspect="1"/>
          </p:cNvPicPr>
          <p:nvPr/>
        </p:nvPicPr>
        <p:blipFill>
          <a:blip r:embed="rId3"/>
          <a:stretch>
            <a:fillRect/>
          </a:stretch>
        </p:blipFill>
        <p:spPr>
          <a:xfrm>
            <a:off x="637154" y="5062850"/>
            <a:ext cx="389900" cy="389900"/>
          </a:xfrm>
          <a:prstGeom prst="rect">
            <a:avLst/>
          </a:prstGeom>
        </p:spPr>
      </p:pic>
      <p:sp>
        <p:nvSpPr>
          <p:cNvPr id="15" name="Text 10"/>
          <p:cNvSpPr txBox="1"/>
          <p:nvPr/>
        </p:nvSpPr>
        <p:spPr>
          <a:xfrm>
            <a:off x="1417320" y="4901184"/>
            <a:ext cx="5669280" cy="384048"/>
          </a:xfrm>
          <a:prstGeom prst="rect">
            <a:avLst/>
          </a:prstGeom>
          <a:noFill/>
          <a:ln/>
        </p:spPr>
        <p:txBody>
          <a:bodyPr wrap="square" lIns="0" tIns="0" rIns="0" bIns="0" rtlCol="0" anchor="t"/>
          <a:lstStyle/>
          <a:p>
            <a:pPr indent="0" marL="0">
              <a:buNone/>
            </a:pPr>
            <a:r>
              <a:rPr lang="en-US" sz="1800" b="1" dirty="0">
                <a:solidFill>
                  <a:srgbClr val="9BE564"/>
                </a:solidFill>
                <a:latin typeface="Calibri" pitchFamily="34" charset="0"/>
                <a:ea typeface="Calibri" pitchFamily="34" charset="-122"/>
                <a:cs typeface="Calibri" pitchFamily="34" charset="-120"/>
              </a:rPr>
              <a:t>Check facts before you share</a:t>
            </a:r>
            <a:endParaRPr lang="en-US" sz="1800" dirty="0"/>
          </a:p>
        </p:txBody>
      </p:sp>
      <p:sp>
        <p:nvSpPr>
          <p:cNvPr id="16" name="Text 11"/>
          <p:cNvSpPr txBox="1"/>
          <p:nvPr/>
        </p:nvSpPr>
        <p:spPr>
          <a:xfrm>
            <a:off x="1417320" y="5266944"/>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Not everything you read online is true. Look it up!</a:t>
            </a:r>
            <a:endParaRPr lang="en-US" sz="1500" dirty="0"/>
          </a:p>
        </p:txBody>
      </p:sp>
      <p:sp>
        <p:nvSpPr>
          <p:cNvPr id="17" name="Shape 12"/>
          <p:cNvSpPr/>
          <p:nvPr/>
        </p:nvSpPr>
        <p:spPr>
          <a:xfrm>
            <a:off x="7589520" y="822960"/>
            <a:ext cx="4142232" cy="2743200"/>
          </a:xfrm>
          <a:prstGeom prst="roundRect">
            <a:avLst>
              <a:gd name="adj" fmla="val 4000"/>
            </a:avLst>
          </a:prstGeom>
          <a:solidFill>
            <a:srgbClr val="161D42"/>
          </a:solidFill>
          <a:ln w="50800">
            <a:solidFill>
              <a:srgbClr val="3A4370"/>
            </a:solidFill>
            <a:prstDash val="solid"/>
          </a:ln>
        </p:spPr>
      </p:sp>
      <p:sp>
        <p:nvSpPr>
          <p:cNvPr id="18" name="Shape 13"/>
          <p:cNvSpPr/>
          <p:nvPr/>
        </p:nvSpPr>
        <p:spPr>
          <a:xfrm>
            <a:off x="7772400" y="1005840"/>
            <a:ext cx="3776472" cy="2377440"/>
          </a:xfrm>
          <a:prstGeom prst="rect">
            <a:avLst/>
          </a:prstGeom>
          <a:solidFill>
            <a:srgbClr val="0B1430"/>
          </a:solidFill>
          <a:ln w="12700">
            <a:solidFill>
              <a:srgbClr val="0B1430"/>
            </a:solidFill>
            <a:prstDash val="solid"/>
          </a:ln>
        </p:spPr>
      </p:sp>
      <p:pic>
        <p:nvPicPr>
          <p:cNvPr id="19" name="Image 3" descr="/tmp/claude-0/-home-user-ashton212123/6ae88841-e158-5430-ba3a-d930461fce9f/scratchpad/build/assets/icons/FaCheckCircle_4BF0A0.png">    </p:cNvPr>
          <p:cNvPicPr>
            <a:picLocks noChangeAspect="1"/>
          </p:cNvPicPr>
          <p:nvPr/>
        </p:nvPicPr>
        <p:blipFill>
          <a:blip r:embed="rId4"/>
          <a:stretch>
            <a:fillRect/>
          </a:stretch>
        </p:blipFill>
        <p:spPr>
          <a:xfrm>
            <a:off x="8001000" y="1234440"/>
            <a:ext cx="548640" cy="548640"/>
          </a:xfrm>
          <a:prstGeom prst="rect">
            <a:avLst/>
          </a:prstGeom>
        </p:spPr>
      </p:pic>
      <p:sp>
        <p:nvSpPr>
          <p:cNvPr id="20" name="Text 14"/>
          <p:cNvSpPr txBox="1"/>
          <p:nvPr/>
        </p:nvSpPr>
        <p:spPr>
          <a:xfrm>
            <a:off x="8641080" y="1234440"/>
            <a:ext cx="2743200" cy="548640"/>
          </a:xfrm>
          <a:prstGeom prst="rect">
            <a:avLst/>
          </a:prstGeom>
          <a:noFill/>
          <a:ln/>
        </p:spPr>
        <p:txBody>
          <a:bodyPr wrap="square" lIns="0" tIns="0" rIns="0" bIns="0" rtlCol="0" anchor="ctr"/>
          <a:lstStyle/>
          <a:p>
            <a:pPr indent="0" marL="0">
              <a:buNone/>
            </a:pPr>
            <a:r>
              <a:rPr lang="en-US" sz="1500" b="1" dirty="0">
                <a:solidFill>
                  <a:srgbClr val="4BF0A0"/>
                </a:solidFill>
                <a:latin typeface="Courier New" pitchFamily="34" charset="0"/>
                <a:ea typeface="Courier New" pitchFamily="34" charset="-122"/>
                <a:cs typeface="Courier New" pitchFamily="34" charset="-120"/>
              </a:rPr>
              <a:t>PROJECT SAVED</a:t>
            </a:r>
            <a:endParaRPr lang="en-US" sz="1500" dirty="0"/>
          </a:p>
        </p:txBody>
      </p:sp>
      <p:sp>
        <p:nvSpPr>
          <p:cNvPr id="21" name="Text 15"/>
          <p:cNvSpPr txBox="1"/>
          <p:nvPr/>
        </p:nvSpPr>
        <p:spPr>
          <a:xfrm>
            <a:off x="8001000" y="1874520"/>
            <a:ext cx="2743200" cy="320040"/>
          </a:xfrm>
          <a:prstGeom prst="rect">
            <a:avLst/>
          </a:prstGeom>
          <a:noFill/>
          <a:ln/>
        </p:spPr>
        <p:txBody>
          <a:bodyPr wrap="square" lIns="0" tIns="0" rIns="0" bIns="0" rtlCol="0" anchor="t"/>
          <a:lstStyle/>
          <a:p>
            <a:pPr indent="0" marL="0">
              <a:buNone/>
            </a:pPr>
            <a:r>
              <a:rPr lang="en-US" sz="1100" dirty="0">
                <a:solidFill>
                  <a:srgbClr val="9AA6D9"/>
                </a:solidFill>
                <a:latin typeface="Courier New" pitchFamily="34" charset="0"/>
                <a:ea typeface="Courier New" pitchFamily="34" charset="-122"/>
                <a:cs typeface="Courier New" pitchFamily="34" charset="-120"/>
              </a:rPr>
              <a:t>0 viruses found</a:t>
            </a:r>
            <a:endParaRPr lang="en-US" sz="1100" dirty="0"/>
          </a:p>
        </p:txBody>
      </p:sp>
      <p:sp>
        <p:nvSpPr>
          <p:cNvPr id="22" name="Text 16"/>
          <p:cNvSpPr txBox="1"/>
          <p:nvPr/>
        </p:nvSpPr>
        <p:spPr>
          <a:xfrm rot="300000">
            <a:off x="9646920" y="2057400"/>
            <a:ext cx="1737360" cy="1188720"/>
          </a:xfrm>
          <a:prstGeom prst="rect">
            <a:avLst/>
          </a:prstGeom>
          <a:solidFill>
            <a:srgbClr val="FFE27A"/>
          </a:solidFill>
          <a:ln/>
          <a:effectLst>
            <a:outerShdw sx="100000" sy="100000" kx="0" ky="0" algn="bl" rotWithShape="0" blurRad="101600" dist="50800" dir="5400000">
              <a:srgbClr val="000000">
                <a:alpha val="50000"/>
              </a:srgbClr>
            </a:outerShdw>
          </a:effectLst>
        </p:spPr>
        <p:txBody>
          <a:bodyPr wrap="square" lIns="50800" tIns="50800" rIns="50800" bIns="50800" rtlCol="0" anchor="ctr"/>
          <a:lstStyle/>
          <a:p>
            <a:pPr algn="ctr" indent="0" marL="0">
              <a:buNone/>
            </a:pPr>
            <a:r>
              <a:rPr lang="en-US" sz="1100" b="1" dirty="0">
                <a:solidFill>
                  <a:srgbClr val="2B2B2B"/>
                </a:solidFill>
                <a:latin typeface="Courier New" pitchFamily="34" charset="0"/>
                <a:ea typeface="Courier New" pitchFamily="34" charset="-122"/>
                <a:cs typeface="Courier New" pitchFamily="34" charset="-120"/>
              </a:rPr>
              <a:t>THINK BEFORE YOU CLICK!</a:t>
            </a:r>
            <a:endParaRPr lang="en-US" sz="1100" dirty="0"/>
          </a:p>
          <a:p>
            <a:pPr algn="ctr" indent="0" marL="0">
              <a:buNone/>
            </a:pPr>
            <a:r>
              <a:rPr lang="en-US" sz="1100" b="1" dirty="0">
                <a:solidFill>
                  <a:srgbClr val="2B2B2B"/>
                </a:solidFill>
                <a:latin typeface="Courier New" pitchFamily="34" charset="0"/>
                <a:ea typeface="Courier New" pitchFamily="34" charset="-122"/>
                <a:cs typeface="Courier New" pitchFamily="34" charset="-120"/>
              </a:rPr>
              <a:t>- BYTE</a:t>
            </a:r>
            <a:endParaRPr lang="en-US" sz="1100" dirty="0"/>
          </a:p>
        </p:txBody>
      </p:sp>
      <p:sp>
        <p:nvSpPr>
          <p:cNvPr id="23" name="Link - PLAY AGAIN">
            <a:hlinkClick r:id="rId8" action="ppaction://hlinksldjump" highlightClick="1"/>
          </p:cNvPr>
          <p:cNvSpPr txBox="1"/>
          <p:nvPr/>
        </p:nvSpPr>
        <p:spPr>
          <a:xfrm>
            <a:off x="7589520" y="4069080"/>
            <a:ext cx="2286000" cy="685800"/>
          </a:xfrm>
          <a:prstGeom prst="roundRect">
            <a:avLst>
              <a:gd name="adj" fmla="val 13333"/>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PLAY AGAIN</a:t>
            </a:r>
            <a:endParaRPr lang="en-US" sz="1500" dirty="0"/>
          </a:p>
        </p:txBody>
      </p:sp>
      <p:sp>
        <p:nvSpPr>
          <p:cNvPr id="24" name="Link - EXIT GAME">
            <a:hlinkClick r:id="" action="ppaction://hlinkshowjump?jump=endshow" highlightClick="1"/>
          </p:cNvPr>
          <p:cNvSpPr txBox="1"/>
          <p:nvPr/>
        </p:nvSpPr>
        <p:spPr>
          <a:xfrm>
            <a:off x="7589520" y="4937760"/>
            <a:ext cx="2286000" cy="685800"/>
          </a:xfrm>
          <a:prstGeom prst="roundRect">
            <a:avLst>
              <a:gd name="adj" fmla="val 13333"/>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500" spc="100" kern="0" dirty="0">
                <a:solidFill>
                  <a:srgbClr val="EAF2FF"/>
                </a:solidFill>
                <a:latin typeface="Arial Black" pitchFamily="34" charset="0"/>
                <a:ea typeface="Arial Black" pitchFamily="34" charset="-122"/>
                <a:cs typeface="Arial Black" pitchFamily="34" charset="-120"/>
              </a:rPr>
              <a:t>EXIT GAME</a:t>
            </a:r>
            <a:endParaRPr lang="en-US" sz="1500" dirty="0"/>
          </a:p>
        </p:txBody>
      </p:sp>
      <p:pic>
        <p:nvPicPr>
          <p:cNvPr id="25" name="Image 4" descr="/tmp/claude-0/-home-user-ashton212123/6ae88841-e158-5430-ba3a-d930461fce9f/scratchpad/build/assets/kai.png">    </p:cNvPr>
          <p:cNvPicPr>
            <a:picLocks noChangeAspect="1"/>
          </p:cNvPicPr>
          <p:nvPr/>
        </p:nvPicPr>
        <p:blipFill>
          <a:blip r:embed="rId5"/>
          <a:stretch>
            <a:fillRect/>
          </a:stretch>
        </p:blipFill>
        <p:spPr>
          <a:xfrm>
            <a:off x="10195560" y="3840480"/>
            <a:ext cx="1417320" cy="2212848"/>
          </a:xfrm>
          <a:prstGeom prst="rect">
            <a:avLst/>
          </a:prstGeom>
        </p:spPr>
      </p:pic>
      <p:sp>
        <p:nvSpPr>
          <p:cNvPr id="26" name="Text 19"/>
          <p:cNvSpPr txBox="1"/>
          <p:nvPr/>
        </p:nvSpPr>
        <p:spPr>
          <a:xfrm>
            <a:off x="457200" y="6080760"/>
            <a:ext cx="6583680" cy="365760"/>
          </a:xfrm>
          <a:prstGeom prst="rect">
            <a:avLst/>
          </a:prstGeom>
          <a:noFill/>
          <a:ln/>
        </p:spPr>
        <p:txBody>
          <a:bodyPr wrap="square" lIns="0" tIns="0" rIns="0" bIns="0" rtlCol="0" anchor="t"/>
          <a:lstStyle/>
          <a:p>
            <a:pPr indent="0" marL="0">
              <a:buNone/>
            </a:pPr>
            <a:r>
              <a:rPr lang="en-US" sz="1300" b="1" spc="600" kern="0" dirty="0">
                <a:solidFill>
                  <a:srgbClr val="FFC233"/>
                </a:solidFill>
                <a:latin typeface="Courier New" pitchFamily="34" charset="0"/>
                <a:ea typeface="Courier New" pitchFamily="34" charset="-122"/>
                <a:cs typeface="Courier New" pitchFamily="34" charset="-120"/>
              </a:rPr>
              <a:t>THE END</a:t>
            </a:r>
            <a:endParaRPr lang="en-US" sz="1300" dirty="0"/>
          </a:p>
        </p:txBody>
      </p:sp>
    </p:spTree>
  </p:cSld>
  <p:clrMapOvr>
    <a:masterClrMapping/>
  </p:clrMapOvr>
  <p:transition spd="med" advClick="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133</Slides>
  <Notes>133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133</vt:i4>
      </vt:variant>
    </vt:vector>
  </HeadingPairs>
  <TitlesOfParts>
    <vt:vector size="1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vector>
  </TitlesOfParts>
  <Company>Empowerment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CTRL + ESCAPE: The Glitch Within</dc:title>
  <dc:subject>Empowerment Technologies - GameCraft Performance Task</dc:subject>
  <dc:creator>Group 5, 12BE-15</dc:creator>
  <cp:lastModifiedBy>Group 5, 12BE-15</cp:lastModifiedBy>
  <cp:revision>1</cp:revision>
  <dcterms:created xsi:type="dcterms:W3CDTF">2026-10-01T16:38:04Z</dcterms:created>
  <dcterms:modified xsi:type="dcterms:W3CDTF">2026-10-01T16:38:04Z</dcterms:modified>
</cp:coreProperties>
</file>