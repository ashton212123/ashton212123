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Lst>
  <p:notesMasterIdLst>
    <p:notesMasterId r:id="rId1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Menu" id="{8113b534-573f-a7e6-06ee-c176657d91e5}">
          <p14:sldIdLst>
            <p14:sldId id="256"/>
            <p14:sldId id="257"/>
            <p14:sldId id="258"/>
          </p14:sldIdLst>
        </p14:section>
        <p14:section name="Story" id="{a3dd8deb-9f85-f991-c3bf-03ba99dae06c}">
          <p14:sldIdLst>
            <p14:sldId id="259"/>
            <p14:sldId id="260"/>
            <p14:sldId id="261"/>
          </p14:sldIdLst>
        </p14:section>
        <p14:section name="Sector 1 - Web Gateway" id="{39495647-f70a-412e-333b-140ced4e8ced}">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 name="Sector 2 - Firewall Fortress" id="{1e384b6a-9456-9e72-04fd-cb62cfef43f0}">
          <p14:sldIdLst>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Lst>
        </p14:section>
        <p14:section name="Sector 3 - Office Archives" id="{4e6fbd42-9e64-0ccb-94a0-f301171edc3d}">
          <p14:sldIdLst>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Lst>
        </p14:section>
        <p14:section name="Sector 4 - Search Maze" id="{aa99dc71-ce2b-0614-40ca-96678acb4b1c}">
          <p14:sldIdLst>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NULL's Core (Final)" id="{def0494f-b615-eaa0-61f0-d26549259efb}">
          <p14:sldIdLst>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Lst>
        </p14:section>
        <p14:section name="Endings" id="{b73d1dea-c579-9bc9-cae6-a88f50d13eb2}">
          <p14:sldIdLst>
            <p14:sldId id="387"/>
            <p14:sldId id="3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notesMaster" Target="notesMasters/notesMaster1.xml"/><Relationship Id="rId136" Type="http://schemas.openxmlformats.org/officeDocument/2006/relationships/presProps" Target="presProps.xml"/><Relationship Id="rId137" Type="http://schemas.openxmlformats.org/officeDocument/2006/relationships/viewProps" Target="viewProps.xml"/><Relationship Id="rId138" Type="http://schemas.openxmlformats.org/officeDocument/2006/relationships/theme" Target="theme/theme1.xml"/><Relationship Id="rId1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ID: title] TITLE SCREEN. Start Game goes to the story, How to Play opens the rules, Credits shows the team, and Exit Game ends the slide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ID: howto] HOW TO PLAY. The Back button uses the 'Last Slide Viewed' action, so it always returns the player to the slide they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ID: credits] CREDITS. Replace the [Member Name] placeholders with your group members. The documentation button opens the Word file, which must be saved in the same folder as this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ID: story1] STORY 1 of 3. Kai clicks a fake 'You won!' pop-up. Next continues the story; Skip Story jumps straight to Sector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ID: story2] STORY 2 of 3. The virus NULL pulls Kai inside the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ID: story3] STORY 3 of 3. BYTE explains the mission. Begin Mission starts Sector 1 with 3 shields.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ID: intro_s1_3] SECTOR INTRO: THE WEB GATEWAY | Shields: 3 | Enter goes to the first question (shield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ID: q_s1q1_3] QUESTION: THE WEB GATEWAY - QUESTION 1 OF 3 | Shields: 3 | Correct answer: B (Web 2.0)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ID: q_s1q1_2] QUESTION: THE WEB GATEWAY - QUESTION 1 OF 3 | Shields: 2 | Correct answer: B (Web 2.0)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ID: q_s1q1_1] QUESTION: THE WEB GATEWAY - QUESTION 1 OF 3 | Shields: 1 | Correct answer: B (Web 2.0)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ID: ok_s1q1_3] CORRECT: THE WEB GATEWAY - s1q1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ID: ok_s1q1_2] CORRECT: THE WEB GATEWAY - s1q1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ID: ok_s1q1_1] CORRECT: THE WEB GATEWAY - s1q1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ID: bad_s1q1_2] WRONG ANSWER: THE WEB GATEWAY - s1q1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ID: bad_s1q1_1] WRONG ANSWER: THE WEB GATEWAY - s1q1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ID: q_s1q2_3] QUESTION: THE WEB GATEWAY - QUESTION 2 OF 3 | Shields: 3 | Correct answer: B (Technological Convergence)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ID: q_s1q2_2] QUESTION: THE WEB GATEWAY - QUESTION 2 OF 3 | Shields: 2 | Correct answer: B (Technological Convergence)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ID: q_s1q2_1] QUESTION: THE WEB GATEWAY - QUESTION 2 OF 3 | Shields: 1 | Correct answer: B (Technological Convergence)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ID: ok_s1q2_3] CORRECT: THE WEB GATEWAY - s1q2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ID: ok_s1q2_2] CORRECT: THE WEB GATEWAY - s1q2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ID: ok_s1q2_1] CORRECT: THE WEB GATEWAY - s1q2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ID: bad_s1q2_2] WRONG ANSWER: THE WEB GATEWAY - s1q2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 ID: bad_s1q2_1] WRONG ANSWER: THE WEB GATEWAY - s1q2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 ID: q_s1q3_3] QUESTION: THE WEB GATEWAY - QUESTION 3 OF 3 | Shields: 3 | Correct answer: A (Folksonomy)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 ID: q_s1q3_2] QUESTION: THE WEB GATEWAY - QUESTION 3 OF 3 | Shields: 2 | Correct answer: A (Folksonomy)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 ID: q_s1q3_1] QUESTION: THE WEB GATEWAY - QUESTION 3 OF 3 | Shields: 1 | Correct answer: A (Folksonomy)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 ID: ok_s1q3_3] CORRECT: THE WEB GATEWAY - s1q3 | Shields: 3 | Gives Code Fragment 1: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 ID: ok_s1q3_2] CORRECT: THE WEB GATEWAY - s1q3 | Shields: 2 | Gives Code Fragment 1: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 ID: ok_s1q3_1] CORRECT: THE WEB GATEWAY - s1q3 | Shields: 1 | Gives Code Fragment 1: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 | ID: bad_s1q3_2] WRONG ANSWER: THE WEB GATEWAY - s1q3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 | ID: bad_s1q3_1] WRONG ANSWER: THE WEB GATEWAY - s1q3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32 | ID: intro_s2_3] SECTOR INTRO: THE FIREWALL FORTRESS | Shields: 3 | Enter goes to the first question (shield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33 | ID: intro_s2_2] SECTOR INTRO: THE FIREWALL FORTRESS | Shields: 2 | Enter goes to the first question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34 | ID: intro_s2_1] SECTOR INTRO: THE FIREWALL FORTRESS | Shields: 1 | Enter goes to the first question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35 | ID: q_s2q1_3] QUESTION: THE FIREWALL FORTRESS - QUESTION 1 OF 3 | Shields: 3 | Correct answer: B (PHISHING)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36 | ID: q_s2q1_2] QUESTION: THE FIREWALL FORTRESS - QUESTION 1 OF 3 | Shields: 2 | Correct answer: B (PHISHING)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37 | ID: q_s2q1_1] QUESTION: THE FIREWALL FORTRESS - QUESTION 1 OF 3 | Shields: 1 | Correct answer: B (PHISHING)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38 | ID: ok_s2q1_3] CORRECT: THE FIREWALL FORTRESS - s2q1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39 | ID: ok_s2q1_2] CORRECT: THE FIREWALL FORTRESS - s2q1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40 | ID: ok_s2q1_1] CORRECT: THE FIREWALL FORTRESS - s2q1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41 | ID: bad_s2q1_2] WRONG ANSWER: THE FIREWALL FORTRESS - s2q1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42 | ID: bad_s2q1_1] WRONG ANSWER: THE FIREWALL FORTRESS - s2q1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43 | ID: q_s2q2_3] QUESTION: THE FIREWALL FORTRESS - QUESTION 2 OF 3 | Shields: 3 | Correct answer: C (Bl@ckC4t!Rides#Jeep9)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44 | ID: q_s2q2_2] QUESTION: THE FIREWALL FORTRESS - QUESTION 2 OF 3 | Shields: 2 | Correct answer: C (Bl@ckC4t!Rides#Jeep9)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45 | ID: q_s2q2_1] QUESTION: THE FIREWALL FORTRESS - QUESTION 2 OF 3 | Shields: 1 | Correct answer: C (Bl@ckC4t!Rides#Jeep9)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46 | ID: ok_s2q2_3] CORRECT: THE FIREWALL FORTRESS - s2q2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47 | ID: ok_s2q2_2] CORRECT: THE FIREWALL FORTRESS - s2q2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48 | ID: ok_s2q2_1] CORRECT: THE FIREWALL FORTRESS - s2q2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49 | ID: bad_s2q2_2] WRONG ANSWER: THE FIREWALL FORTRESS - s2q2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50 | ID: bad_s2q2_1] WRONG ANSWER: THE FIREWALL FORTRESS - s2q2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51 | ID: q_s2q3_3] QUESTION: THE FIREWALL FORTRESS - QUESTION 3 OF 3 | Shields: 3 | Correct answer: C (Trojan)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52 | ID: q_s2q3_2] QUESTION: THE FIREWALL FORTRESS - QUESTION 3 OF 3 | Shields: 2 | Correct answer: C (Trojan)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53 | ID: q_s2q3_1] QUESTION: THE FIREWALL FORTRESS - QUESTION 3 OF 3 | Shields: 1 | Correct answer: C (Trojan)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54 | ID: ok_s2q3_3] CORRECT: THE FIREWALL FORTRESS - s2q3 | Shields: 3 | Gives Code Fragment 2: 8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55 | ID: ok_s2q3_2] CORRECT: THE FIREWALL FORTRESS - s2q3 | Shields: 2 | Gives Code Fragment 2: 8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56 | ID: ok_s2q3_1] CORRECT: THE FIREWALL FORTRESS - s2q3 | Shields: 1 | Gives Code Fragment 2: 8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57 | ID: bad_s2q3_2] WRONG ANSWER: THE FIREWALL FORTRESS - s2q3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58 | ID: bad_s2q3_1] WRONG ANSWER: THE FIREWALL FORTRESS - s2q3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59 | ID: intro_s3_3] SECTOR INTRO: THE OFFICE ARCHIVES | Shields: 3 | Enter goes to the first question (shield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60 | ID: intro_s3_2] SECTOR INTRO: THE OFFICE ARCHIVES | Shields: 2 | Enter goes to the first question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61 | ID: intro_s3_1] SECTOR INTRO: THE OFFICE ARCHIVES | Shields: 1 | Enter goes to the first question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62 | ID: q_s3q1_3] QUESTION: THE OFFICE ARCHIVES - QUESTION 1 OF 3 | Shields: 3 | Correct answer: C (Mail Merge)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63 | ID: q_s3q1_2] QUESTION: THE OFFICE ARCHIVES - QUESTION 1 OF 3 | Shields: 2 | Correct answer: C (Mail Merge)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64 | ID: q_s3q1_1] QUESTION: THE OFFICE ARCHIVES - QUESTION 1 OF 3 | Shields: 1 | Correct answer: C (Mail Merge)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65 | ID: ok_s3q1_3] CORRECT: THE OFFICE ARCHIVES - s3q1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66 | ID: ok_s3q1_2] CORRECT: THE OFFICE ARCHIVES - s3q1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67 | ID: ok_s3q1_1] CORRECT: THE OFFICE ARCHIVES - s3q1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68 | ID: bad_s3q1_2] WRONG ANSWER: THE OFFICE ARCHIVES - s3q1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69 | ID: bad_s3q1_1] WRONG ANSWER: THE OFFICE ARCHIVES - s3q1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70 | ID: q_s3q2_3] QUESTION: THE OFFICE ARCHIVES - QUESTION 2 OF 3 | Shields: 3 | Correct answer: A (=SUM(B2:B6))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71 | ID: q_s3q2_2] QUESTION: THE OFFICE ARCHIVES - QUESTION 2 OF 3 | Shields: 2 | Correct answer: A (=SUM(B2:B6))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72 | ID: q_s3q2_1] QUESTION: THE OFFICE ARCHIVES - QUESTION 2 OF 3 | Shields: 1 | Correct answer: A (=SUM(B2:B6))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73 | ID: ok_s3q2_3] CORRECT: THE OFFICE ARCHIVES - s3q2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74 | ID: ok_s3q2_2] CORRECT: THE OFFICE ARCHIVES - s3q2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75 | ID: ok_s3q2_1] CORRECT: THE OFFICE ARCHIVES - s3q2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76 | ID: bad_s3q2_2] WRONG ANSWER: THE OFFICE ARCHIVES - s3q2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77 | ID: bad_s3q2_1] WRONG ANSWER: THE OFFICE ARCHIVES - s3q2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78 | ID: q_s3q3_3] QUESTION: THE OFFICE ARCHIVES - QUESTION 3 OF 3 | Shields: 3 | Correct answer: B (Hyperlinks and Action Settings)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79 | ID: q_s3q3_2] QUESTION: THE OFFICE ARCHIVES - QUESTION 3 OF 3 | Shields: 2 | Correct answer: B (Hyperlinks and Action Settings)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80 | ID: q_s3q3_1] QUESTION: THE OFFICE ARCHIVES - QUESTION 3 OF 3 | Shields: 1 | Correct answer: B (Hyperlinks and Action Settings)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81 | ID: ok_s3q3_3] CORRECT: THE OFFICE ARCHIVES - s3q3 | Shields: 3 | Gives Code Fragment 3: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82 | ID: ok_s3q3_2] CORRECT: THE OFFICE ARCHIVES - s3q3 | Shields: 2 | Gives Code Fragment 3: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83 | ID: ok_s3q3_1] CORRECT: THE OFFICE ARCHIVES - s3q3 | Shields: 1 | Gives Code Fragment 3: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84 | ID: bad_s3q3_2] WRONG ANSWER: THE OFFICE ARCHIVES - s3q3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85 | ID: bad_s3q3_1] WRONG ANSWER: THE OFFICE ARCHIVES - s3q3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86 | ID: intro_s4_3] SECTOR INTRO: THE SEARCH MAZE | Shields: 3 | Enter goes to the first question (shield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87 | ID: intro_s4_2] SECTOR INTRO: THE SEARCH MAZE | Shields: 2 | Enter goes to the first question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88 | ID: intro_s4_1] SECTOR INTRO: THE SEARCH MAZE | Shields: 1 | Enter goes to the first question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89 | ID: q_s4q1_3] QUESTION: THE SEARCH MAZE - QUESTION 1 OF 3 | Shields: 3 | Correct answer: A (scholarship site:gov.ph)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90 | ID: q_s4q1_2] QUESTION: THE SEARCH MAZE - QUESTION 1 OF 3 | Shields: 2 | Correct answer: A (scholarship site:gov.ph)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91 | ID: q_s4q1_1] QUESTION: THE SEARCH MAZE - QUESTION 1 OF 3 | Shields: 1 | Correct answer: A (scholarship site:gov.ph)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92 | ID: ok_s4q1_3] CORRECT: THE SEARCH MAZE - s4q1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93 | ID: ok_s4q1_2] CORRECT: THE SEARCH MAZE - s4q1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94 | ID: ok_s4q1_1] CORRECT: THE SEARCH MAZE - s4q1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95 | ID: bad_s4q1_2] WRONG ANSWER: THE SEARCH MAZE - s4q1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96 | ID: bad_s4q1_1] WRONG ANSWER: THE SEARCH MAZE - s4q1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97 | ID: q_s4q2_3] QUESTION: THE SEARCH MAZE - QUESTION 2 OF 3 | Shields: 3 | Correct answer: C (The national weather bureau's official .gov.ph website)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98 | ID: q_s4q2_2] QUESTION: THE SEARCH MAZE - QUESTION 2 OF 3 | Shields: 2 | Correct answer: C (The national weather bureau's official .gov.ph website)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99 | ID: q_s4q2_1] QUESTION: THE SEARCH MAZE - QUESTION 2 OF 3 | Shields: 1 | Correct answer: C (The national weather bureau's official .gov.ph website)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100 | ID: ok_s4q2_3] CORRECT: THE SEARCH MAZE - s4q2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101 | ID: ok_s4q2_2] CORRECT: THE SEARCH MAZE - s4q2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102 | ID: ok_s4q2_1] CORRECT: THE SEARCH MAZE - s4q2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103 | ID: bad_s4q2_2] WRONG ANSWER: THE SEARCH MAZE - s4q2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104 | ID: bad_s4q2_1] WRONG ANSWER: THE SEARCH MAZE - s4q2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105 | ID: q_s4q3_3] QUESTION: THE SEARCH MAZE - QUESTION 3 OF 3 | Shields: 3 | Correct answer: C (Use a free or Creative Commons image and credit the creator)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106 | ID: q_s4q3_2] QUESTION: THE SEARCH MAZE - QUESTION 3 OF 3 | Shields: 2 | Correct answer: C (Use a free or Creative Commons image and credit the creator)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107 | ID: q_s4q3_1] QUESTION: THE SEARCH MAZE - QUESTION 3 OF 3 | Shields: 1 | Correct answer: C (Use a free or Creative Commons image and credit the creator)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108 | ID: ok_s4q3_3] CORRECT: THE SEARCH MAZE - s4q3 | Shields: 3 | Gives Code Fragment 4: 6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109 | ID: ok_s4q3_2] CORRECT: THE SEARCH MAZE - s4q3 | Shields: 2 | Gives Code Fragment 4: 6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110 | ID: ok_s4q3_1] CORRECT: THE SEARCH MAZE - s4q3 | Shields: 1 | Gives Code Fragment 4: 6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111 | ID: bad_s4q3_2] WRONG ANSWER: THE SEARCH MAZE - s4q3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112 | ID: bad_s4q3_1] WRONG ANSWER: THE SEARCH MAZE - s4q3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113 | ID: intro_core_3] SECTOR INTRO: NULL'S CORE | Shields: 3 | Enter goes to the first question (shield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114 | ID: intro_core_2] SECTOR INTRO: NULL'S CORE | Shields: 2 | Enter goes to the first question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115 | ID: intro_core_1] SECTOR INTRO: NULL'S CORE | Shields: 1 | Enter goes to the first question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116 | ID: q_boss_3] QUESTION: NULL'S CORE - FINAL QUESTION | Shields: 3 | Correct answer: B (Close it without clicking and run an antivirus scan)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117 | ID: q_boss_2] QUESTION: NULL'S CORE - FINAL QUESTION | Shields: 2 | Correct answer: B (Close it without clicking and run an antivirus scan)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118 | ID: q_boss_1] QUESTION: NULL'S CORE - FINAL QUESTION | Shields: 1 | Correct answer: B (Close it without clicking and run an antivirus scan)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119 | ID: ok_boss_3] CORRECT: NULL'S CORE - boss | Shields: 3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120 | ID: ok_boss_2] CORRECT: NULL'S CORE - boss | Shields: 2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121 | ID: ok_boss_1] CORRECT: NULL'S CORE - boss | Shields: 1 | Continue goes to the next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122 | ID: bad_boss_2] WRONG ANSWER: NULL'S CORE - boss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123 | ID: bad_boss_1] WRONG ANSWER: NULL'S CORE - boss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124 | ID: q_lock_3] QUESTION: NULL'S CORE - ESC GATE LOCK | Shields: 3 | Correct answer: B (6183)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125 | ID: q_lock_2] QUESTION: NULL'S CORE - ESC GATE LOCK | Shields: 2 | Correct answer: B (6183)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126 | ID: q_lock_1] QUESTION: NULL'S CORE - ESC GATE LOCK | Shields: 1 | Correct answer: B (6183) | Each answer button is linked with Insert &gt; Action &gt; Hyperlink to: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127 | ID: ok_lock_3] VICTORY: escaped with 3 shield(s) = 3 star(s), rank CYBER GUARDIAN. Continue goes to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128 | ID: ok_lock_2] VICTORY: escaped with 2 shield(s) = 2 star(s), rank FIREWALL HERO. Continue goes to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129 | ID: ok_lock_1] VICTORY: escaped with 1 shield(s) = 1 star(s), rank LUCKY ESCAPER. Continue goes to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130 | ID: bad_lock_2] WRONG ANSWER: NULL'S CORE - lock | Shields left: 2 | Try Again returns to the same question at shield level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131 | ID: bad_lock_1] WRONG ANSWER: NULL'S CORE - lock | Shields left: 1 | Try Again returns to the same question at shield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132 | ID: gameover] GAME OVER. Reached when the player loses the last shield. Retry Mission restarts Sector 1 with 3 shields.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133 | ID: ending] ENDING. Play Again returns to the title screen. Exit Game ends the slide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MENU-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1-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S2-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S3-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S4-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CORE-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ENU">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 Id="rId5" Type="http://schemas.openxmlformats.org/officeDocument/2006/relationships/slide" Target="slide4.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audio" Target="../media/snd_start.wav"/></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 Id="rId7" Type="http://schemas.openxmlformats.org/officeDocument/2006/relationships/hyperlink" Target="CTRL-ESCAPE_Game_Documentation.docx" TargetMode="External"/><Relationship Id="rId8" Type="http://schemas.openxmlformats.org/officeDocument/2006/relationships/slide" Target="slide1.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4.xml"/><Relationship Id="rId5" Type="http://schemas.openxmlformats.org/officeDocument/2006/relationships/slide" Target="slide7.xml"/><Relationship Id="rId6"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7.xml"/><Relationship Id="rId4" Type="http://schemas.openxmlformats.org/officeDocument/2006/relationships/notesSlide" Target="../notesSlides/notesSlide5.xml"/><Relationship Id="rId5" Type="http://schemas.openxmlformats.org/officeDocument/2006/relationships/slide" Target="slide7.xml"/><Relationship Id="rId6" Type="http://schemas.openxmlformats.org/officeDocument/2006/relationships/slide" Target="slide6.xml"/><Relationship Id="rId7" Type="http://schemas.openxmlformats.org/officeDocument/2006/relationships/audio" Target="../media/snd_wrong.wav"/></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3.png"/><Relationship Id="rId6" Type="http://schemas.openxmlformats.org/officeDocument/2006/relationships/image" Target="../media/image-6-3.png"/><Relationship Id="rId7" Type="http://schemas.openxmlformats.org/officeDocument/2006/relationships/image" Target="../media/image-2-4.png"/><Relationship Id="rId8" Type="http://schemas.openxmlformats.org/officeDocument/2006/relationships/image" Target="../media/image-2-4.png"/><Relationship Id="rId9" Type="http://schemas.openxmlformats.org/officeDocument/2006/relationships/image" Target="../media/image-2-4.png"/><Relationship Id="rId10" Type="http://schemas.openxmlformats.org/officeDocument/2006/relationships/image" Target="../media/image-2-4.png"/><Relationship Id="rId11" Type="http://schemas.openxmlformats.org/officeDocument/2006/relationships/image" Target="../media/image-2-3.png"/><Relationship Id="rId12" Type="http://schemas.openxmlformats.org/officeDocument/2006/relationships/image" Target="../media/image-2-3.png"/><Relationship Id="rId13" Type="http://schemas.openxmlformats.org/officeDocument/2006/relationships/image" Target="../media/image-2-3.png"/><Relationship Id="rId14" Type="http://schemas.openxmlformats.org/officeDocument/2006/relationships/slideLayout" Target="../slideLayouts/slideLayout2.xml"/><Relationship Id="rId15" Type="http://schemas.openxmlformats.org/officeDocument/2006/relationships/notesSlide" Target="../notesSlides/notesSlide6.xml"/><Relationship Id="rId16"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2.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 Id="rId12" Type="http://schemas.openxmlformats.org/officeDocument/2006/relationships/image" Target="../media/image-6-3.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3.xml"/><Relationship Id="rId16" Type="http://schemas.openxmlformats.org/officeDocument/2006/relationships/notesSlide" Target="../notesSlides/notesSlide7.xml"/><Relationship Id="rId17" Type="http://schemas.openxmlformats.org/officeDocument/2006/relationships/slide" Target="slide2.xml"/><Relationship Id="rId18"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8.xml"/><Relationship Id="rId11" Type="http://schemas.openxmlformats.org/officeDocument/2006/relationships/slide" Target="slide2.xml"/><Relationship Id="rId12" Type="http://schemas.openxmlformats.org/officeDocument/2006/relationships/slide" Target="slide14.xml"/><Relationship Id="rId13" Type="http://schemas.openxmlformats.org/officeDocument/2006/relationships/slide" Target="slide11.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9.xml"/><Relationship Id="rId11" Type="http://schemas.openxmlformats.org/officeDocument/2006/relationships/slide" Target="slide2.xml"/><Relationship Id="rId12" Type="http://schemas.openxmlformats.org/officeDocument/2006/relationships/slide" Target="slide15.xml"/><Relationship Id="rId13" Type="http://schemas.openxmlformats.org/officeDocument/2006/relationships/slide" Target="slide12.xml"/></Relationships>
</file>

<file path=ppt/slides/_rels/slide1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10.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13.xml"/></Relationships>
</file>

<file path=ppt/slides/_rels/slide1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11.xml"/><Relationship Id="rId12" Type="http://schemas.openxmlformats.org/officeDocument/2006/relationships/slide" Target="slide2.xml"/><Relationship Id="rId13" Type="http://schemas.openxmlformats.org/officeDocument/2006/relationships/slide" Target="slide16.xml"/><Relationship Id="rId14" Type="http://schemas.openxmlformats.org/officeDocument/2006/relationships/audio" Target="../media/snd_correct.wav"/></Relationships>
</file>

<file path=ppt/slides/_rels/slide12.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12.xml"/><Relationship Id="rId12" Type="http://schemas.openxmlformats.org/officeDocument/2006/relationships/slide" Target="slide2.xml"/><Relationship Id="rId13" Type="http://schemas.openxmlformats.org/officeDocument/2006/relationships/slide" Target="slide17.xml"/><Relationship Id="rId14" Type="http://schemas.openxmlformats.org/officeDocument/2006/relationships/audio" Target="../media/snd_correct.wav"/></Relationships>
</file>

<file path=ppt/slides/_rels/slide13.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13.xml"/><Relationship Id="rId12" Type="http://schemas.openxmlformats.org/officeDocument/2006/relationships/slide" Target="slide2.xml"/><Relationship Id="rId13" Type="http://schemas.openxmlformats.org/officeDocument/2006/relationships/slide" Target="slide18.xml"/><Relationship Id="rId14" Type="http://schemas.openxmlformats.org/officeDocument/2006/relationships/audio" Target="../media/snd_correct.wav"/></Relationships>
</file>

<file path=ppt/slides/_rels/slide14.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14.xml"/><Relationship Id="rId16" Type="http://schemas.openxmlformats.org/officeDocument/2006/relationships/slide" Target="slide2.xml"/><Relationship Id="rId17" Type="http://schemas.openxmlformats.org/officeDocument/2006/relationships/slide" Target="slide9.xml"/><Relationship Id="rId18" Type="http://schemas.openxmlformats.org/officeDocument/2006/relationships/audio" Target="../media/snd_wrong.wav"/></Relationships>
</file>

<file path=ppt/slides/_rels/slide15.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15.xml"/><Relationship Id="rId16" Type="http://schemas.openxmlformats.org/officeDocument/2006/relationships/slide" Target="slide2.xml"/><Relationship Id="rId17" Type="http://schemas.openxmlformats.org/officeDocument/2006/relationships/slide" Target="slide10.xml"/><Relationship Id="rId18" Type="http://schemas.openxmlformats.org/officeDocument/2006/relationships/audio" Target="../media/snd_wrong.wav"/></Relationships>
</file>

<file path=ppt/slides/_rels/slide16.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16.xml"/><Relationship Id="rId11" Type="http://schemas.openxmlformats.org/officeDocument/2006/relationships/slide" Target="slide2.xml"/><Relationship Id="rId12" Type="http://schemas.openxmlformats.org/officeDocument/2006/relationships/slide" Target="slide22.xml"/><Relationship Id="rId13" Type="http://schemas.openxmlformats.org/officeDocument/2006/relationships/slide" Target="slide19.xml"/></Relationships>
</file>

<file path=ppt/slides/_rels/slide1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17.xml"/><Relationship Id="rId11" Type="http://schemas.openxmlformats.org/officeDocument/2006/relationships/slide" Target="slide2.xml"/><Relationship Id="rId12" Type="http://schemas.openxmlformats.org/officeDocument/2006/relationships/slide" Target="slide23.xml"/><Relationship Id="rId13" Type="http://schemas.openxmlformats.org/officeDocument/2006/relationships/slide" Target="slide20.xml"/></Relationships>
</file>

<file path=ppt/slides/_rels/slide1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18.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19.xml"/><Relationship Id="rId12" Type="http://schemas.openxmlformats.org/officeDocument/2006/relationships/slide" Target="slide2.xml"/><Relationship Id="rId13" Type="http://schemas.openxmlformats.org/officeDocument/2006/relationships/slide" Target="slide24.xml"/><Relationship Id="rId14" Type="http://schemas.openxmlformats.org/officeDocument/2006/relationships/audio" Target="../media/snd_correct.wav"/></Relationships>
</file>

<file path=ppt/slides/_rels/slide2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20.xml"/><Relationship Id="rId12" Type="http://schemas.openxmlformats.org/officeDocument/2006/relationships/slide" Target="slide2.xml"/><Relationship Id="rId13" Type="http://schemas.openxmlformats.org/officeDocument/2006/relationships/slide" Target="slide25.xml"/><Relationship Id="rId14" Type="http://schemas.openxmlformats.org/officeDocument/2006/relationships/audio" Target="../media/snd_correct.wav"/></Relationships>
</file>

<file path=ppt/slides/_rels/slide2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3.xml"/><Relationship Id="rId11" Type="http://schemas.openxmlformats.org/officeDocument/2006/relationships/notesSlide" Target="../notesSlides/notesSlide21.xml"/><Relationship Id="rId12" Type="http://schemas.openxmlformats.org/officeDocument/2006/relationships/slide" Target="slide2.xml"/><Relationship Id="rId13" Type="http://schemas.openxmlformats.org/officeDocument/2006/relationships/slide" Target="slide26.xml"/><Relationship Id="rId14" Type="http://schemas.openxmlformats.org/officeDocument/2006/relationships/audio" Target="../media/snd_correct.wav"/></Relationships>
</file>

<file path=ppt/slides/_rels/slide22.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22.xml"/><Relationship Id="rId16" Type="http://schemas.openxmlformats.org/officeDocument/2006/relationships/slide" Target="slide2.xml"/><Relationship Id="rId17" Type="http://schemas.openxmlformats.org/officeDocument/2006/relationships/slide" Target="slide17.xml"/><Relationship Id="rId18" Type="http://schemas.openxmlformats.org/officeDocument/2006/relationships/audio" Target="../media/snd_wrong.wav"/></Relationships>
</file>

<file path=ppt/slides/_rels/slide23.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23.xml"/><Relationship Id="rId16" Type="http://schemas.openxmlformats.org/officeDocument/2006/relationships/slide" Target="slide2.xml"/><Relationship Id="rId17" Type="http://schemas.openxmlformats.org/officeDocument/2006/relationships/slide" Target="slide18.xml"/><Relationship Id="rId18" Type="http://schemas.openxmlformats.org/officeDocument/2006/relationships/audio" Target="../media/snd_wrong.wav"/></Relationships>
</file>

<file path=ppt/slides/_rels/slide24.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24.xml"/><Relationship Id="rId11" Type="http://schemas.openxmlformats.org/officeDocument/2006/relationships/slide" Target="slide2.xml"/><Relationship Id="rId12" Type="http://schemas.openxmlformats.org/officeDocument/2006/relationships/slide" Target="slide27.xml"/><Relationship Id="rId13" Type="http://schemas.openxmlformats.org/officeDocument/2006/relationships/slide" Target="slide30.xml"/></Relationships>
</file>

<file path=ppt/slides/_rels/slide25.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25.xml"/><Relationship Id="rId11" Type="http://schemas.openxmlformats.org/officeDocument/2006/relationships/slide" Target="slide2.xml"/><Relationship Id="rId12" Type="http://schemas.openxmlformats.org/officeDocument/2006/relationships/slide" Target="slide28.xml"/><Relationship Id="rId13" Type="http://schemas.openxmlformats.org/officeDocument/2006/relationships/slide" Target="slide31.xml"/></Relationships>
</file>

<file path=ppt/slides/_rels/slide26.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3.xml"/><Relationship Id="rId10" Type="http://schemas.openxmlformats.org/officeDocument/2006/relationships/notesSlide" Target="../notesSlides/notesSlide26.xml"/><Relationship Id="rId11" Type="http://schemas.openxmlformats.org/officeDocument/2006/relationships/slide" Target="slide2.xml"/><Relationship Id="rId12" Type="http://schemas.openxmlformats.org/officeDocument/2006/relationships/slide" Target="slide29.xml"/><Relationship Id="rId13" Type="http://schemas.openxmlformats.org/officeDocument/2006/relationships/slide" Target="slide132.xml"/></Relationships>
</file>

<file path=ppt/slides/_rels/slide2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3.xml"/><Relationship Id="rId12" Type="http://schemas.openxmlformats.org/officeDocument/2006/relationships/notesSlide" Target="../notesSlides/notesSlide27.xml"/><Relationship Id="rId13" Type="http://schemas.openxmlformats.org/officeDocument/2006/relationships/slide" Target="slide2.xml"/><Relationship Id="rId14" Type="http://schemas.openxmlformats.org/officeDocument/2006/relationships/slide" Target="slide32.xml"/><Relationship Id="rId15" Type="http://schemas.openxmlformats.org/officeDocument/2006/relationships/audio" Target="../media/snd_correct.wav"/></Relationships>
</file>

<file path=ppt/slides/_rels/slide2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3.xml"/><Relationship Id="rId12" Type="http://schemas.openxmlformats.org/officeDocument/2006/relationships/notesSlide" Target="../notesSlides/notesSlide28.xml"/><Relationship Id="rId13" Type="http://schemas.openxmlformats.org/officeDocument/2006/relationships/slide" Target="slide2.xml"/><Relationship Id="rId14" Type="http://schemas.openxmlformats.org/officeDocument/2006/relationships/slide" Target="slide33.xml"/><Relationship Id="rId15" Type="http://schemas.openxmlformats.org/officeDocument/2006/relationships/audio" Target="../media/snd_correct.wav"/></Relationships>
</file>

<file path=ppt/slides/_rels/slide2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3.xml"/><Relationship Id="rId12" Type="http://schemas.openxmlformats.org/officeDocument/2006/relationships/notesSlide" Target="../notesSlides/notesSlide29.xml"/><Relationship Id="rId13" Type="http://schemas.openxmlformats.org/officeDocument/2006/relationships/slide" Target="slide2.xml"/><Relationship Id="rId14" Type="http://schemas.openxmlformats.org/officeDocument/2006/relationships/slide" Target="slide34.xml"/><Relationship Id="rId15" Type="http://schemas.openxmlformats.org/officeDocument/2006/relationships/audio" Target="../media/snd_correct.wav"/></Relationships>
</file>

<file path=ppt/slides/_rels/slide3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30.xml"/><Relationship Id="rId16" Type="http://schemas.openxmlformats.org/officeDocument/2006/relationships/slide" Target="slide2.xml"/><Relationship Id="rId17" Type="http://schemas.openxmlformats.org/officeDocument/2006/relationships/slide" Target="slide25.xml"/><Relationship Id="rId18" Type="http://schemas.openxmlformats.org/officeDocument/2006/relationships/audio" Target="../media/snd_wrong.wav"/></Relationships>
</file>

<file path=ppt/slides/_rels/slide3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3.xml"/><Relationship Id="rId15" Type="http://schemas.openxmlformats.org/officeDocument/2006/relationships/notesSlide" Target="../notesSlides/notesSlide31.xml"/><Relationship Id="rId16" Type="http://schemas.openxmlformats.org/officeDocument/2006/relationships/slide" Target="slide2.xml"/><Relationship Id="rId17" Type="http://schemas.openxmlformats.org/officeDocument/2006/relationships/slide" Target="slide26.xml"/><Relationship Id="rId18" Type="http://schemas.openxmlformats.org/officeDocument/2006/relationships/audio" Target="../media/snd_wrong.wav"/></Relationships>
</file>

<file path=ppt/slides/_rels/slide3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32-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8.png"/><Relationship Id="rId12" Type="http://schemas.openxmlformats.org/officeDocument/2006/relationships/image" Target="../media/image-6-3.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4.xml"/><Relationship Id="rId16" Type="http://schemas.openxmlformats.org/officeDocument/2006/relationships/notesSlide" Target="../notesSlides/notesSlide32.xml"/><Relationship Id="rId17" Type="http://schemas.openxmlformats.org/officeDocument/2006/relationships/slide" Target="slide2.xml"/><Relationship Id="rId18" Type="http://schemas.openxmlformats.org/officeDocument/2006/relationships/slide" Target="slide35.xml"/></Relationships>
</file>

<file path=ppt/slides/_rels/slide3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32-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8.png"/><Relationship Id="rId12" Type="http://schemas.openxmlformats.org/officeDocument/2006/relationships/image" Target="../media/image-6-3.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4.xml"/><Relationship Id="rId16" Type="http://schemas.openxmlformats.org/officeDocument/2006/relationships/notesSlide" Target="../notesSlides/notesSlide33.xml"/><Relationship Id="rId17" Type="http://schemas.openxmlformats.org/officeDocument/2006/relationships/slide" Target="slide2.xml"/><Relationship Id="rId18" Type="http://schemas.openxmlformats.org/officeDocument/2006/relationships/slide" Target="slide36.xml"/></Relationships>
</file>

<file path=ppt/slides/_rels/slide3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32-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8.png"/><Relationship Id="rId12" Type="http://schemas.openxmlformats.org/officeDocument/2006/relationships/image" Target="../media/image-6-3.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4.xml"/><Relationship Id="rId16" Type="http://schemas.openxmlformats.org/officeDocument/2006/relationships/notesSlide" Target="../notesSlides/notesSlide34.xml"/><Relationship Id="rId17" Type="http://schemas.openxmlformats.org/officeDocument/2006/relationships/slide" Target="slide2.xml"/><Relationship Id="rId18" Type="http://schemas.openxmlformats.org/officeDocument/2006/relationships/slide" Target="slide37.xml"/></Relationships>
</file>

<file path=ppt/slides/_rels/slide3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image" Target="../media/image-35-9.png"/><Relationship Id="rId10" Type="http://schemas.openxmlformats.org/officeDocument/2006/relationships/slideLayout" Target="../slideLayouts/slideLayout4.xml"/><Relationship Id="rId11" Type="http://schemas.openxmlformats.org/officeDocument/2006/relationships/notesSlide" Target="../notesSlides/notesSlide35.xml"/><Relationship Id="rId12" Type="http://schemas.openxmlformats.org/officeDocument/2006/relationships/slide" Target="slide2.xml"/><Relationship Id="rId13" Type="http://schemas.openxmlformats.org/officeDocument/2006/relationships/slide" Target="slide41.xml"/><Relationship Id="rId14" Type="http://schemas.openxmlformats.org/officeDocument/2006/relationships/slide" Target="slide38.xml"/></Relationships>
</file>

<file path=ppt/slides/_rels/slide3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image" Target="../media/image-35-9.png"/><Relationship Id="rId10" Type="http://schemas.openxmlformats.org/officeDocument/2006/relationships/slideLayout" Target="../slideLayouts/slideLayout4.xml"/><Relationship Id="rId11" Type="http://schemas.openxmlformats.org/officeDocument/2006/relationships/notesSlide" Target="../notesSlides/notesSlide36.xml"/><Relationship Id="rId12" Type="http://schemas.openxmlformats.org/officeDocument/2006/relationships/slide" Target="slide2.xml"/><Relationship Id="rId13" Type="http://schemas.openxmlformats.org/officeDocument/2006/relationships/slide" Target="slide42.xml"/><Relationship Id="rId14" Type="http://schemas.openxmlformats.org/officeDocument/2006/relationships/slide" Target="slide39.xml"/></Relationships>
</file>

<file path=ppt/slides/_rels/slide3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image" Target="../media/image-35-9.png"/><Relationship Id="rId10" Type="http://schemas.openxmlformats.org/officeDocument/2006/relationships/slideLayout" Target="../slideLayouts/slideLayout4.xml"/><Relationship Id="rId11" Type="http://schemas.openxmlformats.org/officeDocument/2006/relationships/notesSlide" Target="../notesSlides/notesSlide37.xml"/><Relationship Id="rId12" Type="http://schemas.openxmlformats.org/officeDocument/2006/relationships/slide" Target="slide2.xml"/><Relationship Id="rId13" Type="http://schemas.openxmlformats.org/officeDocument/2006/relationships/slide" Target="slide132.xml"/><Relationship Id="rId14" Type="http://schemas.openxmlformats.org/officeDocument/2006/relationships/slide" Target="slide40.xml"/></Relationships>
</file>

<file path=ppt/slides/_rels/slide3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38.xml"/><Relationship Id="rId12" Type="http://schemas.openxmlformats.org/officeDocument/2006/relationships/slide" Target="slide2.xml"/><Relationship Id="rId13" Type="http://schemas.openxmlformats.org/officeDocument/2006/relationships/slide" Target="slide43.xml"/><Relationship Id="rId14" Type="http://schemas.openxmlformats.org/officeDocument/2006/relationships/audio" Target="../media/snd_correct.wav"/></Relationships>
</file>

<file path=ppt/slides/_rels/slide3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39.xml"/><Relationship Id="rId12" Type="http://schemas.openxmlformats.org/officeDocument/2006/relationships/slide" Target="slide2.xml"/><Relationship Id="rId13" Type="http://schemas.openxmlformats.org/officeDocument/2006/relationships/slide" Target="slide44.xml"/><Relationship Id="rId14" Type="http://schemas.openxmlformats.org/officeDocument/2006/relationships/audio" Target="../media/snd_correct.wav"/></Relationships>
</file>

<file path=ppt/slides/_rels/slide4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40.xml"/><Relationship Id="rId12" Type="http://schemas.openxmlformats.org/officeDocument/2006/relationships/slide" Target="slide2.xml"/><Relationship Id="rId13" Type="http://schemas.openxmlformats.org/officeDocument/2006/relationships/slide" Target="slide45.xml"/><Relationship Id="rId14" Type="http://schemas.openxmlformats.org/officeDocument/2006/relationships/audio" Target="../media/snd_correct.wav"/></Relationships>
</file>

<file path=ppt/slides/_rels/slide4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41.xml"/><Relationship Id="rId16" Type="http://schemas.openxmlformats.org/officeDocument/2006/relationships/slide" Target="slide2.xml"/><Relationship Id="rId17" Type="http://schemas.openxmlformats.org/officeDocument/2006/relationships/slide" Target="slide36.xml"/><Relationship Id="rId18" Type="http://schemas.openxmlformats.org/officeDocument/2006/relationships/audio" Target="../media/snd_wrong.wav"/></Relationships>
</file>

<file path=ppt/slides/_rels/slide4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42.xml"/><Relationship Id="rId16" Type="http://schemas.openxmlformats.org/officeDocument/2006/relationships/slide" Target="slide2.xml"/><Relationship Id="rId17" Type="http://schemas.openxmlformats.org/officeDocument/2006/relationships/slide" Target="slide37.xml"/><Relationship Id="rId18" Type="http://schemas.openxmlformats.org/officeDocument/2006/relationships/audio" Target="../media/snd_wrong.wav"/></Relationships>
</file>

<file path=ppt/slides/_rels/slide4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43.xml"/><Relationship Id="rId11" Type="http://schemas.openxmlformats.org/officeDocument/2006/relationships/slide" Target="slide2.xml"/><Relationship Id="rId12" Type="http://schemas.openxmlformats.org/officeDocument/2006/relationships/slide" Target="slide49.xml"/><Relationship Id="rId13" Type="http://schemas.openxmlformats.org/officeDocument/2006/relationships/slide" Target="slide46.xml"/></Relationships>
</file>

<file path=ppt/slides/_rels/slide4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44.xml"/><Relationship Id="rId11" Type="http://schemas.openxmlformats.org/officeDocument/2006/relationships/slide" Target="slide2.xml"/><Relationship Id="rId12" Type="http://schemas.openxmlformats.org/officeDocument/2006/relationships/slide" Target="slide50.xml"/><Relationship Id="rId13" Type="http://schemas.openxmlformats.org/officeDocument/2006/relationships/slide" Target="slide47.xml"/></Relationships>
</file>

<file path=ppt/slides/_rels/slide4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45.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48.xml"/></Relationships>
</file>

<file path=ppt/slides/_rels/slide4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46.xml"/><Relationship Id="rId12" Type="http://schemas.openxmlformats.org/officeDocument/2006/relationships/slide" Target="slide2.xml"/><Relationship Id="rId13" Type="http://schemas.openxmlformats.org/officeDocument/2006/relationships/slide" Target="slide51.xml"/><Relationship Id="rId14" Type="http://schemas.openxmlformats.org/officeDocument/2006/relationships/audio" Target="../media/snd_correct.wav"/></Relationships>
</file>

<file path=ppt/slides/_rels/slide4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47.xml"/><Relationship Id="rId12" Type="http://schemas.openxmlformats.org/officeDocument/2006/relationships/slide" Target="slide2.xml"/><Relationship Id="rId13" Type="http://schemas.openxmlformats.org/officeDocument/2006/relationships/slide" Target="slide52.xml"/><Relationship Id="rId14" Type="http://schemas.openxmlformats.org/officeDocument/2006/relationships/audio" Target="../media/snd_correct.wav"/></Relationships>
</file>

<file path=ppt/slides/_rels/slide4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4.xml"/><Relationship Id="rId11" Type="http://schemas.openxmlformats.org/officeDocument/2006/relationships/notesSlide" Target="../notesSlides/notesSlide48.xml"/><Relationship Id="rId12" Type="http://schemas.openxmlformats.org/officeDocument/2006/relationships/slide" Target="slide2.xml"/><Relationship Id="rId13" Type="http://schemas.openxmlformats.org/officeDocument/2006/relationships/slide" Target="slide53.xml"/><Relationship Id="rId14" Type="http://schemas.openxmlformats.org/officeDocument/2006/relationships/audio" Target="../media/snd_correct.wav"/></Relationships>
</file>

<file path=ppt/slides/_rels/slide4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49.xml"/><Relationship Id="rId16" Type="http://schemas.openxmlformats.org/officeDocument/2006/relationships/slide" Target="slide2.xml"/><Relationship Id="rId17" Type="http://schemas.openxmlformats.org/officeDocument/2006/relationships/slide" Target="slide44.xml"/><Relationship Id="rId18" Type="http://schemas.openxmlformats.org/officeDocument/2006/relationships/audio" Target="../media/snd_wrong.wav"/></Relationships>
</file>

<file path=ppt/slides/_rels/slide5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50.xml"/><Relationship Id="rId16" Type="http://schemas.openxmlformats.org/officeDocument/2006/relationships/slide" Target="slide2.xml"/><Relationship Id="rId17" Type="http://schemas.openxmlformats.org/officeDocument/2006/relationships/slide" Target="slide45.xml"/><Relationship Id="rId18" Type="http://schemas.openxmlformats.org/officeDocument/2006/relationships/audio" Target="../media/snd_wrong.wav"/></Relationships>
</file>

<file path=ppt/slides/_rels/slide5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51.xml"/><Relationship Id="rId11" Type="http://schemas.openxmlformats.org/officeDocument/2006/relationships/slide" Target="slide2.xml"/><Relationship Id="rId12" Type="http://schemas.openxmlformats.org/officeDocument/2006/relationships/slide" Target="slide57.xml"/><Relationship Id="rId13" Type="http://schemas.openxmlformats.org/officeDocument/2006/relationships/slide" Target="slide54.xml"/></Relationships>
</file>

<file path=ppt/slides/_rels/slide5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52.xml"/><Relationship Id="rId11" Type="http://schemas.openxmlformats.org/officeDocument/2006/relationships/slide" Target="slide2.xml"/><Relationship Id="rId12" Type="http://schemas.openxmlformats.org/officeDocument/2006/relationships/slide" Target="slide58.xml"/><Relationship Id="rId13" Type="http://schemas.openxmlformats.org/officeDocument/2006/relationships/slide" Target="slide55.xml"/></Relationships>
</file>

<file path=ppt/slides/_rels/slide5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4.xml"/><Relationship Id="rId10" Type="http://schemas.openxmlformats.org/officeDocument/2006/relationships/notesSlide" Target="../notesSlides/notesSlide53.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56.xml"/></Relationships>
</file>

<file path=ppt/slides/_rels/slide5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4.xml"/><Relationship Id="rId12" Type="http://schemas.openxmlformats.org/officeDocument/2006/relationships/notesSlide" Target="../notesSlides/notesSlide54.xml"/><Relationship Id="rId13" Type="http://schemas.openxmlformats.org/officeDocument/2006/relationships/slide" Target="slide2.xml"/><Relationship Id="rId14" Type="http://schemas.openxmlformats.org/officeDocument/2006/relationships/slide" Target="slide59.xml"/><Relationship Id="rId15" Type="http://schemas.openxmlformats.org/officeDocument/2006/relationships/audio" Target="../media/snd_correct.wav"/></Relationships>
</file>

<file path=ppt/slides/_rels/slide5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4.xml"/><Relationship Id="rId12" Type="http://schemas.openxmlformats.org/officeDocument/2006/relationships/notesSlide" Target="../notesSlides/notesSlide55.xml"/><Relationship Id="rId13" Type="http://schemas.openxmlformats.org/officeDocument/2006/relationships/slide" Target="slide2.xml"/><Relationship Id="rId14" Type="http://schemas.openxmlformats.org/officeDocument/2006/relationships/slide" Target="slide60.xml"/><Relationship Id="rId15" Type="http://schemas.openxmlformats.org/officeDocument/2006/relationships/audio" Target="../media/snd_correct.wav"/></Relationships>
</file>

<file path=ppt/slides/_rels/slide5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4.xml"/><Relationship Id="rId12" Type="http://schemas.openxmlformats.org/officeDocument/2006/relationships/notesSlide" Target="../notesSlides/notesSlide56.xml"/><Relationship Id="rId13" Type="http://schemas.openxmlformats.org/officeDocument/2006/relationships/slide" Target="slide2.xml"/><Relationship Id="rId14" Type="http://schemas.openxmlformats.org/officeDocument/2006/relationships/slide" Target="slide61.xml"/><Relationship Id="rId15" Type="http://schemas.openxmlformats.org/officeDocument/2006/relationships/audio" Target="../media/snd_correct.wav"/></Relationships>
</file>

<file path=ppt/slides/_rels/slide5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57.xml"/><Relationship Id="rId16" Type="http://schemas.openxmlformats.org/officeDocument/2006/relationships/slide" Target="slide2.xml"/><Relationship Id="rId17" Type="http://schemas.openxmlformats.org/officeDocument/2006/relationships/slide" Target="slide52.xml"/><Relationship Id="rId18" Type="http://schemas.openxmlformats.org/officeDocument/2006/relationships/audio" Target="../media/snd_wrong.wav"/></Relationships>
</file>

<file path=ppt/slides/_rels/slide5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4.xml"/><Relationship Id="rId15" Type="http://schemas.openxmlformats.org/officeDocument/2006/relationships/notesSlide" Target="../notesSlides/notesSlide58.xml"/><Relationship Id="rId16" Type="http://schemas.openxmlformats.org/officeDocument/2006/relationships/slide" Target="slide2.xml"/><Relationship Id="rId17" Type="http://schemas.openxmlformats.org/officeDocument/2006/relationships/slide" Target="slide53.xml"/><Relationship Id="rId18" Type="http://schemas.openxmlformats.org/officeDocument/2006/relationships/audio" Target="../media/snd_wrong.wav"/></Relationships>
</file>

<file path=ppt/slides/_rels/slide5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59-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59-8.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5.xml"/><Relationship Id="rId16" Type="http://schemas.openxmlformats.org/officeDocument/2006/relationships/notesSlide" Target="../notesSlides/notesSlide59.xml"/><Relationship Id="rId17" Type="http://schemas.openxmlformats.org/officeDocument/2006/relationships/slide" Target="slide2.xml"/><Relationship Id="rId18" Type="http://schemas.openxmlformats.org/officeDocument/2006/relationships/slide" Target="slide62.xml"/></Relationships>
</file>

<file path=ppt/slides/_rels/slide6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59-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59-8.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5.xml"/><Relationship Id="rId16" Type="http://schemas.openxmlformats.org/officeDocument/2006/relationships/notesSlide" Target="../notesSlides/notesSlide60.xml"/><Relationship Id="rId17" Type="http://schemas.openxmlformats.org/officeDocument/2006/relationships/slide" Target="slide2.xml"/><Relationship Id="rId18" Type="http://schemas.openxmlformats.org/officeDocument/2006/relationships/slide" Target="slide63.xml"/></Relationships>
</file>

<file path=ppt/slides/_rels/slide6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59-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59-8.png"/><Relationship Id="rId13" Type="http://schemas.openxmlformats.org/officeDocument/2006/relationships/image" Target="../media/image-6-3.png"/><Relationship Id="rId14" Type="http://schemas.openxmlformats.org/officeDocument/2006/relationships/image" Target="../media/image-6-3.png"/><Relationship Id="rId15" Type="http://schemas.openxmlformats.org/officeDocument/2006/relationships/slideLayout" Target="../slideLayouts/slideLayout5.xml"/><Relationship Id="rId16" Type="http://schemas.openxmlformats.org/officeDocument/2006/relationships/notesSlide" Target="../notesSlides/notesSlide61.xml"/><Relationship Id="rId17" Type="http://schemas.openxmlformats.org/officeDocument/2006/relationships/slide" Target="slide2.xml"/><Relationship Id="rId18" Type="http://schemas.openxmlformats.org/officeDocument/2006/relationships/slide" Target="slide64.xml"/></Relationships>
</file>

<file path=ppt/slides/_rels/slide6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62.xml"/><Relationship Id="rId11" Type="http://schemas.openxmlformats.org/officeDocument/2006/relationships/slide" Target="slide2.xml"/><Relationship Id="rId12" Type="http://schemas.openxmlformats.org/officeDocument/2006/relationships/slide" Target="slide68.xml"/><Relationship Id="rId13" Type="http://schemas.openxmlformats.org/officeDocument/2006/relationships/slide" Target="slide65.xml"/></Relationships>
</file>

<file path=ppt/slides/_rels/slide6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63.xml"/><Relationship Id="rId11" Type="http://schemas.openxmlformats.org/officeDocument/2006/relationships/slide" Target="slide2.xml"/><Relationship Id="rId12" Type="http://schemas.openxmlformats.org/officeDocument/2006/relationships/slide" Target="slide69.xml"/><Relationship Id="rId13" Type="http://schemas.openxmlformats.org/officeDocument/2006/relationships/slide" Target="slide66.xml"/></Relationships>
</file>

<file path=ppt/slides/_rels/slide6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64.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67.xml"/></Relationships>
</file>

<file path=ppt/slides/_rels/slide6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65.xml"/><Relationship Id="rId12" Type="http://schemas.openxmlformats.org/officeDocument/2006/relationships/slide" Target="slide2.xml"/><Relationship Id="rId13" Type="http://schemas.openxmlformats.org/officeDocument/2006/relationships/slide" Target="slide70.xml"/><Relationship Id="rId14" Type="http://schemas.openxmlformats.org/officeDocument/2006/relationships/audio" Target="../media/snd_correct.wav"/></Relationships>
</file>

<file path=ppt/slides/_rels/slide6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66.xml"/><Relationship Id="rId12" Type="http://schemas.openxmlformats.org/officeDocument/2006/relationships/slide" Target="slide2.xml"/><Relationship Id="rId13" Type="http://schemas.openxmlformats.org/officeDocument/2006/relationships/slide" Target="slide71.xml"/><Relationship Id="rId14" Type="http://schemas.openxmlformats.org/officeDocument/2006/relationships/audio" Target="../media/snd_correct.wav"/></Relationships>
</file>

<file path=ppt/slides/_rels/slide6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67.xml"/><Relationship Id="rId12" Type="http://schemas.openxmlformats.org/officeDocument/2006/relationships/slide" Target="slide2.xml"/><Relationship Id="rId13" Type="http://schemas.openxmlformats.org/officeDocument/2006/relationships/slide" Target="slide72.xml"/><Relationship Id="rId14" Type="http://schemas.openxmlformats.org/officeDocument/2006/relationships/audio" Target="../media/snd_correct.wav"/></Relationships>
</file>

<file path=ppt/slides/_rels/slide6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68.xml"/><Relationship Id="rId16" Type="http://schemas.openxmlformats.org/officeDocument/2006/relationships/slide" Target="slide2.xml"/><Relationship Id="rId17" Type="http://schemas.openxmlformats.org/officeDocument/2006/relationships/slide" Target="slide63.xml"/><Relationship Id="rId18" Type="http://schemas.openxmlformats.org/officeDocument/2006/relationships/audio" Target="../media/snd_wrong.wav"/></Relationships>
</file>

<file path=ppt/slides/_rels/slide6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69.xml"/><Relationship Id="rId16" Type="http://schemas.openxmlformats.org/officeDocument/2006/relationships/slide" Target="slide2.xml"/><Relationship Id="rId17" Type="http://schemas.openxmlformats.org/officeDocument/2006/relationships/slide" Target="slide64.xml"/><Relationship Id="rId18" Type="http://schemas.openxmlformats.org/officeDocument/2006/relationships/audio" Target="../media/snd_wrong.wav"/></Relationships>
</file>

<file path=ppt/slides/_rels/slide7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70.xml"/><Relationship Id="rId11" Type="http://schemas.openxmlformats.org/officeDocument/2006/relationships/slide" Target="slide2.xml"/><Relationship Id="rId12" Type="http://schemas.openxmlformats.org/officeDocument/2006/relationships/slide" Target="slide73.xml"/><Relationship Id="rId13" Type="http://schemas.openxmlformats.org/officeDocument/2006/relationships/slide" Target="slide76.xml"/></Relationships>
</file>

<file path=ppt/slides/_rels/slide7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71.xml"/><Relationship Id="rId11" Type="http://schemas.openxmlformats.org/officeDocument/2006/relationships/slide" Target="slide2.xml"/><Relationship Id="rId12" Type="http://schemas.openxmlformats.org/officeDocument/2006/relationships/slide" Target="slide74.xml"/><Relationship Id="rId13" Type="http://schemas.openxmlformats.org/officeDocument/2006/relationships/slide" Target="slide77.xml"/></Relationships>
</file>

<file path=ppt/slides/_rels/slide7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72.xml"/><Relationship Id="rId11" Type="http://schemas.openxmlformats.org/officeDocument/2006/relationships/slide" Target="slide2.xml"/><Relationship Id="rId12" Type="http://schemas.openxmlformats.org/officeDocument/2006/relationships/slide" Target="slide75.xml"/><Relationship Id="rId13" Type="http://schemas.openxmlformats.org/officeDocument/2006/relationships/slide" Target="slide132.xml"/></Relationships>
</file>

<file path=ppt/slides/_rels/slide7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73.xml"/><Relationship Id="rId12" Type="http://schemas.openxmlformats.org/officeDocument/2006/relationships/slide" Target="slide2.xml"/><Relationship Id="rId13" Type="http://schemas.openxmlformats.org/officeDocument/2006/relationships/slide" Target="slide78.xml"/><Relationship Id="rId14" Type="http://schemas.openxmlformats.org/officeDocument/2006/relationships/audio" Target="../media/snd_correct.wav"/></Relationships>
</file>

<file path=ppt/slides/_rels/slide7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74.xml"/><Relationship Id="rId12" Type="http://schemas.openxmlformats.org/officeDocument/2006/relationships/slide" Target="slide2.xml"/><Relationship Id="rId13" Type="http://schemas.openxmlformats.org/officeDocument/2006/relationships/slide" Target="slide79.xml"/><Relationship Id="rId14" Type="http://schemas.openxmlformats.org/officeDocument/2006/relationships/audio" Target="../media/snd_correct.wav"/></Relationships>
</file>

<file path=ppt/slides/_rels/slide7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5.xml"/><Relationship Id="rId11" Type="http://schemas.openxmlformats.org/officeDocument/2006/relationships/notesSlide" Target="../notesSlides/notesSlide75.xml"/><Relationship Id="rId12" Type="http://schemas.openxmlformats.org/officeDocument/2006/relationships/slide" Target="slide2.xml"/><Relationship Id="rId13" Type="http://schemas.openxmlformats.org/officeDocument/2006/relationships/slide" Target="slide80.xml"/><Relationship Id="rId14" Type="http://schemas.openxmlformats.org/officeDocument/2006/relationships/audio" Target="../media/snd_correct.wav"/></Relationships>
</file>

<file path=ppt/slides/_rels/slide7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76.xml"/><Relationship Id="rId16" Type="http://schemas.openxmlformats.org/officeDocument/2006/relationships/slide" Target="slide2.xml"/><Relationship Id="rId17" Type="http://schemas.openxmlformats.org/officeDocument/2006/relationships/slide" Target="slide71.xml"/><Relationship Id="rId18" Type="http://schemas.openxmlformats.org/officeDocument/2006/relationships/audio" Target="../media/snd_wrong.wav"/></Relationships>
</file>

<file path=ppt/slides/_rels/slide7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77.xml"/><Relationship Id="rId16" Type="http://schemas.openxmlformats.org/officeDocument/2006/relationships/slide" Target="slide2.xml"/><Relationship Id="rId17" Type="http://schemas.openxmlformats.org/officeDocument/2006/relationships/slide" Target="slide72.xml"/><Relationship Id="rId18" Type="http://schemas.openxmlformats.org/officeDocument/2006/relationships/audio" Target="../media/snd_wrong.wav"/></Relationships>
</file>

<file path=ppt/slides/_rels/slide7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78.xml"/><Relationship Id="rId11" Type="http://schemas.openxmlformats.org/officeDocument/2006/relationships/slide" Target="slide2.xml"/><Relationship Id="rId12" Type="http://schemas.openxmlformats.org/officeDocument/2006/relationships/slide" Target="slide84.xml"/><Relationship Id="rId13" Type="http://schemas.openxmlformats.org/officeDocument/2006/relationships/slide" Target="slide81.xml"/></Relationships>
</file>

<file path=ppt/slides/_rels/slide7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79.xml"/><Relationship Id="rId11" Type="http://schemas.openxmlformats.org/officeDocument/2006/relationships/slide" Target="slide2.xml"/><Relationship Id="rId12" Type="http://schemas.openxmlformats.org/officeDocument/2006/relationships/slide" Target="slide85.xml"/><Relationship Id="rId13" Type="http://schemas.openxmlformats.org/officeDocument/2006/relationships/slide" Target="slide82.xml"/></Relationships>
</file>

<file path=ppt/slides/_rels/slide8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5.xml"/><Relationship Id="rId10" Type="http://schemas.openxmlformats.org/officeDocument/2006/relationships/notesSlide" Target="../notesSlides/notesSlide80.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83.xml"/></Relationships>
</file>

<file path=ppt/slides/_rels/slide8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5.xml"/><Relationship Id="rId12" Type="http://schemas.openxmlformats.org/officeDocument/2006/relationships/notesSlide" Target="../notesSlides/notesSlide81.xml"/><Relationship Id="rId13" Type="http://schemas.openxmlformats.org/officeDocument/2006/relationships/slide" Target="slide2.xml"/><Relationship Id="rId14" Type="http://schemas.openxmlformats.org/officeDocument/2006/relationships/slide" Target="slide86.xml"/><Relationship Id="rId15" Type="http://schemas.openxmlformats.org/officeDocument/2006/relationships/audio" Target="../media/snd_correct.wav"/></Relationships>
</file>

<file path=ppt/slides/_rels/slide8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5.xml"/><Relationship Id="rId12" Type="http://schemas.openxmlformats.org/officeDocument/2006/relationships/notesSlide" Target="../notesSlides/notesSlide82.xml"/><Relationship Id="rId13" Type="http://schemas.openxmlformats.org/officeDocument/2006/relationships/slide" Target="slide2.xml"/><Relationship Id="rId14" Type="http://schemas.openxmlformats.org/officeDocument/2006/relationships/slide" Target="slide87.xml"/><Relationship Id="rId15" Type="http://schemas.openxmlformats.org/officeDocument/2006/relationships/audio" Target="../media/snd_correct.wav"/></Relationships>
</file>

<file path=ppt/slides/_rels/slide8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5.xml"/><Relationship Id="rId12" Type="http://schemas.openxmlformats.org/officeDocument/2006/relationships/notesSlide" Target="../notesSlides/notesSlide83.xml"/><Relationship Id="rId13" Type="http://schemas.openxmlformats.org/officeDocument/2006/relationships/slide" Target="slide2.xml"/><Relationship Id="rId14" Type="http://schemas.openxmlformats.org/officeDocument/2006/relationships/slide" Target="slide88.xml"/><Relationship Id="rId15" Type="http://schemas.openxmlformats.org/officeDocument/2006/relationships/audio" Target="../media/snd_correct.wav"/></Relationships>
</file>

<file path=ppt/slides/_rels/slide8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84.xml"/><Relationship Id="rId16" Type="http://schemas.openxmlformats.org/officeDocument/2006/relationships/slide" Target="slide2.xml"/><Relationship Id="rId17" Type="http://schemas.openxmlformats.org/officeDocument/2006/relationships/slide" Target="slide79.xml"/><Relationship Id="rId18" Type="http://schemas.openxmlformats.org/officeDocument/2006/relationships/audio" Target="../media/snd_wrong.wav"/></Relationships>
</file>

<file path=ppt/slides/_rels/slide8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7-1.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5.xml"/><Relationship Id="rId15" Type="http://schemas.openxmlformats.org/officeDocument/2006/relationships/notesSlide" Target="../notesSlides/notesSlide85.xml"/><Relationship Id="rId16" Type="http://schemas.openxmlformats.org/officeDocument/2006/relationships/slide" Target="slide2.xml"/><Relationship Id="rId17" Type="http://schemas.openxmlformats.org/officeDocument/2006/relationships/slide" Target="slide80.xml"/><Relationship Id="rId18" Type="http://schemas.openxmlformats.org/officeDocument/2006/relationships/audio" Target="../media/snd_wrong.wav"/></Relationships>
</file>

<file path=ppt/slides/_rels/slide8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86-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86-8.png"/><Relationship Id="rId14" Type="http://schemas.openxmlformats.org/officeDocument/2006/relationships/image" Target="../media/image-6-3.png"/><Relationship Id="rId15" Type="http://schemas.openxmlformats.org/officeDocument/2006/relationships/slideLayout" Target="../slideLayouts/slideLayout6.xml"/><Relationship Id="rId16" Type="http://schemas.openxmlformats.org/officeDocument/2006/relationships/notesSlide" Target="../notesSlides/notesSlide86.xml"/><Relationship Id="rId17" Type="http://schemas.openxmlformats.org/officeDocument/2006/relationships/slide" Target="slide2.xml"/><Relationship Id="rId18" Type="http://schemas.openxmlformats.org/officeDocument/2006/relationships/slide" Target="slide89.xml"/></Relationships>
</file>

<file path=ppt/slides/_rels/slide8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86-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86-8.png"/><Relationship Id="rId14" Type="http://schemas.openxmlformats.org/officeDocument/2006/relationships/image" Target="../media/image-6-3.png"/><Relationship Id="rId15" Type="http://schemas.openxmlformats.org/officeDocument/2006/relationships/slideLayout" Target="../slideLayouts/slideLayout6.xml"/><Relationship Id="rId16" Type="http://schemas.openxmlformats.org/officeDocument/2006/relationships/notesSlide" Target="../notesSlides/notesSlide87.xml"/><Relationship Id="rId17" Type="http://schemas.openxmlformats.org/officeDocument/2006/relationships/slide" Target="slide2.xml"/><Relationship Id="rId18" Type="http://schemas.openxmlformats.org/officeDocument/2006/relationships/slide" Target="slide90.xml"/></Relationships>
</file>

<file path=ppt/slides/_rels/slide8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86-8.png"/><Relationship Id="rId9" Type="http://schemas.openxmlformats.org/officeDocument/2006/relationships/image" Target="../media/image-6-1.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86-8.png"/><Relationship Id="rId14" Type="http://schemas.openxmlformats.org/officeDocument/2006/relationships/image" Target="../media/image-6-3.png"/><Relationship Id="rId15" Type="http://schemas.openxmlformats.org/officeDocument/2006/relationships/slideLayout" Target="../slideLayouts/slideLayout6.xml"/><Relationship Id="rId16" Type="http://schemas.openxmlformats.org/officeDocument/2006/relationships/notesSlide" Target="../notesSlides/notesSlide88.xml"/><Relationship Id="rId17" Type="http://schemas.openxmlformats.org/officeDocument/2006/relationships/slide" Target="slide2.xml"/><Relationship Id="rId18" Type="http://schemas.openxmlformats.org/officeDocument/2006/relationships/slide" Target="slide91.xml"/></Relationships>
</file>

<file path=ppt/slides/_rels/slide8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image" Target="../media/image-89-9.png"/><Relationship Id="rId10" Type="http://schemas.openxmlformats.org/officeDocument/2006/relationships/image" Target="../media/image-89-9.png"/><Relationship Id="rId11" Type="http://schemas.openxmlformats.org/officeDocument/2006/relationships/image" Target="../media/image-89-9.png"/><Relationship Id="rId12" Type="http://schemas.openxmlformats.org/officeDocument/2006/relationships/image" Target="../media/image-89-9.png"/><Relationship Id="rId13" Type="http://schemas.openxmlformats.org/officeDocument/2006/relationships/slideLayout" Target="../slideLayouts/slideLayout6.xml"/><Relationship Id="rId14" Type="http://schemas.openxmlformats.org/officeDocument/2006/relationships/notesSlide" Target="../notesSlides/notesSlide89.xml"/><Relationship Id="rId15" Type="http://schemas.openxmlformats.org/officeDocument/2006/relationships/slide" Target="slide2.xml"/><Relationship Id="rId16" Type="http://schemas.openxmlformats.org/officeDocument/2006/relationships/slide" Target="slide92.xml"/><Relationship Id="rId17" Type="http://schemas.openxmlformats.org/officeDocument/2006/relationships/slide" Target="slide95.xml"/></Relationships>
</file>

<file path=ppt/slides/_rels/slide9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image" Target="../media/image-89-9.png"/><Relationship Id="rId10" Type="http://schemas.openxmlformats.org/officeDocument/2006/relationships/image" Target="../media/image-89-9.png"/><Relationship Id="rId11" Type="http://schemas.openxmlformats.org/officeDocument/2006/relationships/image" Target="../media/image-89-9.png"/><Relationship Id="rId12" Type="http://schemas.openxmlformats.org/officeDocument/2006/relationships/image" Target="../media/image-89-9.png"/><Relationship Id="rId13" Type="http://schemas.openxmlformats.org/officeDocument/2006/relationships/slideLayout" Target="../slideLayouts/slideLayout6.xml"/><Relationship Id="rId14" Type="http://schemas.openxmlformats.org/officeDocument/2006/relationships/notesSlide" Target="../notesSlides/notesSlide90.xml"/><Relationship Id="rId15" Type="http://schemas.openxmlformats.org/officeDocument/2006/relationships/slide" Target="slide2.xml"/><Relationship Id="rId16" Type="http://schemas.openxmlformats.org/officeDocument/2006/relationships/slide" Target="slide93.xml"/><Relationship Id="rId17" Type="http://schemas.openxmlformats.org/officeDocument/2006/relationships/slide" Target="slide96.xml"/></Relationships>
</file>

<file path=ppt/slides/_rels/slide9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image" Target="../media/image-89-9.png"/><Relationship Id="rId10" Type="http://schemas.openxmlformats.org/officeDocument/2006/relationships/image" Target="../media/image-89-9.png"/><Relationship Id="rId11" Type="http://schemas.openxmlformats.org/officeDocument/2006/relationships/image" Target="../media/image-89-9.png"/><Relationship Id="rId12" Type="http://schemas.openxmlformats.org/officeDocument/2006/relationships/image" Target="../media/image-89-9.png"/><Relationship Id="rId13" Type="http://schemas.openxmlformats.org/officeDocument/2006/relationships/slideLayout" Target="../slideLayouts/slideLayout6.xml"/><Relationship Id="rId14" Type="http://schemas.openxmlformats.org/officeDocument/2006/relationships/notesSlide" Target="../notesSlides/notesSlide91.xml"/><Relationship Id="rId15" Type="http://schemas.openxmlformats.org/officeDocument/2006/relationships/slide" Target="slide2.xml"/><Relationship Id="rId16" Type="http://schemas.openxmlformats.org/officeDocument/2006/relationships/slide" Target="slide94.xml"/><Relationship Id="rId17" Type="http://schemas.openxmlformats.org/officeDocument/2006/relationships/slide" Target="slide132.xml"/></Relationships>
</file>

<file path=ppt/slides/_rels/slide9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92.xml"/><Relationship Id="rId12" Type="http://schemas.openxmlformats.org/officeDocument/2006/relationships/slide" Target="slide2.xml"/><Relationship Id="rId13" Type="http://schemas.openxmlformats.org/officeDocument/2006/relationships/slide" Target="slide97.xml"/><Relationship Id="rId14" Type="http://schemas.openxmlformats.org/officeDocument/2006/relationships/audio" Target="../media/snd_correct.wav"/></Relationships>
</file>

<file path=ppt/slides/_rels/slide9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93.xml"/><Relationship Id="rId12" Type="http://schemas.openxmlformats.org/officeDocument/2006/relationships/slide" Target="slide2.xml"/><Relationship Id="rId13" Type="http://schemas.openxmlformats.org/officeDocument/2006/relationships/slide" Target="slide98.xml"/><Relationship Id="rId14" Type="http://schemas.openxmlformats.org/officeDocument/2006/relationships/audio" Target="../media/snd_correct.wav"/></Relationships>
</file>

<file path=ppt/slides/_rels/slide9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94.xml"/><Relationship Id="rId12" Type="http://schemas.openxmlformats.org/officeDocument/2006/relationships/slide" Target="slide2.xml"/><Relationship Id="rId13" Type="http://schemas.openxmlformats.org/officeDocument/2006/relationships/slide" Target="slide99.xml"/><Relationship Id="rId14" Type="http://schemas.openxmlformats.org/officeDocument/2006/relationships/audio" Target="../media/snd_correct.wav"/></Relationships>
</file>

<file path=ppt/slides/_rels/slide9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95.xml"/><Relationship Id="rId16" Type="http://schemas.openxmlformats.org/officeDocument/2006/relationships/slide" Target="slide2.xml"/><Relationship Id="rId17" Type="http://schemas.openxmlformats.org/officeDocument/2006/relationships/slide" Target="slide90.xml"/><Relationship Id="rId18" Type="http://schemas.openxmlformats.org/officeDocument/2006/relationships/audio" Target="../media/snd_wrong.wav"/></Relationships>
</file>

<file path=ppt/slides/_rels/slide9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96.xml"/><Relationship Id="rId16" Type="http://schemas.openxmlformats.org/officeDocument/2006/relationships/slide" Target="slide2.xml"/><Relationship Id="rId17" Type="http://schemas.openxmlformats.org/officeDocument/2006/relationships/slide" Target="slide91.xml"/><Relationship Id="rId18" Type="http://schemas.openxmlformats.org/officeDocument/2006/relationships/audio" Target="../media/snd_wrong.wav"/></Relationships>
</file>

<file path=ppt/slides/_rels/slide9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97.xml"/><Relationship Id="rId11" Type="http://schemas.openxmlformats.org/officeDocument/2006/relationships/slide" Target="slide2.xml"/><Relationship Id="rId12" Type="http://schemas.openxmlformats.org/officeDocument/2006/relationships/slide" Target="slide103.xml"/><Relationship Id="rId13" Type="http://schemas.openxmlformats.org/officeDocument/2006/relationships/slide" Target="slide100.xml"/></Relationships>
</file>

<file path=ppt/slides/_rels/slide9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98.xml"/><Relationship Id="rId11" Type="http://schemas.openxmlformats.org/officeDocument/2006/relationships/slide" Target="slide2.xml"/><Relationship Id="rId12" Type="http://schemas.openxmlformats.org/officeDocument/2006/relationships/slide" Target="slide104.xml"/><Relationship Id="rId13" Type="http://schemas.openxmlformats.org/officeDocument/2006/relationships/slide" Target="slide101.xml"/></Relationships>
</file>

<file path=ppt/slides/_rels/slide9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99.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102.xml"/></Relationships>
</file>

<file path=ppt/slides/_rels/slide10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100.xml"/><Relationship Id="rId12" Type="http://schemas.openxmlformats.org/officeDocument/2006/relationships/slide" Target="slide2.xml"/><Relationship Id="rId13" Type="http://schemas.openxmlformats.org/officeDocument/2006/relationships/slide" Target="slide105.xml"/><Relationship Id="rId14" Type="http://schemas.openxmlformats.org/officeDocument/2006/relationships/audio" Target="../media/snd_correct.wav"/></Relationships>
</file>

<file path=ppt/slides/_rels/slide10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101.xml"/><Relationship Id="rId12" Type="http://schemas.openxmlformats.org/officeDocument/2006/relationships/slide" Target="slide2.xml"/><Relationship Id="rId13" Type="http://schemas.openxmlformats.org/officeDocument/2006/relationships/slide" Target="slide106.xml"/><Relationship Id="rId14" Type="http://schemas.openxmlformats.org/officeDocument/2006/relationships/audio" Target="../media/snd_correct.wav"/></Relationships>
</file>

<file path=ppt/slides/_rels/slide10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6.xml"/><Relationship Id="rId11" Type="http://schemas.openxmlformats.org/officeDocument/2006/relationships/notesSlide" Target="../notesSlides/notesSlide102.xml"/><Relationship Id="rId12" Type="http://schemas.openxmlformats.org/officeDocument/2006/relationships/slide" Target="slide2.xml"/><Relationship Id="rId13" Type="http://schemas.openxmlformats.org/officeDocument/2006/relationships/slide" Target="slide107.xml"/><Relationship Id="rId14" Type="http://schemas.openxmlformats.org/officeDocument/2006/relationships/audio" Target="../media/snd_correct.wav"/></Relationships>
</file>

<file path=ppt/slides/_rels/slide10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103.xml"/><Relationship Id="rId16" Type="http://schemas.openxmlformats.org/officeDocument/2006/relationships/slide" Target="slide2.xml"/><Relationship Id="rId17" Type="http://schemas.openxmlformats.org/officeDocument/2006/relationships/slide" Target="slide98.xml"/><Relationship Id="rId18" Type="http://schemas.openxmlformats.org/officeDocument/2006/relationships/audio" Target="../media/snd_wrong.wav"/></Relationships>
</file>

<file path=ppt/slides/_rels/slide10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104.xml"/><Relationship Id="rId16" Type="http://schemas.openxmlformats.org/officeDocument/2006/relationships/slide" Target="slide2.xml"/><Relationship Id="rId17" Type="http://schemas.openxmlformats.org/officeDocument/2006/relationships/slide" Target="slide99.xml"/><Relationship Id="rId18" Type="http://schemas.openxmlformats.org/officeDocument/2006/relationships/audio" Target="../media/snd_wrong.wav"/></Relationships>
</file>

<file path=ppt/slides/_rels/slide10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105.xml"/><Relationship Id="rId11" Type="http://schemas.openxmlformats.org/officeDocument/2006/relationships/slide" Target="slide2.xml"/><Relationship Id="rId12" Type="http://schemas.openxmlformats.org/officeDocument/2006/relationships/slide" Target="slide111.xml"/><Relationship Id="rId13" Type="http://schemas.openxmlformats.org/officeDocument/2006/relationships/slide" Target="slide108.xml"/></Relationships>
</file>

<file path=ppt/slides/_rels/slide10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106.xml"/><Relationship Id="rId11" Type="http://schemas.openxmlformats.org/officeDocument/2006/relationships/slide" Target="slide2.xml"/><Relationship Id="rId12" Type="http://schemas.openxmlformats.org/officeDocument/2006/relationships/slide" Target="slide112.xml"/><Relationship Id="rId13" Type="http://schemas.openxmlformats.org/officeDocument/2006/relationships/slide" Target="slide109.xml"/></Relationships>
</file>

<file path=ppt/slides/_rels/slide10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6-1.png"/><Relationship Id="rId9" Type="http://schemas.openxmlformats.org/officeDocument/2006/relationships/slideLayout" Target="../slideLayouts/slideLayout6.xml"/><Relationship Id="rId10" Type="http://schemas.openxmlformats.org/officeDocument/2006/relationships/notesSlide" Target="../notesSlides/notesSlide107.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110.xml"/></Relationships>
</file>

<file path=ppt/slides/_rels/slide10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6.xml"/><Relationship Id="rId12" Type="http://schemas.openxmlformats.org/officeDocument/2006/relationships/notesSlide" Target="../notesSlides/notesSlide108.xml"/><Relationship Id="rId13" Type="http://schemas.openxmlformats.org/officeDocument/2006/relationships/slide" Target="slide2.xml"/><Relationship Id="rId14" Type="http://schemas.openxmlformats.org/officeDocument/2006/relationships/slide" Target="slide113.xml"/><Relationship Id="rId15" Type="http://schemas.openxmlformats.org/officeDocument/2006/relationships/audio" Target="../media/snd_correct.wav"/></Relationships>
</file>

<file path=ppt/slides/_rels/slide10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6.xml"/><Relationship Id="rId12" Type="http://schemas.openxmlformats.org/officeDocument/2006/relationships/notesSlide" Target="../notesSlides/notesSlide109.xml"/><Relationship Id="rId13" Type="http://schemas.openxmlformats.org/officeDocument/2006/relationships/slide" Target="slide2.xml"/><Relationship Id="rId14" Type="http://schemas.openxmlformats.org/officeDocument/2006/relationships/slide" Target="slide114.xml"/><Relationship Id="rId15" Type="http://schemas.openxmlformats.org/officeDocument/2006/relationships/audio" Target="../media/snd_correct.wav"/></Relationships>
</file>

<file path=ppt/slides/_rels/slide11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image" Target="../media/image-2-4.png"/><Relationship Id="rId11" Type="http://schemas.openxmlformats.org/officeDocument/2006/relationships/slideLayout" Target="../slideLayouts/slideLayout6.xml"/><Relationship Id="rId12" Type="http://schemas.openxmlformats.org/officeDocument/2006/relationships/notesSlide" Target="../notesSlides/notesSlide110.xml"/><Relationship Id="rId13" Type="http://schemas.openxmlformats.org/officeDocument/2006/relationships/slide" Target="slide2.xml"/><Relationship Id="rId14" Type="http://schemas.openxmlformats.org/officeDocument/2006/relationships/slide" Target="slide115.xml"/><Relationship Id="rId15" Type="http://schemas.openxmlformats.org/officeDocument/2006/relationships/audio" Target="../media/snd_correct.wav"/></Relationships>
</file>

<file path=ppt/slides/_rels/slide11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111.xml"/><Relationship Id="rId16" Type="http://schemas.openxmlformats.org/officeDocument/2006/relationships/slide" Target="slide2.xml"/><Relationship Id="rId17" Type="http://schemas.openxmlformats.org/officeDocument/2006/relationships/slide" Target="slide106.xml"/><Relationship Id="rId18" Type="http://schemas.openxmlformats.org/officeDocument/2006/relationships/audio" Target="../media/snd_wrong.wav"/></Relationships>
</file>

<file path=ppt/slides/_rels/slide11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7-1.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6.xml"/><Relationship Id="rId15" Type="http://schemas.openxmlformats.org/officeDocument/2006/relationships/notesSlide" Target="../notesSlides/notesSlide112.xml"/><Relationship Id="rId16" Type="http://schemas.openxmlformats.org/officeDocument/2006/relationships/slide" Target="slide2.xml"/><Relationship Id="rId17" Type="http://schemas.openxmlformats.org/officeDocument/2006/relationships/slide" Target="slide107.xml"/><Relationship Id="rId18" Type="http://schemas.openxmlformats.org/officeDocument/2006/relationships/audio" Target="../media/snd_wrong.wav"/></Relationships>
</file>

<file path=ppt/slides/_rels/slide11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3-8.png"/><Relationship Id="rId9" Type="http://schemas.openxmlformats.org/officeDocument/2006/relationships/image" Target="../media/image-113-9.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32-10.png"/><Relationship Id="rId14" Type="http://schemas.openxmlformats.org/officeDocument/2006/relationships/image" Target="../media/image-113-8.png"/><Relationship Id="rId15" Type="http://schemas.openxmlformats.org/officeDocument/2006/relationships/slideLayout" Target="../slideLayouts/slideLayout7.xml"/><Relationship Id="rId16" Type="http://schemas.openxmlformats.org/officeDocument/2006/relationships/notesSlide" Target="../notesSlides/notesSlide113.xml"/><Relationship Id="rId17" Type="http://schemas.openxmlformats.org/officeDocument/2006/relationships/slide" Target="slide2.xml"/><Relationship Id="rId18" Type="http://schemas.openxmlformats.org/officeDocument/2006/relationships/slide" Target="slide116.xml"/></Relationships>
</file>

<file path=ppt/slides/_rels/slide11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3-8.png"/><Relationship Id="rId9" Type="http://schemas.openxmlformats.org/officeDocument/2006/relationships/image" Target="../media/image-113-9.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32-10.png"/><Relationship Id="rId14" Type="http://schemas.openxmlformats.org/officeDocument/2006/relationships/image" Target="../media/image-113-8.png"/><Relationship Id="rId15" Type="http://schemas.openxmlformats.org/officeDocument/2006/relationships/slideLayout" Target="../slideLayouts/slideLayout7.xml"/><Relationship Id="rId16" Type="http://schemas.openxmlformats.org/officeDocument/2006/relationships/notesSlide" Target="../notesSlides/notesSlide114.xml"/><Relationship Id="rId17" Type="http://schemas.openxmlformats.org/officeDocument/2006/relationships/slide" Target="slide2.xml"/><Relationship Id="rId18" Type="http://schemas.openxmlformats.org/officeDocument/2006/relationships/slide" Target="slide117.xml"/></Relationships>
</file>

<file path=ppt/slides/_rels/slide11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3-8.png"/><Relationship Id="rId9" Type="http://schemas.openxmlformats.org/officeDocument/2006/relationships/image" Target="../media/image-113-9.png"/><Relationship Id="rId10" Type="http://schemas.openxmlformats.org/officeDocument/2006/relationships/image" Target="../media/image-32-10.png"/><Relationship Id="rId11" Type="http://schemas.openxmlformats.org/officeDocument/2006/relationships/image" Target="../media/image-32-10.png"/><Relationship Id="rId12" Type="http://schemas.openxmlformats.org/officeDocument/2006/relationships/image" Target="../media/image-32-10.png"/><Relationship Id="rId13" Type="http://schemas.openxmlformats.org/officeDocument/2006/relationships/image" Target="../media/image-32-10.png"/><Relationship Id="rId14" Type="http://schemas.openxmlformats.org/officeDocument/2006/relationships/image" Target="../media/image-113-8.png"/><Relationship Id="rId15" Type="http://schemas.openxmlformats.org/officeDocument/2006/relationships/slideLayout" Target="../slideLayouts/slideLayout7.xml"/><Relationship Id="rId16" Type="http://schemas.openxmlformats.org/officeDocument/2006/relationships/notesSlide" Target="../notesSlides/notesSlide115.xml"/><Relationship Id="rId17" Type="http://schemas.openxmlformats.org/officeDocument/2006/relationships/slide" Target="slide2.xml"/><Relationship Id="rId18" Type="http://schemas.openxmlformats.org/officeDocument/2006/relationships/slide" Target="slide118.xml"/></Relationships>
</file>

<file path=ppt/slides/_rels/slide11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3-9.png"/><Relationship Id="rId9" Type="http://schemas.openxmlformats.org/officeDocument/2006/relationships/slideLayout" Target="../slideLayouts/slideLayout7.xml"/><Relationship Id="rId10" Type="http://schemas.openxmlformats.org/officeDocument/2006/relationships/notesSlide" Target="../notesSlides/notesSlide116.xml"/><Relationship Id="rId11" Type="http://schemas.openxmlformats.org/officeDocument/2006/relationships/slide" Target="slide2.xml"/><Relationship Id="rId12" Type="http://schemas.openxmlformats.org/officeDocument/2006/relationships/slide" Target="slide122.xml"/><Relationship Id="rId13" Type="http://schemas.openxmlformats.org/officeDocument/2006/relationships/slide" Target="slide119.xml"/></Relationships>
</file>

<file path=ppt/slides/_rels/slide11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3-9.png"/><Relationship Id="rId9" Type="http://schemas.openxmlformats.org/officeDocument/2006/relationships/slideLayout" Target="../slideLayouts/slideLayout7.xml"/><Relationship Id="rId10" Type="http://schemas.openxmlformats.org/officeDocument/2006/relationships/notesSlide" Target="../notesSlides/notesSlide117.xml"/><Relationship Id="rId11" Type="http://schemas.openxmlformats.org/officeDocument/2006/relationships/slide" Target="slide2.xml"/><Relationship Id="rId12" Type="http://schemas.openxmlformats.org/officeDocument/2006/relationships/slide" Target="slide123.xml"/><Relationship Id="rId13" Type="http://schemas.openxmlformats.org/officeDocument/2006/relationships/slide" Target="slide120.xml"/></Relationships>
</file>

<file path=ppt/slides/_rels/slide11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3-9.png"/><Relationship Id="rId9" Type="http://schemas.openxmlformats.org/officeDocument/2006/relationships/slideLayout" Target="../slideLayouts/slideLayout7.xml"/><Relationship Id="rId10" Type="http://schemas.openxmlformats.org/officeDocument/2006/relationships/notesSlide" Target="../notesSlides/notesSlide118.xml"/><Relationship Id="rId11" Type="http://schemas.openxmlformats.org/officeDocument/2006/relationships/slide" Target="slide2.xml"/><Relationship Id="rId12" Type="http://schemas.openxmlformats.org/officeDocument/2006/relationships/slide" Target="slide132.xml"/><Relationship Id="rId13" Type="http://schemas.openxmlformats.org/officeDocument/2006/relationships/slide" Target="slide121.xml"/></Relationships>
</file>

<file path=ppt/slides/_rels/slide11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7.xml"/><Relationship Id="rId11" Type="http://schemas.openxmlformats.org/officeDocument/2006/relationships/notesSlide" Target="../notesSlides/notesSlide119.xml"/><Relationship Id="rId12" Type="http://schemas.openxmlformats.org/officeDocument/2006/relationships/slide" Target="slide2.xml"/><Relationship Id="rId13" Type="http://schemas.openxmlformats.org/officeDocument/2006/relationships/slide" Target="slide124.xml"/><Relationship Id="rId14" Type="http://schemas.openxmlformats.org/officeDocument/2006/relationships/audio" Target="../media/snd_correct.wav"/></Relationships>
</file>

<file path=ppt/slides/_rels/slide12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7.xml"/><Relationship Id="rId11" Type="http://schemas.openxmlformats.org/officeDocument/2006/relationships/notesSlide" Target="../notesSlides/notesSlide120.xml"/><Relationship Id="rId12" Type="http://schemas.openxmlformats.org/officeDocument/2006/relationships/slide" Target="slide2.xml"/><Relationship Id="rId13" Type="http://schemas.openxmlformats.org/officeDocument/2006/relationships/slide" Target="slide125.xml"/><Relationship Id="rId14" Type="http://schemas.openxmlformats.org/officeDocument/2006/relationships/audio" Target="../media/snd_correct.wav"/></Relationships>
</file>

<file path=ppt/slides/_rels/slide12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8.png"/><Relationship Id="rId9" Type="http://schemas.openxmlformats.org/officeDocument/2006/relationships/image" Target="../media/image-1-1.png"/><Relationship Id="rId10" Type="http://schemas.openxmlformats.org/officeDocument/2006/relationships/slideLayout" Target="../slideLayouts/slideLayout7.xml"/><Relationship Id="rId11" Type="http://schemas.openxmlformats.org/officeDocument/2006/relationships/notesSlide" Target="../notesSlides/notesSlide121.xml"/><Relationship Id="rId12" Type="http://schemas.openxmlformats.org/officeDocument/2006/relationships/slide" Target="slide2.xml"/><Relationship Id="rId13" Type="http://schemas.openxmlformats.org/officeDocument/2006/relationships/slide" Target="slide126.xml"/><Relationship Id="rId14" Type="http://schemas.openxmlformats.org/officeDocument/2006/relationships/audio" Target="../media/snd_correct.wav"/></Relationships>
</file>

<file path=ppt/slides/_rels/slide122.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7.xml"/><Relationship Id="rId15" Type="http://schemas.openxmlformats.org/officeDocument/2006/relationships/notesSlide" Target="../notesSlides/notesSlide122.xml"/><Relationship Id="rId16" Type="http://schemas.openxmlformats.org/officeDocument/2006/relationships/slide" Target="slide2.xml"/><Relationship Id="rId17" Type="http://schemas.openxmlformats.org/officeDocument/2006/relationships/slide" Target="slide117.xml"/><Relationship Id="rId18" Type="http://schemas.openxmlformats.org/officeDocument/2006/relationships/audio" Target="../media/snd_wrong.wav"/></Relationships>
</file>

<file path=ppt/slides/_rels/slide123.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7.xml"/><Relationship Id="rId15" Type="http://schemas.openxmlformats.org/officeDocument/2006/relationships/notesSlide" Target="../notesSlides/notesSlide123.xml"/><Relationship Id="rId16" Type="http://schemas.openxmlformats.org/officeDocument/2006/relationships/slide" Target="slide2.xml"/><Relationship Id="rId17" Type="http://schemas.openxmlformats.org/officeDocument/2006/relationships/slide" Target="slide118.xml"/><Relationship Id="rId18" Type="http://schemas.openxmlformats.org/officeDocument/2006/relationships/audio" Target="../media/snd_wrong.wav"/></Relationships>
</file>

<file path=ppt/slides/_rels/slide12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13-9.png"/><Relationship Id="rId9" Type="http://schemas.openxmlformats.org/officeDocument/2006/relationships/image" Target="../media/image-124-9.png"/><Relationship Id="rId10" Type="http://schemas.openxmlformats.org/officeDocument/2006/relationships/slideLayout" Target="../slideLayouts/slideLayout7.xml"/><Relationship Id="rId11" Type="http://schemas.openxmlformats.org/officeDocument/2006/relationships/notesSlide" Target="../notesSlides/notesSlide124.xml"/><Relationship Id="rId12" Type="http://schemas.openxmlformats.org/officeDocument/2006/relationships/slide" Target="slide2.xml"/><Relationship Id="rId13" Type="http://schemas.openxmlformats.org/officeDocument/2006/relationships/slide" Target="slide130.xml"/><Relationship Id="rId14" Type="http://schemas.openxmlformats.org/officeDocument/2006/relationships/slide" Target="slide127.xml"/></Relationships>
</file>

<file path=ppt/slides/_rels/slide12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13-9.png"/><Relationship Id="rId9" Type="http://schemas.openxmlformats.org/officeDocument/2006/relationships/image" Target="../media/image-124-9.png"/><Relationship Id="rId10" Type="http://schemas.openxmlformats.org/officeDocument/2006/relationships/slideLayout" Target="../slideLayouts/slideLayout7.xml"/><Relationship Id="rId11" Type="http://schemas.openxmlformats.org/officeDocument/2006/relationships/notesSlide" Target="../notesSlides/notesSlide125.xml"/><Relationship Id="rId12" Type="http://schemas.openxmlformats.org/officeDocument/2006/relationships/slide" Target="slide2.xml"/><Relationship Id="rId13" Type="http://schemas.openxmlformats.org/officeDocument/2006/relationships/slide" Target="slide131.xml"/><Relationship Id="rId14" Type="http://schemas.openxmlformats.org/officeDocument/2006/relationships/slide" Target="slide128.xml"/></Relationships>
</file>

<file path=ppt/slides/_rels/slide126.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13-9.png"/><Relationship Id="rId9" Type="http://schemas.openxmlformats.org/officeDocument/2006/relationships/image" Target="../media/image-124-9.png"/><Relationship Id="rId10" Type="http://schemas.openxmlformats.org/officeDocument/2006/relationships/slideLayout" Target="../slideLayouts/slideLayout7.xml"/><Relationship Id="rId11" Type="http://schemas.openxmlformats.org/officeDocument/2006/relationships/notesSlide" Target="../notesSlides/notesSlide126.xml"/><Relationship Id="rId12" Type="http://schemas.openxmlformats.org/officeDocument/2006/relationships/slide" Target="slide2.xml"/><Relationship Id="rId13" Type="http://schemas.openxmlformats.org/officeDocument/2006/relationships/slide" Target="slide132.xml"/><Relationship Id="rId14" Type="http://schemas.openxmlformats.org/officeDocument/2006/relationships/slide" Target="slide129.xml"/></Relationships>
</file>

<file path=ppt/slides/_rels/slide127.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127-8.png"/><Relationship Id="rId9" Type="http://schemas.openxmlformats.org/officeDocument/2006/relationships/image" Target="../media/image-127-8.png"/><Relationship Id="rId10" Type="http://schemas.openxmlformats.org/officeDocument/2006/relationships/image" Target="../media/image-127-8.png"/><Relationship Id="rId11" Type="http://schemas.openxmlformats.org/officeDocument/2006/relationships/image" Target="../media/image-1-1.png"/><Relationship Id="rId12" Type="http://schemas.openxmlformats.org/officeDocument/2006/relationships/image" Target="../media/image-6-1.png"/><Relationship Id="rId13" Type="http://schemas.openxmlformats.org/officeDocument/2006/relationships/slideLayout" Target="../slideLayouts/slideLayout7.xml"/><Relationship Id="rId14" Type="http://schemas.openxmlformats.org/officeDocument/2006/relationships/notesSlide" Target="../notesSlides/notesSlide127.xml"/><Relationship Id="rId15" Type="http://schemas.openxmlformats.org/officeDocument/2006/relationships/slide" Target="slide2.xml"/><Relationship Id="rId16" Type="http://schemas.openxmlformats.org/officeDocument/2006/relationships/slide" Target="slide133.xml"/><Relationship Id="rId17" Type="http://schemas.openxmlformats.org/officeDocument/2006/relationships/audio" Target="../media/snd_victory.wav"/></Relationships>
</file>

<file path=ppt/slides/_rels/slide128.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27-8.png"/><Relationship Id="rId9" Type="http://schemas.openxmlformats.org/officeDocument/2006/relationships/image" Target="../media/image-127-8.png"/><Relationship Id="rId10" Type="http://schemas.openxmlformats.org/officeDocument/2006/relationships/image" Target="../media/image-128-10.png"/><Relationship Id="rId11" Type="http://schemas.openxmlformats.org/officeDocument/2006/relationships/image" Target="../media/image-1-1.png"/><Relationship Id="rId12" Type="http://schemas.openxmlformats.org/officeDocument/2006/relationships/image" Target="../media/image-6-1.png"/><Relationship Id="rId13" Type="http://schemas.openxmlformats.org/officeDocument/2006/relationships/slideLayout" Target="../slideLayouts/slideLayout7.xml"/><Relationship Id="rId14" Type="http://schemas.openxmlformats.org/officeDocument/2006/relationships/notesSlide" Target="../notesSlides/notesSlide128.xml"/><Relationship Id="rId15" Type="http://schemas.openxmlformats.org/officeDocument/2006/relationships/slide" Target="slide2.xml"/><Relationship Id="rId16" Type="http://schemas.openxmlformats.org/officeDocument/2006/relationships/slide" Target="slide133.xml"/><Relationship Id="rId17" Type="http://schemas.openxmlformats.org/officeDocument/2006/relationships/audio" Target="../media/snd_victory.wav"/></Relationships>
</file>

<file path=ppt/slides/_rels/slide12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27-8.png"/><Relationship Id="rId9" Type="http://schemas.openxmlformats.org/officeDocument/2006/relationships/image" Target="../media/image-128-10.png"/><Relationship Id="rId10" Type="http://schemas.openxmlformats.org/officeDocument/2006/relationships/image" Target="../media/image-128-10.png"/><Relationship Id="rId11" Type="http://schemas.openxmlformats.org/officeDocument/2006/relationships/image" Target="../media/image-1-1.png"/><Relationship Id="rId12" Type="http://schemas.openxmlformats.org/officeDocument/2006/relationships/image" Target="../media/image-6-1.png"/><Relationship Id="rId13" Type="http://schemas.openxmlformats.org/officeDocument/2006/relationships/slideLayout" Target="../slideLayouts/slideLayout7.xml"/><Relationship Id="rId14" Type="http://schemas.openxmlformats.org/officeDocument/2006/relationships/notesSlide" Target="../notesSlides/notesSlide129.xml"/><Relationship Id="rId15" Type="http://schemas.openxmlformats.org/officeDocument/2006/relationships/slide" Target="slide2.xml"/><Relationship Id="rId16" Type="http://schemas.openxmlformats.org/officeDocument/2006/relationships/slide" Target="slide133.xml"/><Relationship Id="rId17" Type="http://schemas.openxmlformats.org/officeDocument/2006/relationships/audio" Target="../media/snd_victory.wav"/></Relationships>
</file>

<file path=ppt/slides/_rels/slide13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7.xml"/><Relationship Id="rId15" Type="http://schemas.openxmlformats.org/officeDocument/2006/relationships/notesSlide" Target="../notesSlides/notesSlide130.xml"/><Relationship Id="rId16" Type="http://schemas.openxmlformats.org/officeDocument/2006/relationships/slide" Target="slide2.xml"/><Relationship Id="rId17" Type="http://schemas.openxmlformats.org/officeDocument/2006/relationships/slide" Target="slide125.xml"/><Relationship Id="rId18" Type="http://schemas.openxmlformats.org/officeDocument/2006/relationships/audio" Target="../media/snd_wrong.wav"/></Relationships>
</file>

<file path=ppt/slides/_rels/slide13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4.png"/><Relationship Id="rId3" Type="http://schemas.openxmlformats.org/officeDocument/2006/relationships/image" Target="../media/image-2-4.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9-7.png"/><Relationship Id="rId7" Type="http://schemas.openxmlformats.org/officeDocument/2006/relationships/image" Target="../media/image-9-7.png"/><Relationship Id="rId8" Type="http://schemas.openxmlformats.org/officeDocument/2006/relationships/image" Target="../media/image-14-8.png"/><Relationship Id="rId9" Type="http://schemas.openxmlformats.org/officeDocument/2006/relationships/image" Target="../media/image-2-3.png"/><Relationship Id="rId10" Type="http://schemas.openxmlformats.org/officeDocument/2006/relationships/image" Target="../media/image-9-7.png"/><Relationship Id="rId11" Type="http://schemas.openxmlformats.org/officeDocument/2006/relationships/image" Target="../media/image-9-7.png"/><Relationship Id="rId12" Type="http://schemas.openxmlformats.org/officeDocument/2006/relationships/image" Target="../media/image-14-12.png"/><Relationship Id="rId13" Type="http://schemas.openxmlformats.org/officeDocument/2006/relationships/image" Target="../media/image-1-2.png"/><Relationship Id="rId14" Type="http://schemas.openxmlformats.org/officeDocument/2006/relationships/slideLayout" Target="../slideLayouts/slideLayout7.xml"/><Relationship Id="rId15" Type="http://schemas.openxmlformats.org/officeDocument/2006/relationships/notesSlide" Target="../notesSlides/notesSlide131.xml"/><Relationship Id="rId16" Type="http://schemas.openxmlformats.org/officeDocument/2006/relationships/slide" Target="slide2.xml"/><Relationship Id="rId17" Type="http://schemas.openxmlformats.org/officeDocument/2006/relationships/slide" Target="slide126.xml"/><Relationship Id="rId18" Type="http://schemas.openxmlformats.org/officeDocument/2006/relationships/audio" Target="../media/snd_wrong.wav"/></Relationships>
</file>

<file path=ppt/slides/_rels/slide132.xml.rels><?xml version="1.0" encoding="UTF-8" standalone="yes"?>
<Relationships xmlns="http://schemas.openxmlformats.org/package/2006/relationships"><Relationship Id="rId1" Type="http://schemas.openxmlformats.org/officeDocument/2006/relationships/image" Target="../media/image-9-7.png"/><Relationship Id="rId2" Type="http://schemas.openxmlformats.org/officeDocument/2006/relationships/image" Target="../media/image-9-7.png"/><Relationship Id="rId3" Type="http://schemas.openxmlformats.org/officeDocument/2006/relationships/image" Target="../media/image-9-7.png"/><Relationship Id="rId4" Type="http://schemas.openxmlformats.org/officeDocument/2006/relationships/image" Target="../media/image-1-2.png"/><Relationship Id="rId5" Type="http://schemas.openxmlformats.org/officeDocument/2006/relationships/slideLayout" Target="../slideLayouts/slideLayout7.xml"/><Relationship Id="rId6" Type="http://schemas.openxmlformats.org/officeDocument/2006/relationships/notesSlide" Target="../notesSlides/notesSlide132.xml"/><Relationship Id="rId7" Type="http://schemas.openxmlformats.org/officeDocument/2006/relationships/slide" Target="slide7.xml"/><Relationship Id="rId8" Type="http://schemas.openxmlformats.org/officeDocument/2006/relationships/slide" Target="slide1.xml"/><Relationship Id="rId9" Type="http://schemas.openxmlformats.org/officeDocument/2006/relationships/audio" Target="../media/snd_gameover.wav"/></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image" Target="../media/image-133-2.png"/><Relationship Id="rId3" Type="http://schemas.openxmlformats.org/officeDocument/2006/relationships/image" Target="../media/image-86-8.png"/><Relationship Id="rId4" Type="http://schemas.openxmlformats.org/officeDocument/2006/relationships/image" Target="../media/image-133-4.png"/><Relationship Id="rId5" Type="http://schemas.openxmlformats.org/officeDocument/2006/relationships/image" Target="../media/image-1-1.png"/><Relationship Id="rId6" Type="http://schemas.openxmlformats.org/officeDocument/2006/relationships/slideLayout" Target="../slideLayouts/slideLayout2.xml"/><Relationship Id="rId7" Type="http://schemas.openxmlformats.org/officeDocument/2006/relationships/notesSlide" Target="../notesSlides/notesSlide133.xml"/><Relationship Id="rId8" Type="http://schemas.openxmlformats.org/officeDocument/2006/relationships/slide" Target="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331720" y="713232"/>
            <a:ext cx="3108960" cy="1371600"/>
          </a:xfrm>
          <a:prstGeom prst="roundRect">
            <a:avLst>
              <a:gd name="adj" fmla="val 13333"/>
            </a:avLst>
          </a:prstGeom>
          <a:solidFill>
            <a:srgbClr val="146668"/>
          </a:solidFill>
          <a:ln w="12700">
            <a:solidFill>
              <a:srgbClr val="146668"/>
            </a:solidFill>
            <a:prstDash val="solid"/>
          </a:ln>
          <a:effectLst>
            <a:outerShdw sx="100000" sy="100000" kx="0" ky="0" algn="bl" rotWithShape="0" blurRad="304800" dist="50800" dir="5400000">
              <a:srgbClr val="2DE2E6">
                <a:alpha val="55000"/>
              </a:srgbClr>
            </a:outerShdw>
          </a:effectLst>
        </p:spPr>
      </p:sp>
      <p:sp>
        <p:nvSpPr>
          <p:cNvPr id="3" name="Text 1"/>
          <p:cNvSpPr txBox="1"/>
          <p:nvPr/>
        </p:nvSpPr>
        <p:spPr>
          <a:xfrm>
            <a:off x="2331720" y="566928"/>
            <a:ext cx="3108960" cy="1316736"/>
          </a:xfrm>
          <a:prstGeom prst="roundRect">
            <a:avLst>
              <a:gd name="adj" fmla="val 13889"/>
            </a:avLst>
          </a:prstGeom>
          <a:solidFill>
            <a:srgbClr val="1A2353"/>
          </a:solidFill>
          <a:ln w="38100">
            <a:solidFill>
              <a:srgbClr val="2DE2E6"/>
            </a:solidFill>
          </a:ln>
        </p:spPr>
        <p:txBody>
          <a:bodyPr wrap="square" lIns="0" tIns="0" rIns="0" bIns="0" rtlCol="0" anchor="ctr"/>
          <a:lstStyle/>
          <a:p>
            <a:pPr algn="ctr" indent="0" marL="0">
              <a:buNone/>
            </a:pPr>
            <a:r>
              <a:rPr lang="en-US" sz="5800" spc="200" kern="0" dirty="0">
                <a:solidFill>
                  <a:srgbClr val="2DE2E6"/>
                </a:solidFill>
                <a:latin typeface="Arial Black" pitchFamily="34" charset="0"/>
                <a:ea typeface="Arial Black" pitchFamily="34" charset="-122"/>
                <a:cs typeface="Arial Black" pitchFamily="34" charset="-120"/>
              </a:rPr>
              <a:t>CTRL</a:t>
            </a:r>
            <a:endParaRPr lang="en-US" sz="5800" dirty="0"/>
          </a:p>
        </p:txBody>
      </p:sp>
      <p:sp>
        <p:nvSpPr>
          <p:cNvPr id="4" name="Text 2"/>
          <p:cNvSpPr txBox="1"/>
          <p:nvPr/>
        </p:nvSpPr>
        <p:spPr>
          <a:xfrm>
            <a:off x="5440680" y="566928"/>
            <a:ext cx="1325880" cy="1371600"/>
          </a:xfrm>
          <a:prstGeom prst="rect">
            <a:avLst/>
          </a:prstGeom>
          <a:noFill/>
          <a:ln/>
        </p:spPr>
        <p:txBody>
          <a:bodyPr wrap="square" lIns="0" tIns="0" rIns="0" bIns="0" rtlCol="0" anchor="ctr"/>
          <a:lstStyle/>
          <a:p>
            <a:pPr algn="ctr" indent="0" marL="0">
              <a:buNone/>
            </a:pPr>
            <a:r>
              <a:rPr lang="en-US" sz="5400" dirty="0">
                <a:solidFill>
                  <a:srgbClr val="EAF2FF"/>
                </a:solidFill>
                <a:latin typeface="Arial Black" pitchFamily="34" charset="0"/>
                <a:ea typeface="Arial Black" pitchFamily="34" charset="-122"/>
                <a:cs typeface="Arial Black" pitchFamily="34" charset="-120"/>
              </a:rPr>
              <a:t>+</a:t>
            </a:r>
            <a:endParaRPr lang="en-US" sz="5400" dirty="0"/>
          </a:p>
        </p:txBody>
      </p:sp>
      <p:sp>
        <p:nvSpPr>
          <p:cNvPr id="5" name="Shape 3"/>
          <p:cNvSpPr/>
          <p:nvPr/>
        </p:nvSpPr>
        <p:spPr>
          <a:xfrm>
            <a:off x="6766560" y="713232"/>
            <a:ext cx="3108960" cy="1371600"/>
          </a:xfrm>
          <a:prstGeom prst="roundRect">
            <a:avLst>
              <a:gd name="adj" fmla="val 13333"/>
            </a:avLst>
          </a:prstGeom>
          <a:solidFill>
            <a:srgbClr val="6F113C"/>
          </a:solidFill>
          <a:ln w="12700">
            <a:solidFill>
              <a:srgbClr val="6F113C"/>
            </a:solidFill>
            <a:prstDash val="solid"/>
          </a:ln>
          <a:effectLst>
            <a:outerShdw sx="100000" sy="100000" kx="0" ky="0" algn="bl" rotWithShape="0" blurRad="304800" dist="50800" dir="5400000">
              <a:srgbClr val="F72585">
                <a:alpha val="55000"/>
              </a:srgbClr>
            </a:outerShdw>
          </a:effectLst>
        </p:spPr>
      </p:sp>
      <p:sp>
        <p:nvSpPr>
          <p:cNvPr id="6" name="Text 4"/>
          <p:cNvSpPr txBox="1"/>
          <p:nvPr/>
        </p:nvSpPr>
        <p:spPr>
          <a:xfrm>
            <a:off x="6766560" y="566928"/>
            <a:ext cx="3108960" cy="1316736"/>
          </a:xfrm>
          <a:prstGeom prst="roundRect">
            <a:avLst>
              <a:gd name="adj" fmla="val 13889"/>
            </a:avLst>
          </a:prstGeom>
          <a:solidFill>
            <a:srgbClr val="1A2353"/>
          </a:solidFill>
          <a:ln w="38100">
            <a:solidFill>
              <a:srgbClr val="F72585"/>
            </a:solidFill>
          </a:ln>
        </p:spPr>
        <p:txBody>
          <a:bodyPr wrap="square" lIns="0" tIns="0" rIns="0" bIns="0" rtlCol="0" anchor="ctr"/>
          <a:lstStyle/>
          <a:p>
            <a:pPr algn="ctr" indent="0" marL="0">
              <a:buNone/>
            </a:pPr>
            <a:r>
              <a:rPr lang="en-US" sz="5800" spc="200" kern="0" dirty="0">
                <a:solidFill>
                  <a:srgbClr val="F72585"/>
                </a:solidFill>
                <a:latin typeface="Arial Black" pitchFamily="34" charset="0"/>
                <a:ea typeface="Arial Black" pitchFamily="34" charset="-122"/>
                <a:cs typeface="Arial Black" pitchFamily="34" charset="-120"/>
              </a:rPr>
              <a:t>ESC</a:t>
            </a:r>
            <a:endParaRPr lang="en-US" sz="5800" dirty="0"/>
          </a:p>
        </p:txBody>
      </p:sp>
      <p:sp>
        <p:nvSpPr>
          <p:cNvPr id="7" name="Text 5"/>
          <p:cNvSpPr txBox="1"/>
          <p:nvPr/>
        </p:nvSpPr>
        <p:spPr>
          <a:xfrm>
            <a:off x="1828800" y="2240280"/>
            <a:ext cx="8531352" cy="457200"/>
          </a:xfrm>
          <a:prstGeom prst="rect">
            <a:avLst/>
          </a:prstGeom>
          <a:noFill/>
          <a:ln/>
        </p:spPr>
        <p:txBody>
          <a:bodyPr wrap="square" lIns="0" tIns="0" rIns="0" bIns="0" rtlCol="0" anchor="t"/>
          <a:lstStyle/>
          <a:p>
            <a:pPr algn="ctr" indent="0" marL="0">
              <a:buNone/>
            </a:pPr>
            <a:r>
              <a:rPr lang="en-US" sz="2400" b="1" spc="800" kern="0" dirty="0">
                <a:solidFill>
                  <a:srgbClr val="FFC233"/>
                </a:solidFill>
                <a:latin typeface="Courier New" pitchFamily="34" charset="0"/>
                <a:ea typeface="Courier New" pitchFamily="34" charset="-122"/>
                <a:cs typeface="Courier New" pitchFamily="34" charset="-120"/>
              </a:rPr>
              <a:t>THE GLITCH WITHIN</a:t>
            </a:r>
            <a:endParaRPr lang="en-US" sz="2400" dirty="0"/>
          </a:p>
        </p:txBody>
      </p:sp>
      <p:sp>
        <p:nvSpPr>
          <p:cNvPr id="8" name="Link - START GAME">
            <a:hlinkClick r:id="rId5" action="ppaction://hlinksldjump" highlightClick="1"/>
          </p:cNvPr>
          <p:cNvSpPr txBox="1"/>
          <p:nvPr/>
        </p:nvSpPr>
        <p:spPr>
          <a:xfrm>
            <a:off x="4270248" y="3017520"/>
            <a:ext cx="3657600" cy="603504"/>
          </a:xfrm>
          <a:prstGeom prst="roundRect">
            <a:avLst>
              <a:gd name="adj" fmla="val 15152"/>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700" spc="100" kern="0" dirty="0">
                <a:solidFill>
                  <a:srgbClr val="0A0F24"/>
                </a:solidFill>
                <a:latin typeface="Arial Black" pitchFamily="34" charset="0"/>
                <a:ea typeface="Arial Black" pitchFamily="34" charset="-122"/>
                <a:cs typeface="Arial Black" pitchFamily="34" charset="-120"/>
              </a:rPr>
              <a:t>START GAME</a:t>
            </a:r>
            <a:endParaRPr lang="en-US" sz="1700" dirty="0"/>
          </a:p>
        </p:txBody>
      </p:sp>
      <p:sp>
        <p:nvSpPr>
          <p:cNvPr id="9" name="Link - HOW TO PLAY">
            <a:hlinkClick r:id="rId6" action="ppaction://hlinksldjump" highlightClick="1"/>
          </p:cNvPr>
          <p:cNvSpPr txBox="1"/>
          <p:nvPr/>
        </p:nvSpPr>
        <p:spPr>
          <a:xfrm>
            <a:off x="4270248" y="3767328"/>
            <a:ext cx="3657600" cy="603504"/>
          </a:xfrm>
          <a:prstGeom prst="roundRect">
            <a:avLst>
              <a:gd name="adj" fmla="val 15152"/>
            </a:avLst>
          </a:prstGeom>
          <a:solidFill>
            <a:srgbClr val="1A2353"/>
          </a:solidFill>
          <a:ln w="25400">
            <a:solidFill>
              <a:srgbClr val="2DE2E6"/>
            </a:solidFill>
          </a:ln>
          <a:effectLst>
            <a:outerShdw sx="100000" sy="100000" kx="0" ky="0" algn="bl" rotWithShape="0" blurRad="177800" dist="50800" dir="5400000">
              <a:srgbClr val="2DE2E6">
                <a:alpha val="35000"/>
              </a:srgbClr>
            </a:outerShdw>
          </a:effectLst>
        </p:spPr>
        <p:txBody>
          <a:bodyPr wrap="square" lIns="0" tIns="0" rIns="0" bIns="0" rtlCol="0" anchor="ctr"/>
          <a:lstStyle/>
          <a:p>
            <a:pPr algn="ctr" indent="0" marL="0">
              <a:buNone/>
            </a:pPr>
            <a:r>
              <a:rPr lang="en-US" sz="1700" spc="100" kern="0" dirty="0">
                <a:solidFill>
                  <a:srgbClr val="EAF2FF"/>
                </a:solidFill>
                <a:latin typeface="Arial Black" pitchFamily="34" charset="0"/>
                <a:ea typeface="Arial Black" pitchFamily="34" charset="-122"/>
                <a:cs typeface="Arial Black" pitchFamily="34" charset="-120"/>
              </a:rPr>
              <a:t>HOW TO PLAY</a:t>
            </a:r>
            <a:endParaRPr lang="en-US" sz="1700" dirty="0"/>
          </a:p>
        </p:txBody>
      </p:sp>
      <p:sp>
        <p:nvSpPr>
          <p:cNvPr id="10" name="Link - CREDITS">
            <a:hlinkClick r:id="rId7" action="ppaction://hlinksldjump" highlightClick="1"/>
          </p:cNvPr>
          <p:cNvSpPr txBox="1"/>
          <p:nvPr/>
        </p:nvSpPr>
        <p:spPr>
          <a:xfrm>
            <a:off x="4270248" y="4517136"/>
            <a:ext cx="3657600" cy="603504"/>
          </a:xfrm>
          <a:prstGeom prst="roundRect">
            <a:avLst>
              <a:gd name="adj" fmla="val 15152"/>
            </a:avLst>
          </a:prstGeom>
          <a:solidFill>
            <a:srgbClr val="1A2353"/>
          </a:solidFill>
          <a:ln w="25400">
            <a:solidFill>
              <a:srgbClr val="2DE2E6"/>
            </a:solidFill>
          </a:ln>
          <a:effectLst>
            <a:outerShdw sx="100000" sy="100000" kx="0" ky="0" algn="bl" rotWithShape="0" blurRad="177800" dist="50800" dir="5400000">
              <a:srgbClr val="2DE2E6">
                <a:alpha val="35000"/>
              </a:srgbClr>
            </a:outerShdw>
          </a:effectLst>
        </p:spPr>
        <p:txBody>
          <a:bodyPr wrap="square" lIns="0" tIns="0" rIns="0" bIns="0" rtlCol="0" anchor="ctr"/>
          <a:lstStyle/>
          <a:p>
            <a:pPr algn="ctr" indent="0" marL="0">
              <a:buNone/>
            </a:pPr>
            <a:r>
              <a:rPr lang="en-US" sz="1700" spc="100" kern="0" dirty="0">
                <a:solidFill>
                  <a:srgbClr val="EAF2FF"/>
                </a:solidFill>
                <a:latin typeface="Arial Black" pitchFamily="34" charset="0"/>
                <a:ea typeface="Arial Black" pitchFamily="34" charset="-122"/>
                <a:cs typeface="Arial Black" pitchFamily="34" charset="-120"/>
              </a:rPr>
              <a:t>CREDITS</a:t>
            </a:r>
            <a:endParaRPr lang="en-US" sz="1700" dirty="0"/>
          </a:p>
        </p:txBody>
      </p:sp>
      <p:sp>
        <p:nvSpPr>
          <p:cNvPr id="11" name="Link - EXIT GAME">
            <a:hlinkClick r:id="" action="ppaction://hlinkshowjump?jump=endshow" highlightClick="1"/>
          </p:cNvPr>
          <p:cNvSpPr txBox="1"/>
          <p:nvPr/>
        </p:nvSpPr>
        <p:spPr>
          <a:xfrm>
            <a:off x="4270248" y="5266944"/>
            <a:ext cx="3657600" cy="603504"/>
          </a:xfrm>
          <a:prstGeom prst="roundRect">
            <a:avLst>
              <a:gd name="adj" fmla="val 15152"/>
            </a:avLst>
          </a:prstGeom>
          <a:solidFill>
            <a:srgbClr val="1A2353"/>
          </a:solidFill>
          <a:ln w="25400">
            <a:solidFill>
              <a:srgbClr val="2DE2E6"/>
            </a:solidFill>
          </a:ln>
          <a:effectLst>
            <a:outerShdw sx="100000" sy="100000" kx="0" ky="0" algn="bl" rotWithShape="0" blurRad="177800" dist="50800" dir="5400000">
              <a:srgbClr val="2DE2E6">
                <a:alpha val="35000"/>
              </a:srgbClr>
            </a:outerShdw>
          </a:effectLst>
        </p:spPr>
        <p:txBody>
          <a:bodyPr wrap="square" lIns="0" tIns="0" rIns="0" bIns="0" rtlCol="0" anchor="ctr"/>
          <a:lstStyle/>
          <a:p>
            <a:pPr algn="ctr" indent="0" marL="0">
              <a:buNone/>
            </a:pPr>
            <a:r>
              <a:rPr lang="en-US" sz="1700" spc="100" kern="0" dirty="0">
                <a:solidFill>
                  <a:srgbClr val="EAF2FF"/>
                </a:solidFill>
                <a:latin typeface="Arial Black" pitchFamily="34" charset="0"/>
                <a:ea typeface="Arial Black" pitchFamily="34" charset="-122"/>
                <a:cs typeface="Arial Black" pitchFamily="34" charset="-120"/>
              </a:rPr>
              <a:t>EXIT GAME</a:t>
            </a:r>
            <a:endParaRPr lang="en-US" sz="1700" dirty="0"/>
          </a:p>
        </p:txBody>
      </p:sp>
      <p:pic>
        <p:nvPicPr>
          <p:cNvPr id="12" name="Image 0" descr="/tmp/claude-0/-home-user-ashton212123/6ae88841-e158-5430-ba3a-d930461fce9f/scratchpad/build/assets/kai.png">    </p:cNvPr>
          <p:cNvPicPr>
            <a:picLocks noChangeAspect="1"/>
          </p:cNvPicPr>
          <p:nvPr/>
        </p:nvPicPr>
        <p:blipFill>
          <a:blip r:embed="rId1"/>
          <a:stretch>
            <a:fillRect/>
          </a:stretch>
        </p:blipFill>
        <p:spPr>
          <a:xfrm>
            <a:off x="1234440" y="3063240"/>
            <a:ext cx="1691640" cy="2642616"/>
          </a:xfrm>
          <a:prstGeom prst="rect">
            <a:avLst/>
          </a:prstGeom>
        </p:spPr>
      </p:pic>
      <p:pic>
        <p:nvPicPr>
          <p:cNvPr id="13" name="Image 1" descr="/tmp/claude-0/-home-user-ashton212123/6ae88841-e158-5430-ba3a-d930461fce9f/scratchpad/build/assets/null_glitch.png">    </p:cNvPr>
          <p:cNvPicPr>
            <a:picLocks noChangeAspect="1"/>
          </p:cNvPicPr>
          <p:nvPr/>
        </p:nvPicPr>
        <p:blipFill>
          <a:blip r:embed="rId2"/>
          <a:stretch>
            <a:fillRect/>
          </a:stretch>
        </p:blipFill>
        <p:spPr>
          <a:xfrm>
            <a:off x="8869680" y="3429000"/>
            <a:ext cx="2377440" cy="1883664"/>
          </a:xfrm>
          <a:prstGeom prst="rect">
            <a:avLst/>
          </a:prstGeom>
        </p:spPr>
      </p:pic>
      <p:sp>
        <p:nvSpPr>
          <p:cNvPr id="14" name="Text 10"/>
          <p:cNvSpPr txBox="1"/>
          <p:nvPr/>
        </p:nvSpPr>
        <p:spPr>
          <a:xfrm>
            <a:off x="457200" y="6144768"/>
            <a:ext cx="11274552" cy="292608"/>
          </a:xfrm>
          <a:prstGeom prst="rect">
            <a:avLst/>
          </a:prstGeom>
          <a:noFill/>
          <a:ln/>
        </p:spPr>
        <p:txBody>
          <a:bodyPr wrap="square" lIns="0" tIns="0" rIns="0" bIns="0" rtlCol="0" anchor="t"/>
          <a:lstStyle/>
          <a:p>
            <a:pPr algn="ctr" indent="0" marL="0">
              <a:buNone/>
            </a:pPr>
            <a:r>
              <a:rPr lang="en-US" sz="1100" spc="200" kern="0" dirty="0">
                <a:solidFill>
                  <a:srgbClr val="9AA6D9"/>
                </a:solidFill>
                <a:latin typeface="Courier New" pitchFamily="34" charset="0"/>
                <a:ea typeface="Courier New" pitchFamily="34" charset="-122"/>
                <a:cs typeface="Courier New" pitchFamily="34" charset="-120"/>
              </a:rPr>
              <a:t>AN EMPOWERMENT TECHNOLOGIES GAMECRAFT PROJECT</a:t>
            </a:r>
            <a:endParaRPr lang="en-US" sz="1100" dirty="0"/>
          </a:p>
        </p:txBody>
      </p:sp>
    </p:spTree>
  </p:cSld>
  <p:clrMapOvr>
    <a:masterClrMapping/>
  </p:clrMapOvr>
  <p:transition spd="med" advClick="0">
    <p:fade/>
    <p:sndAc>
      <p:stSnd>
        <p:snd r:embed="rId8" name="snd_start.wav"/>
      </p:stSnd>
    </p:sndAc>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3657600" cy="365760"/>
          </a:xfrm>
          <a:prstGeom prst="rect">
            <a:avLst/>
          </a:prstGeom>
          <a:noFill/>
          <a:ln/>
        </p:spPr>
        <p:txBody>
          <a:bodyPr wrap="square" lIns="0" tIns="0" rIns="0" bIns="0" rtlCol="0" anchor="t"/>
          <a:lstStyle/>
          <a:p>
            <a:pPr indent="0" marL="0">
              <a:buNone/>
            </a:pPr>
            <a:r>
              <a:rPr lang="en-US" sz="1400" b="1" dirty="0">
                <a:solidFill>
                  <a:srgbClr val="2DE2E6"/>
                </a:solidFill>
                <a:latin typeface="Courier New" pitchFamily="34" charset="0"/>
                <a:ea typeface="Courier New" pitchFamily="34" charset="-122"/>
                <a:cs typeface="Courier New" pitchFamily="34" charset="-120"/>
              </a:rPr>
              <a:t>&gt; HELP.TXT</a:t>
            </a:r>
            <a:endParaRPr lang="en-US" sz="1400" dirty="0"/>
          </a:p>
        </p:txBody>
      </p:sp>
      <p:sp>
        <p:nvSpPr>
          <p:cNvPr id="3" name="Text 1"/>
          <p:cNvSpPr txBox="1"/>
          <p:nvPr/>
        </p:nvSpPr>
        <p:spPr>
          <a:xfrm>
            <a:off x="457200" y="658368"/>
            <a:ext cx="7315200" cy="685800"/>
          </a:xfrm>
          <a:prstGeom prst="rect">
            <a:avLst/>
          </a:prstGeom>
          <a:noFill/>
          <a:ln/>
        </p:spPr>
        <p:txBody>
          <a:bodyPr wrap="square" lIns="0" tIns="0" rIns="0" bIns="0" rtlCol="0" anchor="t"/>
          <a:lstStyle/>
          <a:p>
            <a:pPr indent="0" marL="0">
              <a:buNone/>
            </a:pPr>
            <a:r>
              <a:rPr lang="en-US" sz="3400" dirty="0">
                <a:solidFill>
                  <a:srgbClr val="EAF2FF"/>
                </a:solidFill>
                <a:latin typeface="Arial Black" pitchFamily="34" charset="0"/>
                <a:ea typeface="Arial Black" pitchFamily="34" charset="-122"/>
                <a:cs typeface="Arial Black" pitchFamily="34" charset="-120"/>
              </a:rPr>
              <a:t>HOW TO PLAY</a:t>
            </a:r>
            <a:endParaRPr lang="en-US" sz="3400" dirty="0"/>
          </a:p>
        </p:txBody>
      </p:sp>
      <p:sp>
        <p:nvSpPr>
          <p:cNvPr id="4" name="Shape 2"/>
          <p:cNvSpPr/>
          <p:nvPr/>
        </p:nvSpPr>
        <p:spPr>
          <a:xfrm>
            <a:off x="457200" y="1508760"/>
            <a:ext cx="3602736" cy="1920240"/>
          </a:xfrm>
          <a:prstGeom prst="roundRect">
            <a:avLst>
              <a:gd name="adj" fmla="val 5714"/>
            </a:avLst>
          </a:prstGeom>
          <a:solidFill>
            <a:srgbClr val="121A3F">
              <a:alpha val="94000"/>
            </a:srgbClr>
          </a:solidFill>
          <a:ln w="15875">
            <a:solidFill>
              <a:srgbClr val="3A4370"/>
            </a:solidFill>
            <a:prstDash val="solid"/>
          </a:ln>
        </p:spPr>
      </p:sp>
      <p:sp>
        <p:nvSpPr>
          <p:cNvPr id="5" name="Shape 3"/>
          <p:cNvSpPr/>
          <p:nvPr/>
        </p:nvSpPr>
        <p:spPr>
          <a:xfrm>
            <a:off x="713232" y="1737360"/>
            <a:ext cx="685800" cy="685800"/>
          </a:xfrm>
          <a:prstGeom prst="ellipse">
            <a:avLst/>
          </a:prstGeom>
          <a:solidFill>
            <a:srgbClr val="1A2353"/>
          </a:solidFill>
          <a:ln w="22225">
            <a:solidFill>
              <a:srgbClr val="2DE2E6"/>
            </a:solidFill>
            <a:prstDash val="solid"/>
          </a:ln>
        </p:spPr>
      </p:sp>
      <p:pic>
        <p:nvPicPr>
          <p:cNvPr id="6" name="Image 0" descr="/tmp/claude-0/-home-user-ashton212123/6ae88841-e158-5430-ba3a-d930461fce9f/scratchpad/build/assets/icons/FaFlag_2DE2E6.png">    </p:cNvPr>
          <p:cNvPicPr>
            <a:picLocks noChangeAspect="1"/>
          </p:cNvPicPr>
          <p:nvPr/>
        </p:nvPicPr>
        <p:blipFill>
          <a:blip r:embed="rId1"/>
          <a:stretch>
            <a:fillRect/>
          </a:stretch>
        </p:blipFill>
        <p:spPr>
          <a:xfrm>
            <a:off x="822960" y="1847088"/>
            <a:ext cx="466344" cy="466344"/>
          </a:xfrm>
          <a:prstGeom prst="rect">
            <a:avLst/>
          </a:prstGeom>
        </p:spPr>
      </p:pic>
      <p:sp>
        <p:nvSpPr>
          <p:cNvPr id="7" name="Text 4"/>
          <p:cNvSpPr txBox="1"/>
          <p:nvPr/>
        </p:nvSpPr>
        <p:spPr>
          <a:xfrm>
            <a:off x="1572768" y="173736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THE MISSION</a:t>
            </a:r>
            <a:endParaRPr lang="en-US" sz="1400" dirty="0"/>
          </a:p>
        </p:txBody>
      </p:sp>
      <p:sp>
        <p:nvSpPr>
          <p:cNvPr id="8" name="Text 5"/>
          <p:cNvSpPr txBox="1"/>
          <p:nvPr/>
        </p:nvSpPr>
        <p:spPr>
          <a:xfrm>
            <a:off x="713232" y="254203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Escape the infected computer by clearing 4 sectors, then unlock the ESC Gate at NULL's Core.</a:t>
            </a:r>
            <a:endParaRPr lang="en-US" sz="1400" dirty="0"/>
          </a:p>
        </p:txBody>
      </p:sp>
      <p:sp>
        <p:nvSpPr>
          <p:cNvPr id="9" name="Shape 6"/>
          <p:cNvSpPr/>
          <p:nvPr/>
        </p:nvSpPr>
        <p:spPr>
          <a:xfrm>
            <a:off x="4293108" y="1508760"/>
            <a:ext cx="3602736" cy="1920240"/>
          </a:xfrm>
          <a:prstGeom prst="roundRect">
            <a:avLst>
              <a:gd name="adj" fmla="val 5714"/>
            </a:avLst>
          </a:prstGeom>
          <a:solidFill>
            <a:srgbClr val="121A3F">
              <a:alpha val="94000"/>
            </a:srgbClr>
          </a:solidFill>
          <a:ln w="15875">
            <a:solidFill>
              <a:srgbClr val="3A4370"/>
            </a:solidFill>
            <a:prstDash val="solid"/>
          </a:ln>
        </p:spPr>
      </p:sp>
      <p:sp>
        <p:nvSpPr>
          <p:cNvPr id="10" name="Shape 7"/>
          <p:cNvSpPr/>
          <p:nvPr/>
        </p:nvSpPr>
        <p:spPr>
          <a:xfrm>
            <a:off x="4549140" y="1737360"/>
            <a:ext cx="685800" cy="685800"/>
          </a:xfrm>
          <a:prstGeom prst="ellipse">
            <a:avLst/>
          </a:prstGeom>
          <a:solidFill>
            <a:srgbClr val="1A2353"/>
          </a:solidFill>
          <a:ln w="22225">
            <a:solidFill>
              <a:srgbClr val="2DE2E6"/>
            </a:solidFill>
            <a:prstDash val="solid"/>
          </a:ln>
        </p:spPr>
      </p:sp>
      <p:pic>
        <p:nvPicPr>
          <p:cNvPr id="11" name="Image 1" descr="/tmp/claude-0/-home-user-ashton212123/6ae88841-e158-5430-ba3a-d930461fce9f/scratchpad/build/assets/icons/FaMousePointer_2DE2E6.png">    </p:cNvPr>
          <p:cNvPicPr>
            <a:picLocks noChangeAspect="1"/>
          </p:cNvPicPr>
          <p:nvPr/>
        </p:nvPicPr>
        <p:blipFill>
          <a:blip r:embed="rId2"/>
          <a:stretch>
            <a:fillRect/>
          </a:stretch>
        </p:blipFill>
        <p:spPr>
          <a:xfrm>
            <a:off x="4658868" y="1847088"/>
            <a:ext cx="466344" cy="466344"/>
          </a:xfrm>
          <a:prstGeom prst="rect">
            <a:avLst/>
          </a:prstGeom>
        </p:spPr>
      </p:pic>
      <p:sp>
        <p:nvSpPr>
          <p:cNvPr id="12" name="Text 8"/>
          <p:cNvSpPr txBox="1"/>
          <p:nvPr/>
        </p:nvSpPr>
        <p:spPr>
          <a:xfrm>
            <a:off x="5408676" y="173736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ANSWER</a:t>
            </a:r>
            <a:endParaRPr lang="en-US" sz="1400" dirty="0"/>
          </a:p>
        </p:txBody>
      </p:sp>
      <p:sp>
        <p:nvSpPr>
          <p:cNvPr id="13" name="Text 9"/>
          <p:cNvSpPr txBox="1"/>
          <p:nvPr/>
        </p:nvSpPr>
        <p:spPr>
          <a:xfrm>
            <a:off x="4549140" y="254203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Click the answer you think is right. Use your MOUSE only, not the keyboard.</a:t>
            </a:r>
            <a:endParaRPr lang="en-US" sz="1400" dirty="0"/>
          </a:p>
        </p:txBody>
      </p:sp>
      <p:sp>
        <p:nvSpPr>
          <p:cNvPr id="14" name="Shape 10"/>
          <p:cNvSpPr/>
          <p:nvPr/>
        </p:nvSpPr>
        <p:spPr>
          <a:xfrm>
            <a:off x="8129016" y="1508760"/>
            <a:ext cx="3602736" cy="1920240"/>
          </a:xfrm>
          <a:prstGeom prst="roundRect">
            <a:avLst>
              <a:gd name="adj" fmla="val 5714"/>
            </a:avLst>
          </a:prstGeom>
          <a:solidFill>
            <a:srgbClr val="121A3F">
              <a:alpha val="94000"/>
            </a:srgbClr>
          </a:solidFill>
          <a:ln w="15875">
            <a:solidFill>
              <a:srgbClr val="3A4370"/>
            </a:solidFill>
            <a:prstDash val="solid"/>
          </a:ln>
        </p:spPr>
      </p:sp>
      <p:sp>
        <p:nvSpPr>
          <p:cNvPr id="15" name="Shape 11"/>
          <p:cNvSpPr/>
          <p:nvPr/>
        </p:nvSpPr>
        <p:spPr>
          <a:xfrm>
            <a:off x="8385048" y="1737360"/>
            <a:ext cx="685800" cy="685800"/>
          </a:xfrm>
          <a:prstGeom prst="ellipse">
            <a:avLst/>
          </a:prstGeom>
          <a:solidFill>
            <a:srgbClr val="1A2353"/>
          </a:solidFill>
          <a:ln w="22225">
            <a:solidFill>
              <a:srgbClr val="2DE2E6"/>
            </a:solidFill>
            <a:prstDash val="solid"/>
          </a:ln>
        </p:spPr>
      </p:sp>
      <p:pic>
        <p:nvPicPr>
          <p:cNvPr id="16" name="Image 2" descr="/tmp/claude-0/-home-user-ashton212123/6ae88841-e158-5430-ba3a-d930461fce9f/scratchpad/build/assets/shield.png">    </p:cNvPr>
          <p:cNvPicPr>
            <a:picLocks noChangeAspect="1"/>
          </p:cNvPicPr>
          <p:nvPr/>
        </p:nvPicPr>
        <p:blipFill>
          <a:blip r:embed="rId3"/>
          <a:stretch>
            <a:fillRect/>
          </a:stretch>
        </p:blipFill>
        <p:spPr>
          <a:xfrm>
            <a:off x="8494776" y="1847088"/>
            <a:ext cx="466344" cy="466344"/>
          </a:xfrm>
          <a:prstGeom prst="rect">
            <a:avLst/>
          </a:prstGeom>
        </p:spPr>
      </p:pic>
      <p:sp>
        <p:nvSpPr>
          <p:cNvPr id="17" name="Text 12"/>
          <p:cNvSpPr txBox="1"/>
          <p:nvPr/>
        </p:nvSpPr>
        <p:spPr>
          <a:xfrm>
            <a:off x="9244584" y="173736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SHIELDS</a:t>
            </a:r>
            <a:endParaRPr lang="en-US" sz="1400" dirty="0"/>
          </a:p>
        </p:txBody>
      </p:sp>
      <p:sp>
        <p:nvSpPr>
          <p:cNvPr id="18" name="Text 13"/>
          <p:cNvSpPr txBox="1"/>
          <p:nvPr/>
        </p:nvSpPr>
        <p:spPr>
          <a:xfrm>
            <a:off x="8385048" y="254203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You start with 3 shields. Each wrong answer breaks one. Lose all 3 and the system crashes.</a:t>
            </a:r>
            <a:endParaRPr lang="en-US" sz="1400" dirty="0"/>
          </a:p>
        </p:txBody>
      </p:sp>
      <p:sp>
        <p:nvSpPr>
          <p:cNvPr id="19" name="Shape 14"/>
          <p:cNvSpPr/>
          <p:nvPr/>
        </p:nvSpPr>
        <p:spPr>
          <a:xfrm>
            <a:off x="457200" y="3611880"/>
            <a:ext cx="3602736" cy="1920240"/>
          </a:xfrm>
          <a:prstGeom prst="roundRect">
            <a:avLst>
              <a:gd name="adj" fmla="val 5714"/>
            </a:avLst>
          </a:prstGeom>
          <a:solidFill>
            <a:srgbClr val="121A3F">
              <a:alpha val="94000"/>
            </a:srgbClr>
          </a:solidFill>
          <a:ln w="15875">
            <a:solidFill>
              <a:srgbClr val="3A4370"/>
            </a:solidFill>
            <a:prstDash val="solid"/>
          </a:ln>
        </p:spPr>
      </p:sp>
      <p:sp>
        <p:nvSpPr>
          <p:cNvPr id="20" name="Shape 15"/>
          <p:cNvSpPr/>
          <p:nvPr/>
        </p:nvSpPr>
        <p:spPr>
          <a:xfrm>
            <a:off x="713232" y="3840480"/>
            <a:ext cx="685800" cy="685800"/>
          </a:xfrm>
          <a:prstGeom prst="ellipse">
            <a:avLst/>
          </a:prstGeom>
          <a:solidFill>
            <a:srgbClr val="1A2353"/>
          </a:solidFill>
          <a:ln w="22225">
            <a:solidFill>
              <a:srgbClr val="2DE2E6"/>
            </a:solidFill>
            <a:prstDash val="solid"/>
          </a:ln>
        </p:spPr>
      </p:sp>
      <p:pic>
        <p:nvPicPr>
          <p:cNvPr id="21" name="Image 3" descr="/tmp/claude-0/-home-user-ashton212123/6ae88841-e158-5430-ba3a-d930461fce9f/scratchpad/build/assets/chip.png">    </p:cNvPr>
          <p:cNvPicPr>
            <a:picLocks noChangeAspect="1"/>
          </p:cNvPicPr>
          <p:nvPr/>
        </p:nvPicPr>
        <p:blipFill>
          <a:blip r:embed="rId4"/>
          <a:stretch>
            <a:fillRect/>
          </a:stretch>
        </p:blipFill>
        <p:spPr>
          <a:xfrm>
            <a:off x="822960" y="3968496"/>
            <a:ext cx="466344" cy="429768"/>
          </a:xfrm>
          <a:prstGeom prst="rect">
            <a:avLst/>
          </a:prstGeom>
        </p:spPr>
      </p:pic>
      <p:sp>
        <p:nvSpPr>
          <p:cNvPr id="22" name="Text 16"/>
          <p:cNvSpPr txBox="1"/>
          <p:nvPr/>
        </p:nvSpPr>
        <p:spPr>
          <a:xfrm>
            <a:off x="1572768" y="384048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CODE FRAGMENTS</a:t>
            </a:r>
            <a:endParaRPr lang="en-US" sz="1400" dirty="0"/>
          </a:p>
        </p:txBody>
      </p:sp>
      <p:sp>
        <p:nvSpPr>
          <p:cNvPr id="23" name="Text 17"/>
          <p:cNvSpPr txBox="1"/>
          <p:nvPr/>
        </p:nvSpPr>
        <p:spPr>
          <a:xfrm>
            <a:off x="713232" y="464515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Clear a sector to get a Code Fragment (a digit). Write it down! You need all 4 to escape.</a:t>
            </a:r>
            <a:endParaRPr lang="en-US" sz="1400" dirty="0"/>
          </a:p>
        </p:txBody>
      </p:sp>
      <p:sp>
        <p:nvSpPr>
          <p:cNvPr id="24" name="Shape 18"/>
          <p:cNvSpPr/>
          <p:nvPr/>
        </p:nvSpPr>
        <p:spPr>
          <a:xfrm>
            <a:off x="4293108" y="3611880"/>
            <a:ext cx="3602736" cy="1920240"/>
          </a:xfrm>
          <a:prstGeom prst="roundRect">
            <a:avLst>
              <a:gd name="adj" fmla="val 5714"/>
            </a:avLst>
          </a:prstGeom>
          <a:solidFill>
            <a:srgbClr val="121A3F">
              <a:alpha val="94000"/>
            </a:srgbClr>
          </a:solidFill>
          <a:ln w="15875">
            <a:solidFill>
              <a:srgbClr val="3A4370"/>
            </a:solidFill>
            <a:prstDash val="solid"/>
          </a:ln>
        </p:spPr>
      </p:sp>
      <p:sp>
        <p:nvSpPr>
          <p:cNvPr id="25" name="Shape 19"/>
          <p:cNvSpPr/>
          <p:nvPr/>
        </p:nvSpPr>
        <p:spPr>
          <a:xfrm>
            <a:off x="4549140" y="3840480"/>
            <a:ext cx="685800" cy="685800"/>
          </a:xfrm>
          <a:prstGeom prst="ellipse">
            <a:avLst/>
          </a:prstGeom>
          <a:solidFill>
            <a:srgbClr val="1A2353"/>
          </a:solidFill>
          <a:ln w="22225">
            <a:solidFill>
              <a:srgbClr val="2DE2E6"/>
            </a:solidFill>
            <a:prstDash val="solid"/>
          </a:ln>
        </p:spPr>
      </p:sp>
      <p:pic>
        <p:nvPicPr>
          <p:cNvPr id="26" name="Image 4" descr="/tmp/claude-0/-home-user-ashton212123/6ae88841-e158-5430-ba3a-d930461fce9f/scratchpad/build/assets/icons/FaQuestion_2DE2E6.png">    </p:cNvPr>
          <p:cNvPicPr>
            <a:picLocks noChangeAspect="1"/>
          </p:cNvPicPr>
          <p:nvPr/>
        </p:nvPicPr>
        <p:blipFill>
          <a:blip r:embed="rId5"/>
          <a:stretch>
            <a:fillRect/>
          </a:stretch>
        </p:blipFill>
        <p:spPr>
          <a:xfrm>
            <a:off x="4658868" y="3950208"/>
            <a:ext cx="466344" cy="466344"/>
          </a:xfrm>
          <a:prstGeom prst="rect">
            <a:avLst/>
          </a:prstGeom>
        </p:spPr>
      </p:pic>
      <p:sp>
        <p:nvSpPr>
          <p:cNvPr id="27" name="Text 20"/>
          <p:cNvSpPr txBox="1"/>
          <p:nvPr/>
        </p:nvSpPr>
        <p:spPr>
          <a:xfrm>
            <a:off x="5408676" y="384048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NEED HELP?</a:t>
            </a:r>
            <a:endParaRPr lang="en-US" sz="1400" dirty="0"/>
          </a:p>
        </p:txBody>
      </p:sp>
      <p:sp>
        <p:nvSpPr>
          <p:cNvPr id="28" name="Text 21"/>
          <p:cNvSpPr txBox="1"/>
          <p:nvPr/>
        </p:nvSpPr>
        <p:spPr>
          <a:xfrm>
            <a:off x="4549140" y="464515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Click the ? button at the top-right corner anytime to come back to these rules.</a:t>
            </a:r>
            <a:endParaRPr lang="en-US" sz="1400" dirty="0"/>
          </a:p>
        </p:txBody>
      </p:sp>
      <p:sp>
        <p:nvSpPr>
          <p:cNvPr id="29" name="Shape 22"/>
          <p:cNvSpPr/>
          <p:nvPr/>
        </p:nvSpPr>
        <p:spPr>
          <a:xfrm>
            <a:off x="8129016" y="3611880"/>
            <a:ext cx="3602736" cy="1920240"/>
          </a:xfrm>
          <a:prstGeom prst="roundRect">
            <a:avLst>
              <a:gd name="adj" fmla="val 5714"/>
            </a:avLst>
          </a:prstGeom>
          <a:solidFill>
            <a:srgbClr val="121A3F">
              <a:alpha val="94000"/>
            </a:srgbClr>
          </a:solidFill>
          <a:ln w="15875">
            <a:solidFill>
              <a:srgbClr val="3A4370"/>
            </a:solidFill>
            <a:prstDash val="solid"/>
          </a:ln>
        </p:spPr>
      </p:sp>
      <p:sp>
        <p:nvSpPr>
          <p:cNvPr id="30" name="Shape 23"/>
          <p:cNvSpPr/>
          <p:nvPr/>
        </p:nvSpPr>
        <p:spPr>
          <a:xfrm>
            <a:off x="8385048" y="3840480"/>
            <a:ext cx="685800" cy="685800"/>
          </a:xfrm>
          <a:prstGeom prst="ellipse">
            <a:avLst/>
          </a:prstGeom>
          <a:solidFill>
            <a:srgbClr val="1A2353"/>
          </a:solidFill>
          <a:ln w="22225">
            <a:solidFill>
              <a:srgbClr val="2DE2E6"/>
            </a:solidFill>
            <a:prstDash val="solid"/>
          </a:ln>
        </p:spPr>
      </p:sp>
      <p:pic>
        <p:nvPicPr>
          <p:cNvPr id="31" name="Image 5" descr="/tmp/claude-0/-home-user-ashton212123/6ae88841-e158-5430-ba3a-d930461fce9f/scratchpad/build/assets/icons/FaKey_2DE2E6.png">    </p:cNvPr>
          <p:cNvPicPr>
            <a:picLocks noChangeAspect="1"/>
          </p:cNvPicPr>
          <p:nvPr/>
        </p:nvPicPr>
        <p:blipFill>
          <a:blip r:embed="rId6"/>
          <a:stretch>
            <a:fillRect/>
          </a:stretch>
        </p:blipFill>
        <p:spPr>
          <a:xfrm>
            <a:off x="8494776" y="3950208"/>
            <a:ext cx="466344" cy="466344"/>
          </a:xfrm>
          <a:prstGeom prst="rect">
            <a:avLst/>
          </a:prstGeom>
        </p:spPr>
      </p:pic>
      <p:sp>
        <p:nvSpPr>
          <p:cNvPr id="32" name="Text 24"/>
          <p:cNvSpPr txBox="1"/>
          <p:nvPr/>
        </p:nvSpPr>
        <p:spPr>
          <a:xfrm>
            <a:off x="9244584" y="3840480"/>
            <a:ext cx="2331720" cy="685800"/>
          </a:xfrm>
          <a:prstGeom prst="rect">
            <a:avLst/>
          </a:prstGeom>
          <a:noFill/>
          <a:ln/>
        </p:spPr>
        <p:txBody>
          <a:bodyPr wrap="square" lIns="0" tIns="0" rIns="0" bIns="0" rtlCol="0" anchor="ctr"/>
          <a:lstStyle/>
          <a:p>
            <a:pPr indent="0" marL="0">
              <a:buNone/>
            </a:pPr>
            <a:r>
              <a:rPr lang="en-US" sz="1400" dirty="0">
                <a:solidFill>
                  <a:srgbClr val="2DE2E6"/>
                </a:solidFill>
                <a:latin typeface="Arial Black" pitchFamily="34" charset="0"/>
                <a:ea typeface="Arial Black" pitchFamily="34" charset="-122"/>
                <a:cs typeface="Arial Black" pitchFamily="34" charset="-120"/>
              </a:rPr>
              <a:t>ESCAPE!</a:t>
            </a:r>
            <a:endParaRPr lang="en-US" sz="1400" dirty="0"/>
          </a:p>
        </p:txBody>
      </p:sp>
      <p:sp>
        <p:nvSpPr>
          <p:cNvPr id="33" name="Text 25"/>
          <p:cNvSpPr txBox="1"/>
          <p:nvPr/>
        </p:nvSpPr>
        <p:spPr>
          <a:xfrm>
            <a:off x="8385048" y="4645152"/>
            <a:ext cx="3108960" cy="777240"/>
          </a:xfrm>
          <a:prstGeom prst="rect">
            <a:avLst/>
          </a:prstGeom>
          <a:noFill/>
          <a:ln/>
        </p:spPr>
        <p:txBody>
          <a:bodyPr wrap="square" lIns="0" tIns="0" rIns="0" bIns="0" rtlCol="0" anchor="t"/>
          <a:lstStyle/>
          <a:p>
            <a:pPr indent="0" marL="0">
              <a:buNone/>
            </a:pPr>
            <a:r>
              <a:rPr lang="en-US" sz="1400" dirty="0">
                <a:solidFill>
                  <a:srgbClr val="EAF2FF"/>
                </a:solidFill>
                <a:latin typeface="Calibri" pitchFamily="34" charset="0"/>
                <a:ea typeface="Calibri" pitchFamily="34" charset="-122"/>
                <a:cs typeface="Calibri" pitchFamily="34" charset="-120"/>
              </a:rPr>
              <a:t>Unlock the ESC Gate to win. Keep more shields to earn up to 3 stars.</a:t>
            </a:r>
            <a:endParaRPr lang="en-US" sz="1400" dirty="0"/>
          </a:p>
        </p:txBody>
      </p:sp>
      <p:sp>
        <p:nvSpPr>
          <p:cNvPr id="34" name="Link - BACK">
            <a:hlinkClick r:id="" action="ppaction://hlinkshowjump?jump=lastslideviewed" highlightClick="1"/>
          </p:cNvPr>
          <p:cNvSpPr txBox="1"/>
          <p:nvPr/>
        </p:nvSpPr>
        <p:spPr>
          <a:xfrm>
            <a:off x="457200" y="5806440"/>
            <a:ext cx="2377440" cy="566928"/>
          </a:xfrm>
          <a:prstGeom prst="roundRect">
            <a:avLst>
              <a:gd name="adj" fmla="val 16129"/>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500" spc="100" kern="0" dirty="0">
                <a:solidFill>
                  <a:srgbClr val="0A0F24"/>
                </a:solidFill>
                <a:latin typeface="Arial Black" pitchFamily="34" charset="0"/>
                <a:ea typeface="Arial Black" pitchFamily="34" charset="-122"/>
                <a:cs typeface="Arial Black" pitchFamily="34" charset="-120"/>
              </a:rPr>
              <a:t>BACK</a:t>
            </a:r>
            <a:endParaRPr lang="en-US" sz="1500" dirty="0"/>
          </a:p>
        </p:txBody>
      </p:sp>
      <p:sp>
        <p:nvSpPr>
          <p:cNvPr id="35" name="Text 27"/>
          <p:cNvSpPr txBox="1"/>
          <p:nvPr/>
        </p:nvSpPr>
        <p:spPr>
          <a:xfrm>
            <a:off x="3063240" y="5806440"/>
            <a:ext cx="4572000" cy="566928"/>
          </a:xfrm>
          <a:prstGeom prst="rect">
            <a:avLst/>
          </a:prstGeom>
          <a:noFill/>
          <a:ln/>
        </p:spPr>
        <p:txBody>
          <a:bodyPr wrap="square" lIns="0" tIns="0" rIns="0" bIns="0" rtlCol="0" anchor="ctr"/>
          <a:lstStyle/>
          <a:p>
            <a:pPr indent="0" marL="0">
              <a:buNone/>
            </a:pPr>
            <a:r>
              <a:rPr lang="en-US" sz="1100" dirty="0">
                <a:solidFill>
                  <a:srgbClr val="9AA6D9"/>
                </a:solidFill>
                <a:latin typeface="Courier New" pitchFamily="34" charset="0"/>
                <a:ea typeface="Courier New" pitchFamily="34" charset="-122"/>
                <a:cs typeface="Courier New" pitchFamily="34" charset="-120"/>
              </a:rPr>
              <a:t>Returns you to the slide you were on.</a:t>
            </a:r>
            <a:endParaRPr lang="en-US" sz="1100" dirty="0"/>
          </a:p>
        </p:txBody>
      </p:sp>
    </p:spTree>
  </p:cSld>
  <p:clrMapOvr>
    <a:masterClrMapping/>
  </p:clrMapOvr>
  <p:transition spd="med" advClick="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3657600" cy="365760"/>
          </a:xfrm>
          <a:prstGeom prst="rect">
            <a:avLst/>
          </a:prstGeom>
          <a:noFill/>
          <a:ln/>
        </p:spPr>
        <p:txBody>
          <a:bodyPr wrap="square" lIns="0" tIns="0" rIns="0" bIns="0" rtlCol="0" anchor="t"/>
          <a:lstStyle/>
          <a:p>
            <a:pPr indent="0" marL="0">
              <a:buNone/>
            </a:pPr>
            <a:r>
              <a:rPr lang="en-US" sz="1400" b="1" dirty="0">
                <a:solidFill>
                  <a:srgbClr val="2DE2E6"/>
                </a:solidFill>
                <a:latin typeface="Courier New" pitchFamily="34" charset="0"/>
                <a:ea typeface="Courier New" pitchFamily="34" charset="-122"/>
                <a:cs typeface="Courier New" pitchFamily="34" charset="-120"/>
              </a:rPr>
              <a:t>&gt; CREDITS.TXT</a:t>
            </a:r>
            <a:endParaRPr lang="en-US" sz="1400" dirty="0"/>
          </a:p>
        </p:txBody>
      </p:sp>
      <p:sp>
        <p:nvSpPr>
          <p:cNvPr id="3" name="Text 1"/>
          <p:cNvSpPr txBox="1"/>
          <p:nvPr/>
        </p:nvSpPr>
        <p:spPr>
          <a:xfrm>
            <a:off x="457200" y="658368"/>
            <a:ext cx="7315200" cy="685800"/>
          </a:xfrm>
          <a:prstGeom prst="rect">
            <a:avLst/>
          </a:prstGeom>
          <a:noFill/>
          <a:ln/>
        </p:spPr>
        <p:txBody>
          <a:bodyPr wrap="square" lIns="0" tIns="0" rIns="0" bIns="0" rtlCol="0" anchor="t"/>
          <a:lstStyle/>
          <a:p>
            <a:pPr indent="0" marL="0">
              <a:buNone/>
            </a:pPr>
            <a:r>
              <a:rPr lang="en-US" sz="3400" dirty="0">
                <a:solidFill>
                  <a:srgbClr val="EAF2FF"/>
                </a:solidFill>
                <a:latin typeface="Arial Black" pitchFamily="34" charset="0"/>
                <a:ea typeface="Arial Black" pitchFamily="34" charset="-122"/>
                <a:cs typeface="Arial Black" pitchFamily="34" charset="-120"/>
              </a:rPr>
              <a:t>THE TEAM</a:t>
            </a:r>
            <a:endParaRPr lang="en-US" sz="3400" dirty="0"/>
          </a:p>
        </p:txBody>
      </p:sp>
      <p:sp>
        <p:nvSpPr>
          <p:cNvPr id="4" name="Text 2"/>
          <p:cNvSpPr txBox="1"/>
          <p:nvPr/>
        </p:nvSpPr>
        <p:spPr>
          <a:xfrm>
            <a:off x="457200" y="1325880"/>
            <a:ext cx="10972800" cy="365760"/>
          </a:xfrm>
          <a:prstGeom prst="rect">
            <a:avLst/>
          </a:prstGeom>
          <a:noFill/>
          <a:ln/>
        </p:spPr>
        <p:txBody>
          <a:bodyPr wrap="square" lIns="0" tIns="0" rIns="0" bIns="0" rtlCol="0" anchor="t"/>
          <a:lstStyle/>
          <a:p>
            <a:pPr indent="0" marL="0">
              <a:buNone/>
            </a:pPr>
            <a:r>
              <a:rPr lang="en-US" sz="1300" dirty="0">
                <a:solidFill>
                  <a:srgbClr val="9AA6D9"/>
                </a:solidFill>
                <a:latin typeface="Courier New" pitchFamily="34" charset="0"/>
                <a:ea typeface="Courier New" pitchFamily="34" charset="-122"/>
                <a:cs typeface="Courier New" pitchFamily="34" charset="-120"/>
              </a:rPr>
              <a:t>Group: [Group Name]   |   Grade &amp; Section: [Grade &amp; Section]</a:t>
            </a:r>
            <a:endParaRPr lang="en-US" sz="1300" dirty="0"/>
          </a:p>
        </p:txBody>
      </p:sp>
      <p:sp>
        <p:nvSpPr>
          <p:cNvPr id="5" name="Shape 3"/>
          <p:cNvSpPr/>
          <p:nvPr/>
        </p:nvSpPr>
        <p:spPr>
          <a:xfrm>
            <a:off x="457200" y="1920240"/>
            <a:ext cx="2651760" cy="2697480"/>
          </a:xfrm>
          <a:prstGeom prst="roundRect">
            <a:avLst>
              <a:gd name="adj" fmla="val 4138"/>
            </a:avLst>
          </a:prstGeom>
          <a:solidFill>
            <a:srgbClr val="121A3F">
              <a:alpha val="94000"/>
            </a:srgbClr>
          </a:solidFill>
          <a:ln w="15875">
            <a:solidFill>
              <a:srgbClr val="2DE2E6"/>
            </a:solidFill>
            <a:prstDash val="solid"/>
          </a:ln>
          <a:effectLst>
            <a:outerShdw sx="100000" sy="100000" kx="0" ky="0" algn="bl" rotWithShape="0" blurRad="203200" dist="50800" dir="5400000">
              <a:srgbClr val="2DE2E6">
                <a:alpha val="45000"/>
              </a:srgbClr>
            </a:outerShdw>
          </a:effectLst>
        </p:spPr>
      </p:sp>
      <p:sp>
        <p:nvSpPr>
          <p:cNvPr id="6" name="Shape 4"/>
          <p:cNvSpPr/>
          <p:nvPr/>
        </p:nvSpPr>
        <p:spPr>
          <a:xfrm>
            <a:off x="1344168" y="2148840"/>
            <a:ext cx="868680" cy="868680"/>
          </a:xfrm>
          <a:prstGeom prst="ellipse">
            <a:avLst/>
          </a:prstGeom>
          <a:solidFill>
            <a:srgbClr val="1A2353"/>
          </a:solidFill>
          <a:ln w="25400">
            <a:solidFill>
              <a:srgbClr val="2DE2E6"/>
            </a:solidFill>
            <a:prstDash val="solid"/>
          </a:ln>
          <a:effectLst>
            <a:outerShdw sx="100000" sy="100000" kx="0" ky="0" algn="bl" rotWithShape="0" blurRad="152400" dist="50800" dir="5400000">
              <a:srgbClr val="2DE2E6">
                <a:alpha val="45000"/>
              </a:srgbClr>
            </a:outerShdw>
          </a:effectLst>
        </p:spPr>
      </p:sp>
      <p:pic>
        <p:nvPicPr>
          <p:cNvPr id="7" name="Image 0" descr="/tmp/claude-0/-home-user-ashton212123/6ae88841-e158-5430-ba3a-d930461fce9f/scratchpad/build/assets/icons/FaPuzzlePiece_2DE2E6.png">    </p:cNvPr>
          <p:cNvPicPr>
            <a:picLocks noChangeAspect="1"/>
          </p:cNvPicPr>
          <p:nvPr/>
        </p:nvPicPr>
        <p:blipFill>
          <a:blip r:embed="rId1"/>
          <a:stretch>
            <a:fillRect/>
          </a:stretch>
        </p:blipFill>
        <p:spPr>
          <a:xfrm>
            <a:off x="1535278" y="2339950"/>
            <a:ext cx="486461" cy="486461"/>
          </a:xfrm>
          <a:prstGeom prst="rect">
            <a:avLst/>
          </a:prstGeom>
        </p:spPr>
      </p:pic>
      <p:sp>
        <p:nvSpPr>
          <p:cNvPr id="8" name="Text 5"/>
          <p:cNvSpPr txBox="1"/>
          <p:nvPr/>
        </p:nvSpPr>
        <p:spPr>
          <a:xfrm>
            <a:off x="548640" y="3108960"/>
            <a:ext cx="2468880" cy="347472"/>
          </a:xfrm>
          <a:prstGeom prst="rect">
            <a:avLst/>
          </a:prstGeom>
          <a:noFill/>
          <a:ln/>
        </p:spPr>
        <p:txBody>
          <a:bodyPr wrap="square" lIns="0" tIns="0" rIns="0" bIns="0" rtlCol="0" anchor="t"/>
          <a:lstStyle/>
          <a:p>
            <a:pPr algn="ctr" indent="0" marL="0">
              <a:buNone/>
            </a:pPr>
            <a:r>
              <a:rPr lang="en-US" sz="1300" dirty="0">
                <a:solidFill>
                  <a:srgbClr val="2DE2E6"/>
                </a:solidFill>
                <a:latin typeface="Arial Black" pitchFamily="34" charset="0"/>
                <a:ea typeface="Arial Black" pitchFamily="34" charset="-122"/>
                <a:cs typeface="Arial Black" pitchFamily="34" charset="-120"/>
              </a:rPr>
              <a:t>GAME DESIGNER</a:t>
            </a:r>
            <a:endParaRPr lang="en-US" sz="1300" dirty="0"/>
          </a:p>
        </p:txBody>
      </p:sp>
      <p:sp>
        <p:nvSpPr>
          <p:cNvPr id="9" name="Text 6"/>
          <p:cNvSpPr txBox="1"/>
          <p:nvPr/>
        </p:nvSpPr>
        <p:spPr>
          <a:xfrm>
            <a:off x="548640" y="3474720"/>
            <a:ext cx="2468880" cy="384048"/>
          </a:xfrm>
          <a:prstGeom prst="rect">
            <a:avLst/>
          </a:prstGeom>
          <a:noFill/>
          <a:ln/>
        </p:spPr>
        <p:txBody>
          <a:bodyPr wrap="square" lIns="0" tIns="0" rIns="0" bIns="0" rtlCol="0" anchor="t"/>
          <a:lstStyle/>
          <a:p>
            <a:pPr algn="ctr" indent="0" marL="0">
              <a:buNone/>
            </a:pPr>
            <a:r>
              <a:rPr lang="en-US" sz="1800" b="1" dirty="0">
                <a:solidFill>
                  <a:srgbClr val="EAF2FF"/>
                </a:solidFill>
                <a:latin typeface="Calibri" pitchFamily="34" charset="0"/>
                <a:ea typeface="Calibri" pitchFamily="34" charset="-122"/>
                <a:cs typeface="Calibri" pitchFamily="34" charset="-120"/>
              </a:rPr>
              <a:t>[Member Name]</a:t>
            </a:r>
            <a:endParaRPr lang="en-US" sz="1800" dirty="0"/>
          </a:p>
        </p:txBody>
      </p:sp>
      <p:sp>
        <p:nvSpPr>
          <p:cNvPr id="10" name="Text 7"/>
          <p:cNvSpPr txBox="1"/>
          <p:nvPr/>
        </p:nvSpPr>
        <p:spPr>
          <a:xfrm>
            <a:off x="685800" y="3886200"/>
            <a:ext cx="2194560" cy="594360"/>
          </a:xfrm>
          <a:prstGeom prst="rect">
            <a:avLst/>
          </a:prstGeom>
          <a:noFill/>
          <a:ln/>
        </p:spPr>
        <p:txBody>
          <a:bodyPr wrap="square" lIns="0" tIns="0" rIns="0" bIns="0" rtlCol="0" anchor="t"/>
          <a:lstStyle/>
          <a:p>
            <a:pPr algn="ctr" indent="0" marL="0">
              <a:buNone/>
            </a:pPr>
            <a:r>
              <a:rPr lang="en-US" sz="1200" dirty="0">
                <a:solidFill>
                  <a:srgbClr val="9AA6D9"/>
                </a:solidFill>
                <a:latin typeface="Calibri" pitchFamily="34" charset="0"/>
                <a:ea typeface="Calibri" pitchFamily="34" charset="-122"/>
                <a:cs typeface="Calibri" pitchFamily="34" charset="-120"/>
              </a:rPr>
              <a:t>Concept, mechanics, rules, and game flow</a:t>
            </a:r>
            <a:endParaRPr lang="en-US" sz="1200" dirty="0"/>
          </a:p>
        </p:txBody>
      </p:sp>
      <p:sp>
        <p:nvSpPr>
          <p:cNvPr id="11" name="Shape 8"/>
          <p:cNvSpPr/>
          <p:nvPr/>
        </p:nvSpPr>
        <p:spPr>
          <a:xfrm>
            <a:off x="3331159" y="1920240"/>
            <a:ext cx="2651760" cy="2697480"/>
          </a:xfrm>
          <a:prstGeom prst="roundRect">
            <a:avLst>
              <a:gd name="adj" fmla="val 4138"/>
            </a:avLst>
          </a:prstGeom>
          <a:solidFill>
            <a:srgbClr val="121A3F">
              <a:alpha val="94000"/>
            </a:srgbClr>
          </a:solidFill>
          <a:ln w="15875">
            <a:solidFill>
              <a:srgbClr val="FF7A45"/>
            </a:solidFill>
            <a:prstDash val="solid"/>
          </a:ln>
          <a:effectLst>
            <a:outerShdw sx="100000" sy="100000" kx="0" ky="0" algn="bl" rotWithShape="0" blurRad="203200" dist="50800" dir="5400000">
              <a:srgbClr val="FF7A45">
                <a:alpha val="45000"/>
              </a:srgbClr>
            </a:outerShdw>
          </a:effectLst>
        </p:spPr>
      </p:sp>
      <p:sp>
        <p:nvSpPr>
          <p:cNvPr id="12" name="Shape 9"/>
          <p:cNvSpPr/>
          <p:nvPr/>
        </p:nvSpPr>
        <p:spPr>
          <a:xfrm>
            <a:off x="4218127" y="2148840"/>
            <a:ext cx="868680" cy="868680"/>
          </a:xfrm>
          <a:prstGeom prst="ellipse">
            <a:avLst/>
          </a:prstGeom>
          <a:solidFill>
            <a:srgbClr val="1A2353"/>
          </a:solidFill>
          <a:ln w="25400">
            <a:solidFill>
              <a:srgbClr val="FF7A45"/>
            </a:solidFill>
            <a:prstDash val="solid"/>
          </a:ln>
          <a:effectLst>
            <a:outerShdw sx="100000" sy="100000" kx="0" ky="0" algn="bl" rotWithShape="0" blurRad="152400" dist="50800" dir="5400000">
              <a:srgbClr val="FF7A45">
                <a:alpha val="45000"/>
              </a:srgbClr>
            </a:outerShdw>
          </a:effectLst>
        </p:spPr>
      </p:sp>
      <p:pic>
        <p:nvPicPr>
          <p:cNvPr id="13" name="Image 1" descr="/tmp/claude-0/-home-user-ashton212123/6ae88841-e158-5430-ba3a-d930461fce9f/scratchpad/build/assets/icons/FaBookOpen_FF7A45.png">    </p:cNvPr>
          <p:cNvPicPr>
            <a:picLocks noChangeAspect="1"/>
          </p:cNvPicPr>
          <p:nvPr/>
        </p:nvPicPr>
        <p:blipFill>
          <a:blip r:embed="rId2"/>
          <a:stretch>
            <a:fillRect/>
          </a:stretch>
        </p:blipFill>
        <p:spPr>
          <a:xfrm>
            <a:off x="4409237" y="2339950"/>
            <a:ext cx="486461" cy="486461"/>
          </a:xfrm>
          <a:prstGeom prst="rect">
            <a:avLst/>
          </a:prstGeom>
        </p:spPr>
      </p:pic>
      <p:sp>
        <p:nvSpPr>
          <p:cNvPr id="14" name="Text 10"/>
          <p:cNvSpPr txBox="1"/>
          <p:nvPr/>
        </p:nvSpPr>
        <p:spPr>
          <a:xfrm>
            <a:off x="3422599" y="3108960"/>
            <a:ext cx="2468880" cy="347472"/>
          </a:xfrm>
          <a:prstGeom prst="rect">
            <a:avLst/>
          </a:prstGeom>
          <a:noFill/>
          <a:ln/>
        </p:spPr>
        <p:txBody>
          <a:bodyPr wrap="square" lIns="0" tIns="0" rIns="0" bIns="0" rtlCol="0" anchor="t"/>
          <a:lstStyle/>
          <a:p>
            <a:pPr algn="ctr" indent="0" marL="0">
              <a:buNone/>
            </a:pPr>
            <a:r>
              <a:rPr lang="en-US" sz="1300" dirty="0">
                <a:solidFill>
                  <a:srgbClr val="FF7A45"/>
                </a:solidFill>
                <a:latin typeface="Arial Black" pitchFamily="34" charset="0"/>
                <a:ea typeface="Arial Black" pitchFamily="34" charset="-122"/>
                <a:cs typeface="Arial Black" pitchFamily="34" charset="-120"/>
              </a:rPr>
              <a:t>STORY / CONTENT</a:t>
            </a:r>
            <a:endParaRPr lang="en-US" sz="1300" dirty="0"/>
          </a:p>
        </p:txBody>
      </p:sp>
      <p:sp>
        <p:nvSpPr>
          <p:cNvPr id="15" name="Text 11"/>
          <p:cNvSpPr txBox="1"/>
          <p:nvPr/>
        </p:nvSpPr>
        <p:spPr>
          <a:xfrm>
            <a:off x="3422599" y="3474720"/>
            <a:ext cx="2468880" cy="384048"/>
          </a:xfrm>
          <a:prstGeom prst="rect">
            <a:avLst/>
          </a:prstGeom>
          <a:noFill/>
          <a:ln/>
        </p:spPr>
        <p:txBody>
          <a:bodyPr wrap="square" lIns="0" tIns="0" rIns="0" bIns="0" rtlCol="0" anchor="t"/>
          <a:lstStyle/>
          <a:p>
            <a:pPr algn="ctr" indent="0" marL="0">
              <a:buNone/>
            </a:pPr>
            <a:r>
              <a:rPr lang="en-US" sz="1800" b="1" dirty="0">
                <a:solidFill>
                  <a:srgbClr val="EAF2FF"/>
                </a:solidFill>
                <a:latin typeface="Calibri" pitchFamily="34" charset="0"/>
                <a:ea typeface="Calibri" pitchFamily="34" charset="-122"/>
                <a:cs typeface="Calibri" pitchFamily="34" charset="-120"/>
              </a:rPr>
              <a:t>[Member Name]</a:t>
            </a:r>
            <a:endParaRPr lang="en-US" sz="1800" dirty="0"/>
          </a:p>
        </p:txBody>
      </p:sp>
      <p:sp>
        <p:nvSpPr>
          <p:cNvPr id="16" name="Text 12"/>
          <p:cNvSpPr txBox="1"/>
          <p:nvPr/>
        </p:nvSpPr>
        <p:spPr>
          <a:xfrm>
            <a:off x="3559759" y="3886200"/>
            <a:ext cx="2194560" cy="594360"/>
          </a:xfrm>
          <a:prstGeom prst="rect">
            <a:avLst/>
          </a:prstGeom>
          <a:noFill/>
          <a:ln/>
        </p:spPr>
        <p:txBody>
          <a:bodyPr wrap="square" lIns="0" tIns="0" rIns="0" bIns="0" rtlCol="0" anchor="t"/>
          <a:lstStyle/>
          <a:p>
            <a:pPr algn="ctr" indent="0" marL="0">
              <a:buNone/>
            </a:pPr>
            <a:r>
              <a:rPr lang="en-US" sz="1200" dirty="0">
                <a:solidFill>
                  <a:srgbClr val="9AA6D9"/>
                </a:solidFill>
                <a:latin typeface="Calibri" pitchFamily="34" charset="0"/>
                <a:ea typeface="Calibri" pitchFamily="34" charset="-122"/>
                <a:cs typeface="Calibri" pitchFamily="34" charset="-120"/>
              </a:rPr>
              <a:t>Backstory, characters, and questions</a:t>
            </a:r>
            <a:endParaRPr lang="en-US" sz="1200" dirty="0"/>
          </a:p>
        </p:txBody>
      </p:sp>
      <p:sp>
        <p:nvSpPr>
          <p:cNvPr id="17" name="Shape 13"/>
          <p:cNvSpPr/>
          <p:nvPr/>
        </p:nvSpPr>
        <p:spPr>
          <a:xfrm>
            <a:off x="6205118" y="1920240"/>
            <a:ext cx="2651760" cy="2697480"/>
          </a:xfrm>
          <a:prstGeom prst="roundRect">
            <a:avLst>
              <a:gd name="adj" fmla="val 4138"/>
            </a:avLst>
          </a:prstGeom>
          <a:solidFill>
            <a:srgbClr val="121A3F">
              <a:alpha val="94000"/>
            </a:srgbClr>
          </a:solidFill>
          <a:ln w="15875">
            <a:solidFill>
              <a:srgbClr val="A98BFF"/>
            </a:solidFill>
            <a:prstDash val="solid"/>
          </a:ln>
          <a:effectLst>
            <a:outerShdw sx="100000" sy="100000" kx="0" ky="0" algn="bl" rotWithShape="0" blurRad="203200" dist="50800" dir="5400000">
              <a:srgbClr val="A98BFF">
                <a:alpha val="45000"/>
              </a:srgbClr>
            </a:outerShdw>
          </a:effectLst>
        </p:spPr>
      </p:sp>
      <p:sp>
        <p:nvSpPr>
          <p:cNvPr id="18" name="Shape 14"/>
          <p:cNvSpPr/>
          <p:nvPr/>
        </p:nvSpPr>
        <p:spPr>
          <a:xfrm>
            <a:off x="7092086" y="2148840"/>
            <a:ext cx="868680" cy="868680"/>
          </a:xfrm>
          <a:prstGeom prst="ellipse">
            <a:avLst/>
          </a:prstGeom>
          <a:solidFill>
            <a:srgbClr val="1A2353"/>
          </a:solidFill>
          <a:ln w="25400">
            <a:solidFill>
              <a:srgbClr val="A98BFF"/>
            </a:solidFill>
            <a:prstDash val="solid"/>
          </a:ln>
          <a:effectLst>
            <a:outerShdw sx="100000" sy="100000" kx="0" ky="0" algn="bl" rotWithShape="0" blurRad="152400" dist="50800" dir="5400000">
              <a:srgbClr val="A98BFF">
                <a:alpha val="45000"/>
              </a:srgbClr>
            </a:outerShdw>
          </a:effectLst>
        </p:spPr>
      </p:sp>
      <p:pic>
        <p:nvPicPr>
          <p:cNvPr id="19" name="Image 2" descr="/tmp/claude-0/-home-user-ashton212123/6ae88841-e158-5430-ba3a-d930461fce9f/scratchpad/build/assets/icons/FaLaptopCode_A98BFF.png">    </p:cNvPr>
          <p:cNvPicPr>
            <a:picLocks noChangeAspect="1"/>
          </p:cNvPicPr>
          <p:nvPr/>
        </p:nvPicPr>
        <p:blipFill>
          <a:blip r:embed="rId3"/>
          <a:stretch>
            <a:fillRect/>
          </a:stretch>
        </p:blipFill>
        <p:spPr>
          <a:xfrm>
            <a:off x="7283196" y="2339950"/>
            <a:ext cx="486461" cy="486461"/>
          </a:xfrm>
          <a:prstGeom prst="rect">
            <a:avLst/>
          </a:prstGeom>
        </p:spPr>
      </p:pic>
      <p:sp>
        <p:nvSpPr>
          <p:cNvPr id="20" name="Text 15"/>
          <p:cNvSpPr txBox="1"/>
          <p:nvPr/>
        </p:nvSpPr>
        <p:spPr>
          <a:xfrm>
            <a:off x="6296558" y="3108960"/>
            <a:ext cx="2468880" cy="347472"/>
          </a:xfrm>
          <a:prstGeom prst="rect">
            <a:avLst/>
          </a:prstGeom>
          <a:noFill/>
          <a:ln/>
        </p:spPr>
        <p:txBody>
          <a:bodyPr wrap="square" lIns="0" tIns="0" rIns="0" bIns="0" rtlCol="0" anchor="t"/>
          <a:lstStyle/>
          <a:p>
            <a:pPr algn="ctr" indent="0" marL="0">
              <a:buNone/>
            </a:pPr>
            <a:r>
              <a:rPr lang="en-US" sz="1300" dirty="0">
                <a:solidFill>
                  <a:srgbClr val="A98BFF"/>
                </a:solidFill>
                <a:latin typeface="Arial Black" pitchFamily="34" charset="0"/>
                <a:ea typeface="Arial Black" pitchFamily="34" charset="-122"/>
                <a:cs typeface="Arial Black" pitchFamily="34" charset="-120"/>
              </a:rPr>
              <a:t>POWERPOINT DEV</a:t>
            </a:r>
            <a:endParaRPr lang="en-US" sz="1300" dirty="0"/>
          </a:p>
        </p:txBody>
      </p:sp>
      <p:sp>
        <p:nvSpPr>
          <p:cNvPr id="21" name="Text 16"/>
          <p:cNvSpPr txBox="1"/>
          <p:nvPr/>
        </p:nvSpPr>
        <p:spPr>
          <a:xfrm>
            <a:off x="6296558" y="3474720"/>
            <a:ext cx="2468880" cy="384048"/>
          </a:xfrm>
          <a:prstGeom prst="rect">
            <a:avLst/>
          </a:prstGeom>
          <a:noFill/>
          <a:ln/>
        </p:spPr>
        <p:txBody>
          <a:bodyPr wrap="square" lIns="0" tIns="0" rIns="0" bIns="0" rtlCol="0" anchor="t"/>
          <a:lstStyle/>
          <a:p>
            <a:pPr algn="ctr" indent="0" marL="0">
              <a:buNone/>
            </a:pPr>
            <a:r>
              <a:rPr lang="en-US" sz="1800" b="1" dirty="0">
                <a:solidFill>
                  <a:srgbClr val="EAF2FF"/>
                </a:solidFill>
                <a:latin typeface="Calibri" pitchFamily="34" charset="0"/>
                <a:ea typeface="Calibri" pitchFamily="34" charset="-122"/>
                <a:cs typeface="Calibri" pitchFamily="34" charset="-120"/>
              </a:rPr>
              <a:t>[Member Name]</a:t>
            </a:r>
            <a:endParaRPr lang="en-US" sz="1800" dirty="0"/>
          </a:p>
        </p:txBody>
      </p:sp>
      <p:sp>
        <p:nvSpPr>
          <p:cNvPr id="22" name="Text 17"/>
          <p:cNvSpPr txBox="1"/>
          <p:nvPr/>
        </p:nvSpPr>
        <p:spPr>
          <a:xfrm>
            <a:off x="6433718" y="3886200"/>
            <a:ext cx="2194560" cy="594360"/>
          </a:xfrm>
          <a:prstGeom prst="rect">
            <a:avLst/>
          </a:prstGeom>
          <a:noFill/>
          <a:ln/>
        </p:spPr>
        <p:txBody>
          <a:bodyPr wrap="square" lIns="0" tIns="0" rIns="0" bIns="0" rtlCol="0" anchor="t"/>
          <a:lstStyle/>
          <a:p>
            <a:pPr algn="ctr" indent="0" marL="0">
              <a:buNone/>
            </a:pPr>
            <a:r>
              <a:rPr lang="en-US" sz="1200" dirty="0">
                <a:solidFill>
                  <a:srgbClr val="9AA6D9"/>
                </a:solidFill>
                <a:latin typeface="Calibri" pitchFamily="34" charset="0"/>
                <a:ea typeface="Calibri" pitchFamily="34" charset="-122"/>
                <a:cs typeface="Calibri" pitchFamily="34" charset="-120"/>
              </a:rPr>
              <a:t>Slides, hyperlinks, and interactivity</a:t>
            </a:r>
            <a:endParaRPr lang="en-US" sz="1200" dirty="0"/>
          </a:p>
        </p:txBody>
      </p:sp>
      <p:sp>
        <p:nvSpPr>
          <p:cNvPr id="23" name="Shape 18"/>
          <p:cNvSpPr/>
          <p:nvPr/>
        </p:nvSpPr>
        <p:spPr>
          <a:xfrm>
            <a:off x="9079078" y="1920240"/>
            <a:ext cx="2651760" cy="2697480"/>
          </a:xfrm>
          <a:prstGeom prst="roundRect">
            <a:avLst>
              <a:gd name="adj" fmla="val 4138"/>
            </a:avLst>
          </a:prstGeom>
          <a:solidFill>
            <a:srgbClr val="121A3F">
              <a:alpha val="94000"/>
            </a:srgbClr>
          </a:solidFill>
          <a:ln w="15875">
            <a:solidFill>
              <a:srgbClr val="9BE564"/>
            </a:solidFill>
            <a:prstDash val="solid"/>
          </a:ln>
          <a:effectLst>
            <a:outerShdw sx="100000" sy="100000" kx="0" ky="0" algn="bl" rotWithShape="0" blurRad="203200" dist="50800" dir="5400000">
              <a:srgbClr val="9BE564">
                <a:alpha val="45000"/>
              </a:srgbClr>
            </a:outerShdw>
          </a:effectLst>
        </p:spPr>
      </p:sp>
      <p:sp>
        <p:nvSpPr>
          <p:cNvPr id="24" name="Shape 19"/>
          <p:cNvSpPr/>
          <p:nvPr/>
        </p:nvSpPr>
        <p:spPr>
          <a:xfrm>
            <a:off x="9966046" y="2148840"/>
            <a:ext cx="868680" cy="868680"/>
          </a:xfrm>
          <a:prstGeom prst="ellipse">
            <a:avLst/>
          </a:prstGeom>
          <a:solidFill>
            <a:srgbClr val="1A2353"/>
          </a:solidFill>
          <a:ln w="25400">
            <a:solidFill>
              <a:srgbClr val="9BE564"/>
            </a:solidFill>
            <a:prstDash val="solid"/>
          </a:ln>
          <a:effectLst>
            <a:outerShdw sx="100000" sy="100000" kx="0" ky="0" algn="bl" rotWithShape="0" blurRad="152400" dist="50800" dir="5400000">
              <a:srgbClr val="9BE564">
                <a:alpha val="45000"/>
              </a:srgbClr>
            </a:outerShdw>
          </a:effectLst>
        </p:spPr>
      </p:sp>
      <p:pic>
        <p:nvPicPr>
          <p:cNvPr id="25" name="Image 3" descr="/tmp/claude-0/-home-user-ashton212123/6ae88841-e158-5430-ba3a-d930461fce9f/scratchpad/build/assets/icons/FaClipboardCheck_9BE564.png">    </p:cNvPr>
          <p:cNvPicPr>
            <a:picLocks noChangeAspect="1"/>
          </p:cNvPicPr>
          <p:nvPr/>
        </p:nvPicPr>
        <p:blipFill>
          <a:blip r:embed="rId4"/>
          <a:stretch>
            <a:fillRect/>
          </a:stretch>
        </p:blipFill>
        <p:spPr>
          <a:xfrm>
            <a:off x="10157155" y="2339950"/>
            <a:ext cx="486461" cy="486461"/>
          </a:xfrm>
          <a:prstGeom prst="rect">
            <a:avLst/>
          </a:prstGeom>
        </p:spPr>
      </p:pic>
      <p:sp>
        <p:nvSpPr>
          <p:cNvPr id="26" name="Text 20"/>
          <p:cNvSpPr txBox="1"/>
          <p:nvPr/>
        </p:nvSpPr>
        <p:spPr>
          <a:xfrm>
            <a:off x="9170518" y="3108960"/>
            <a:ext cx="2468880" cy="347472"/>
          </a:xfrm>
          <a:prstGeom prst="rect">
            <a:avLst/>
          </a:prstGeom>
          <a:noFill/>
          <a:ln/>
        </p:spPr>
        <p:txBody>
          <a:bodyPr wrap="square" lIns="0" tIns="0" rIns="0" bIns="0" rtlCol="0" anchor="t"/>
          <a:lstStyle/>
          <a:p>
            <a:pPr algn="ctr" indent="0" marL="0">
              <a:buNone/>
            </a:pPr>
            <a:r>
              <a:rPr lang="en-US" sz="1300" dirty="0">
                <a:solidFill>
                  <a:srgbClr val="9BE564"/>
                </a:solidFill>
                <a:latin typeface="Arial Black" pitchFamily="34" charset="0"/>
                <a:ea typeface="Arial Black" pitchFamily="34" charset="-122"/>
                <a:cs typeface="Arial Black" pitchFamily="34" charset="-120"/>
              </a:rPr>
              <a:t>TESTER / DOCS</a:t>
            </a:r>
            <a:endParaRPr lang="en-US" sz="1300" dirty="0"/>
          </a:p>
        </p:txBody>
      </p:sp>
      <p:sp>
        <p:nvSpPr>
          <p:cNvPr id="27" name="Text 21"/>
          <p:cNvSpPr txBox="1"/>
          <p:nvPr/>
        </p:nvSpPr>
        <p:spPr>
          <a:xfrm>
            <a:off x="9170518" y="3474720"/>
            <a:ext cx="2468880" cy="384048"/>
          </a:xfrm>
          <a:prstGeom prst="rect">
            <a:avLst/>
          </a:prstGeom>
          <a:noFill/>
          <a:ln/>
        </p:spPr>
        <p:txBody>
          <a:bodyPr wrap="square" lIns="0" tIns="0" rIns="0" bIns="0" rtlCol="0" anchor="t"/>
          <a:lstStyle/>
          <a:p>
            <a:pPr algn="ctr" indent="0" marL="0">
              <a:buNone/>
            </a:pPr>
            <a:r>
              <a:rPr lang="en-US" sz="1800" b="1" dirty="0">
                <a:solidFill>
                  <a:srgbClr val="EAF2FF"/>
                </a:solidFill>
                <a:latin typeface="Calibri" pitchFamily="34" charset="0"/>
                <a:ea typeface="Calibri" pitchFamily="34" charset="-122"/>
                <a:cs typeface="Calibri" pitchFamily="34" charset="-120"/>
              </a:rPr>
              <a:t>[Member Name]</a:t>
            </a:r>
            <a:endParaRPr lang="en-US" sz="1800" dirty="0"/>
          </a:p>
        </p:txBody>
      </p:sp>
      <p:sp>
        <p:nvSpPr>
          <p:cNvPr id="28" name="Text 22"/>
          <p:cNvSpPr txBox="1"/>
          <p:nvPr/>
        </p:nvSpPr>
        <p:spPr>
          <a:xfrm>
            <a:off x="9307678" y="3886200"/>
            <a:ext cx="2194560" cy="594360"/>
          </a:xfrm>
          <a:prstGeom prst="rect">
            <a:avLst/>
          </a:prstGeom>
          <a:noFill/>
          <a:ln/>
        </p:spPr>
        <p:txBody>
          <a:bodyPr wrap="square" lIns="0" tIns="0" rIns="0" bIns="0" rtlCol="0" anchor="t"/>
          <a:lstStyle/>
          <a:p>
            <a:pPr algn="ctr" indent="0" marL="0">
              <a:buNone/>
            </a:pPr>
            <a:r>
              <a:rPr lang="en-US" sz="1200" dirty="0">
                <a:solidFill>
                  <a:srgbClr val="9AA6D9"/>
                </a:solidFill>
                <a:latin typeface="Calibri" pitchFamily="34" charset="0"/>
                <a:ea typeface="Calibri" pitchFamily="34" charset="-122"/>
                <a:cs typeface="Calibri" pitchFamily="34" charset="-120"/>
              </a:rPr>
              <a:t>Playtesting and Word documentation</a:t>
            </a:r>
            <a:endParaRPr lang="en-US" sz="1200" dirty="0"/>
          </a:p>
        </p:txBody>
      </p:sp>
      <p:sp>
        <p:nvSpPr>
          <p:cNvPr id="29" name="Text 23"/>
          <p:cNvSpPr txBox="1"/>
          <p:nvPr/>
        </p:nvSpPr>
        <p:spPr>
          <a:xfrm>
            <a:off x="457200" y="4846320"/>
            <a:ext cx="11274552" cy="365760"/>
          </a:xfrm>
          <a:prstGeom prst="rect">
            <a:avLst/>
          </a:prstGeom>
          <a:noFill/>
          <a:ln/>
        </p:spPr>
        <p:txBody>
          <a:bodyPr wrap="square" lIns="0" tIns="0" rIns="0" bIns="0" rtlCol="0" anchor="t"/>
          <a:lstStyle/>
          <a:p>
            <a:pPr algn="ctr" indent="0" marL="0">
              <a:buNone/>
            </a:pPr>
            <a:r>
              <a:rPr lang="en-US" sz="1400" dirty="0">
                <a:solidFill>
                  <a:srgbClr val="9AA6D9"/>
                </a:solidFill>
                <a:latin typeface="Calibri" pitchFamily="34" charset="0"/>
                <a:ea typeface="Calibri" pitchFamily="34" charset="-122"/>
                <a:cs typeface="Calibri" pitchFamily="34" charset="-120"/>
              </a:rPr>
              <a:t>Made with Microsoft PowerPoint and Microsoft Word. The story, questions, pixel art, and sound effects are all original.</a:t>
            </a:r>
            <a:endParaRPr lang="en-US" sz="1400" dirty="0"/>
          </a:p>
        </p:txBody>
      </p:sp>
      <p:sp>
        <p:nvSpPr>
          <p:cNvPr id="30" name="Link - OPEN GAME DOCUMENTATION">
            <a:hlinkClick r:id="rId7" highlightClick="1"/>
          </p:cNvPr>
          <p:cNvSpPr txBox="1"/>
          <p:nvPr/>
        </p:nvSpPr>
        <p:spPr>
          <a:xfrm>
            <a:off x="457200" y="5532120"/>
            <a:ext cx="5120640" cy="658368"/>
          </a:xfrm>
          <a:prstGeom prst="roundRect">
            <a:avLst>
              <a:gd name="adj" fmla="val 13889"/>
            </a:avLst>
          </a:prstGeom>
          <a:solidFill>
            <a:srgbClr val="1A2353"/>
          </a:solidFill>
          <a:ln w="25400">
            <a:solidFill>
              <a:srgbClr val="FFC233"/>
            </a:solidFill>
          </a:ln>
          <a:effectLst>
            <a:outerShdw sx="100000" sy="100000" kx="0" ky="0" algn="bl" rotWithShape="0" blurRad="177800" dist="50800" dir="5400000">
              <a:srgbClr val="FFC233">
                <a:alpha val="35000"/>
              </a:srgbClr>
            </a:outerShdw>
          </a:effectLst>
        </p:spPr>
        <p:txBody>
          <a:bodyPr wrap="square" lIns="0" tIns="0" rIns="0" bIns="0" rtlCol="0" anchor="ctr"/>
          <a:lstStyle/>
          <a:p>
            <a:pPr algn="ctr" indent="0" marL="0">
              <a:buNone/>
            </a:pPr>
            <a:r>
              <a:rPr lang="en-US" sz="1500" spc="100" kern="0" dirty="0">
                <a:solidFill>
                  <a:srgbClr val="EAF2FF"/>
                </a:solidFill>
                <a:latin typeface="Arial Black" pitchFamily="34" charset="0"/>
                <a:ea typeface="Arial Black" pitchFamily="34" charset="-122"/>
                <a:cs typeface="Arial Black" pitchFamily="34" charset="-120"/>
              </a:rPr>
              <a:t>OPEN GAME DOCUMENTATION</a:t>
            </a:r>
            <a:endParaRPr lang="en-US" sz="1500" dirty="0"/>
          </a:p>
        </p:txBody>
      </p:sp>
      <p:sp>
        <p:nvSpPr>
          <p:cNvPr id="31" name="Link - MAIN MENU">
            <a:hlinkClick r:id="rId8" action="ppaction://hlinksldjump" highlightClick="1"/>
          </p:cNvPr>
          <p:cNvSpPr txBox="1"/>
          <p:nvPr/>
        </p:nvSpPr>
        <p:spPr>
          <a:xfrm>
            <a:off x="9171432" y="5532120"/>
            <a:ext cx="2560320" cy="658368"/>
          </a:xfrm>
          <a:prstGeom prst="roundRect">
            <a:avLst>
              <a:gd name="adj" fmla="val 13889"/>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500" spc="100" kern="0" dirty="0">
                <a:solidFill>
                  <a:srgbClr val="0A0F24"/>
                </a:solidFill>
                <a:latin typeface="Arial Black" pitchFamily="34" charset="0"/>
                <a:ea typeface="Arial Black" pitchFamily="34" charset="-122"/>
                <a:cs typeface="Arial Black" pitchFamily="34" charset="-120"/>
              </a:rPr>
              <a:t>MAIN MENU</a:t>
            </a:r>
            <a:endParaRPr lang="en-US" sz="1500" dirty="0"/>
          </a:p>
        </p:txBody>
      </p:sp>
    </p:spTree>
  </p:cSld>
  <p:clrMapOvr>
    <a:masterClrMapping/>
  </p:clrMapOvr>
  <p:transition spd="med" advClick="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3657600" cy="365760"/>
          </a:xfrm>
          <a:prstGeom prst="rect">
            <a:avLst/>
          </a:prstGeom>
          <a:noFill/>
          <a:ln/>
        </p:spPr>
        <p:txBody>
          <a:bodyPr wrap="square" lIns="0" tIns="0" rIns="0" bIns="0" rtlCol="0" anchor="t"/>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STORY 1/3</a:t>
            </a:r>
            <a:endParaRPr lang="en-US" sz="1400" dirty="0"/>
          </a:p>
        </p:txBody>
      </p:sp>
      <p:sp>
        <p:nvSpPr>
          <p:cNvPr id="3" name="Link - SKIP STORY">
            <a:hlinkClick r:id="rId5" action="ppaction://hlinksldjump" highlightClick="1"/>
          </p:cNvPr>
          <p:cNvSpPr txBox="1"/>
          <p:nvPr/>
        </p:nvSpPr>
        <p:spPr>
          <a:xfrm>
            <a:off x="9902952" y="274320"/>
            <a:ext cx="1828800" cy="457200"/>
          </a:xfrm>
          <a:prstGeom prst="roundRect">
            <a:avLst>
              <a:gd name="adj" fmla="val 20000"/>
            </a:avLst>
          </a:prstGeom>
          <a:solidFill>
            <a:srgbClr val="1A2353"/>
          </a:solidFill>
          <a:ln w="25400">
            <a:solidFill>
              <a:srgbClr val="2DE2E6"/>
            </a:solidFill>
          </a:ln>
          <a:effectLst>
            <a:outerShdw sx="100000" sy="100000" kx="0" ky="0" algn="bl" rotWithShape="0" blurRad="177800" dist="50800" dir="5400000">
              <a:srgbClr val="2DE2E6">
                <a:alpha val="35000"/>
              </a:srgbClr>
            </a:outerShdw>
          </a:effectLst>
        </p:spPr>
        <p:txBody>
          <a:bodyPr wrap="square" lIns="0" tIns="0" rIns="0" bIns="0" rtlCol="0" anchor="ctr"/>
          <a:lstStyle/>
          <a:p>
            <a:pPr algn="ctr" indent="0" marL="0">
              <a:buNone/>
            </a:pPr>
            <a:r>
              <a:rPr lang="en-US" sz="1100" spc="100" kern="0" dirty="0">
                <a:solidFill>
                  <a:srgbClr val="EAF2FF"/>
                </a:solidFill>
                <a:latin typeface="Arial Black" pitchFamily="34" charset="0"/>
                <a:ea typeface="Arial Black" pitchFamily="34" charset="-122"/>
                <a:cs typeface="Arial Black" pitchFamily="34" charset="-120"/>
              </a:rPr>
              <a:t>SKIP STORY</a:t>
            </a:r>
            <a:endParaRPr lang="en-US" sz="1100" dirty="0"/>
          </a:p>
        </p:txBody>
      </p:sp>
      <p:sp>
        <p:nvSpPr>
          <p:cNvPr id="4" name="Shape 2"/>
          <p:cNvSpPr/>
          <p:nvPr/>
        </p:nvSpPr>
        <p:spPr>
          <a:xfrm>
            <a:off x="4206240" y="868680"/>
            <a:ext cx="6949440" cy="3429000"/>
          </a:xfrm>
          <a:prstGeom prst="roundRect">
            <a:avLst>
              <a:gd name="adj" fmla="val 4000"/>
            </a:avLst>
          </a:prstGeom>
          <a:solidFill>
            <a:srgbClr val="161D42"/>
          </a:solidFill>
          <a:ln w="50800">
            <a:solidFill>
              <a:srgbClr val="3A4370"/>
            </a:solidFill>
            <a:prstDash val="solid"/>
          </a:ln>
        </p:spPr>
      </p:sp>
      <p:sp>
        <p:nvSpPr>
          <p:cNvPr id="5" name="Shape 3"/>
          <p:cNvSpPr/>
          <p:nvPr/>
        </p:nvSpPr>
        <p:spPr>
          <a:xfrm>
            <a:off x="4434840" y="1097280"/>
            <a:ext cx="6492240" cy="2971800"/>
          </a:xfrm>
          <a:prstGeom prst="rect">
            <a:avLst/>
          </a:prstGeom>
          <a:solidFill>
            <a:srgbClr val="0B1430"/>
          </a:solidFill>
          <a:ln w="12700">
            <a:solidFill>
              <a:srgbClr val="0B1430"/>
            </a:solidFill>
            <a:prstDash val="solid"/>
          </a:ln>
        </p:spPr>
      </p:sp>
      <p:sp>
        <p:nvSpPr>
          <p:cNvPr id="6" name="Text 4"/>
          <p:cNvSpPr txBox="1"/>
          <p:nvPr/>
        </p:nvSpPr>
        <p:spPr>
          <a:xfrm>
            <a:off x="4572000" y="1170432"/>
            <a:ext cx="3657600" cy="274320"/>
          </a:xfrm>
          <a:prstGeom prst="rect">
            <a:avLst/>
          </a:prstGeom>
          <a:noFill/>
          <a:ln/>
        </p:spPr>
        <p:txBody>
          <a:bodyPr wrap="square" lIns="0" tIns="0" rIns="0" bIns="0" rtlCol="0" anchor="t"/>
          <a:lstStyle/>
          <a:p>
            <a:pPr indent="0" marL="0">
              <a:buNone/>
            </a:pPr>
            <a:r>
              <a:rPr lang="en-US" sz="1000" dirty="0">
                <a:solidFill>
                  <a:srgbClr val="9AA6D9"/>
                </a:solidFill>
                <a:latin typeface="Courier New" pitchFamily="34" charset="0"/>
                <a:ea typeface="Courier New" pitchFamily="34" charset="-122"/>
                <a:cs typeface="Courier New" pitchFamily="34" charset="-120"/>
              </a:rPr>
              <a:t>E-TECH_GAME_FINAL_v3.pptx</a:t>
            </a:r>
            <a:endParaRPr lang="en-US" sz="1000" dirty="0"/>
          </a:p>
        </p:txBody>
      </p:sp>
      <p:sp>
        <p:nvSpPr>
          <p:cNvPr id="7" name="Shape 5"/>
          <p:cNvSpPr/>
          <p:nvPr/>
        </p:nvSpPr>
        <p:spPr>
          <a:xfrm>
            <a:off x="4572000" y="1600200"/>
            <a:ext cx="914400" cy="109728"/>
          </a:xfrm>
          <a:prstGeom prst="rect">
            <a:avLst/>
          </a:prstGeom>
          <a:solidFill>
            <a:srgbClr val="1E2A55"/>
          </a:solidFill>
          <a:ln w="12700">
            <a:solidFill>
              <a:srgbClr val="1E2A55"/>
            </a:solidFill>
            <a:prstDash val="solid"/>
          </a:ln>
        </p:spPr>
      </p:sp>
      <p:sp>
        <p:nvSpPr>
          <p:cNvPr id="8" name="Shape 6"/>
          <p:cNvSpPr/>
          <p:nvPr/>
        </p:nvSpPr>
        <p:spPr>
          <a:xfrm>
            <a:off x="4572000" y="2057400"/>
            <a:ext cx="1188720" cy="109728"/>
          </a:xfrm>
          <a:prstGeom prst="rect">
            <a:avLst/>
          </a:prstGeom>
          <a:solidFill>
            <a:srgbClr val="1E2A55"/>
          </a:solidFill>
          <a:ln w="12700">
            <a:solidFill>
              <a:srgbClr val="1E2A55"/>
            </a:solidFill>
            <a:prstDash val="solid"/>
          </a:ln>
        </p:spPr>
      </p:sp>
      <p:sp>
        <p:nvSpPr>
          <p:cNvPr id="9" name="Shape 7"/>
          <p:cNvSpPr/>
          <p:nvPr/>
        </p:nvSpPr>
        <p:spPr>
          <a:xfrm>
            <a:off x="4572000" y="2514600"/>
            <a:ext cx="1463040" cy="109728"/>
          </a:xfrm>
          <a:prstGeom prst="rect">
            <a:avLst/>
          </a:prstGeom>
          <a:solidFill>
            <a:srgbClr val="1E2A55"/>
          </a:solidFill>
          <a:ln w="12700">
            <a:solidFill>
              <a:srgbClr val="1E2A55"/>
            </a:solidFill>
            <a:prstDash val="solid"/>
          </a:ln>
        </p:spPr>
      </p:sp>
      <p:sp>
        <p:nvSpPr>
          <p:cNvPr id="10" name="Shape 8"/>
          <p:cNvSpPr/>
          <p:nvPr/>
        </p:nvSpPr>
        <p:spPr>
          <a:xfrm>
            <a:off x="4572000" y="2971800"/>
            <a:ext cx="914400" cy="109728"/>
          </a:xfrm>
          <a:prstGeom prst="rect">
            <a:avLst/>
          </a:prstGeom>
          <a:solidFill>
            <a:srgbClr val="1E2A55"/>
          </a:solidFill>
          <a:ln w="12700">
            <a:solidFill>
              <a:srgbClr val="1E2A55"/>
            </a:solidFill>
            <a:prstDash val="solid"/>
          </a:ln>
        </p:spPr>
      </p:sp>
      <p:sp>
        <p:nvSpPr>
          <p:cNvPr id="11" name="Shape 9"/>
          <p:cNvSpPr/>
          <p:nvPr/>
        </p:nvSpPr>
        <p:spPr>
          <a:xfrm>
            <a:off x="4572000" y="3429000"/>
            <a:ext cx="1188720" cy="109728"/>
          </a:xfrm>
          <a:prstGeom prst="rect">
            <a:avLst/>
          </a:prstGeom>
          <a:solidFill>
            <a:srgbClr val="1E2A55"/>
          </a:solidFill>
          <a:ln w="12700">
            <a:solidFill>
              <a:srgbClr val="1E2A55"/>
            </a:solidFill>
            <a:prstDash val="solid"/>
          </a:ln>
        </p:spPr>
      </p:sp>
      <p:sp>
        <p:nvSpPr>
          <p:cNvPr id="12" name="Shape 10"/>
          <p:cNvSpPr/>
          <p:nvPr/>
        </p:nvSpPr>
        <p:spPr>
          <a:xfrm>
            <a:off x="5760720" y="1371600"/>
            <a:ext cx="4572000" cy="2468880"/>
          </a:xfrm>
          <a:prstGeom prst="rect">
            <a:avLst/>
          </a:prstGeom>
          <a:solidFill>
            <a:srgbClr val="FFF3B0"/>
          </a:solidFill>
          <a:ln w="38100">
            <a:solidFill>
              <a:srgbClr val="D7263D"/>
            </a:solidFill>
            <a:prstDash val="solid"/>
          </a:ln>
          <a:effectLst>
            <a:outerShdw sx="100000" sy="100000" kx="0" ky="0" algn="bl" rotWithShape="0" blurRad="254000" dist="50800" dir="5400000">
              <a:srgbClr val="FFC233">
                <a:alpha val="70000"/>
              </a:srgbClr>
            </a:outerShdw>
          </a:effectLst>
        </p:spPr>
      </p:sp>
      <p:sp>
        <p:nvSpPr>
          <p:cNvPr id="13" name="Shape 11"/>
          <p:cNvSpPr/>
          <p:nvPr/>
        </p:nvSpPr>
        <p:spPr>
          <a:xfrm>
            <a:off x="5760720" y="1371600"/>
            <a:ext cx="4572000" cy="365760"/>
          </a:xfrm>
          <a:prstGeom prst="rect">
            <a:avLst/>
          </a:prstGeom>
          <a:solidFill>
            <a:srgbClr val="D7263D"/>
          </a:solidFill>
          <a:ln w="12700">
            <a:solidFill>
              <a:srgbClr val="D7263D"/>
            </a:solidFill>
            <a:prstDash val="solid"/>
          </a:ln>
        </p:spPr>
      </p:sp>
      <p:sp>
        <p:nvSpPr>
          <p:cNvPr id="14" name="Text 12"/>
          <p:cNvSpPr txBox="1"/>
          <p:nvPr/>
        </p:nvSpPr>
        <p:spPr>
          <a:xfrm>
            <a:off x="5897880" y="1371600"/>
            <a:ext cx="2743200" cy="365760"/>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WINNER!!!</a:t>
            </a:r>
            <a:endParaRPr lang="en-US" sz="1200" dirty="0"/>
          </a:p>
        </p:txBody>
      </p:sp>
      <p:sp>
        <p:nvSpPr>
          <p:cNvPr id="15" name="Text 13"/>
          <p:cNvSpPr txBox="1"/>
          <p:nvPr/>
        </p:nvSpPr>
        <p:spPr>
          <a:xfrm>
            <a:off x="9921240" y="1371600"/>
            <a:ext cx="32004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x</a:t>
            </a:r>
            <a:endParaRPr lang="en-US" sz="1400" dirty="0"/>
          </a:p>
        </p:txBody>
      </p:sp>
      <p:sp>
        <p:nvSpPr>
          <p:cNvPr id="16" name="Text 14"/>
          <p:cNvSpPr txBox="1"/>
          <p:nvPr/>
        </p:nvSpPr>
        <p:spPr>
          <a:xfrm>
            <a:off x="5760720" y="1828800"/>
            <a:ext cx="4572000" cy="457200"/>
          </a:xfrm>
          <a:prstGeom prst="rect">
            <a:avLst/>
          </a:prstGeom>
          <a:noFill/>
          <a:ln/>
        </p:spPr>
        <p:txBody>
          <a:bodyPr wrap="square" lIns="0" tIns="0" rIns="0" bIns="0" rtlCol="0" anchor="t"/>
          <a:lstStyle/>
          <a:p>
            <a:pPr algn="ctr" indent="0" marL="0">
              <a:buNone/>
            </a:pPr>
            <a:r>
              <a:rPr lang="en-US" sz="2000" dirty="0">
                <a:solidFill>
                  <a:srgbClr val="D7263D"/>
                </a:solidFill>
                <a:latin typeface="Arial Black" pitchFamily="34" charset="0"/>
                <a:ea typeface="Arial Black" pitchFamily="34" charset="-122"/>
                <a:cs typeface="Arial Black" pitchFamily="34" charset="-120"/>
              </a:rPr>
              <a:t>CONGRATULATIONS!!!</a:t>
            </a:r>
            <a:endParaRPr lang="en-US" sz="2000" dirty="0"/>
          </a:p>
        </p:txBody>
      </p:sp>
      <p:sp>
        <p:nvSpPr>
          <p:cNvPr id="17" name="Text 15"/>
          <p:cNvSpPr txBox="1"/>
          <p:nvPr/>
        </p:nvSpPr>
        <p:spPr>
          <a:xfrm>
            <a:off x="6035040" y="2286000"/>
            <a:ext cx="4023360" cy="594360"/>
          </a:xfrm>
          <a:prstGeom prst="rect">
            <a:avLst/>
          </a:prstGeom>
          <a:noFill/>
          <a:ln/>
        </p:spPr>
        <p:txBody>
          <a:bodyPr wrap="square" lIns="0" tIns="0" rIns="0" bIns="0" rtlCol="0" anchor="t"/>
          <a:lstStyle/>
          <a:p>
            <a:pPr algn="ctr" indent="0" marL="0">
              <a:buNone/>
            </a:pPr>
            <a:r>
              <a:rPr lang="en-US" sz="1400" b="1" dirty="0">
                <a:solidFill>
                  <a:srgbClr val="2B2B2B"/>
                </a:solidFill>
                <a:latin typeface="Calibri" pitchFamily="34" charset="0"/>
                <a:ea typeface="Calibri" pitchFamily="34" charset="-122"/>
                <a:cs typeface="Calibri" pitchFamily="34" charset="-120"/>
              </a:rPr>
              <a:t>You are our 1,000,000th visitor! You WON a FREE PHONE!</a:t>
            </a:r>
            <a:endParaRPr lang="en-US" sz="1400" dirty="0"/>
          </a:p>
        </p:txBody>
      </p:sp>
      <p:sp>
        <p:nvSpPr>
          <p:cNvPr id="18" name="Text 16"/>
          <p:cNvSpPr txBox="1"/>
          <p:nvPr/>
        </p:nvSpPr>
        <p:spPr>
          <a:xfrm>
            <a:off x="7086600" y="3063240"/>
            <a:ext cx="1920240" cy="475488"/>
          </a:xfrm>
          <a:prstGeom prst="rect">
            <a:avLst/>
          </a:prstGeom>
          <a:solidFill>
            <a:srgbClr val="D7263D"/>
          </a:solidFill>
          <a:ln/>
        </p:spPr>
        <p:txBody>
          <a:bodyPr wrap="square" lIns="0" tIns="0" rIns="0" bIns="0" rtlCol="0" anchor="ctr"/>
          <a:lstStyle/>
          <a:p>
            <a:pPr algn="ctr" indent="0" marL="0">
              <a:buNone/>
            </a:pPr>
            <a:r>
              <a:rPr lang="en-US" sz="1400" dirty="0">
                <a:solidFill>
                  <a:srgbClr val="FFFFFF"/>
                </a:solidFill>
                <a:latin typeface="Arial Black" pitchFamily="34" charset="0"/>
                <a:ea typeface="Arial Black" pitchFamily="34" charset="-122"/>
                <a:cs typeface="Arial Black" pitchFamily="34" charset="-120"/>
              </a:rPr>
              <a:t>CLAIM NOW</a:t>
            </a:r>
            <a:endParaRPr lang="en-US" sz="1400" dirty="0"/>
          </a:p>
        </p:txBody>
      </p:sp>
      <p:pic>
        <p:nvPicPr>
          <p:cNvPr id="19" name="Image 0" descr="/tmp/claude-0/-home-user-ashton212123/6ae88841-e158-5430-ba3a-d930461fce9f/scratchpad/build/assets/icons/FaMousePointer_FFFFFF.png">    </p:cNvPr>
          <p:cNvPicPr>
            <a:picLocks noChangeAspect="1"/>
          </p:cNvPicPr>
          <p:nvPr/>
        </p:nvPicPr>
        <p:blipFill>
          <a:blip r:embed="rId1"/>
          <a:stretch>
            <a:fillRect/>
          </a:stretch>
        </p:blipFill>
        <p:spPr>
          <a:xfrm>
            <a:off x="8641080" y="3291840"/>
            <a:ext cx="457200" cy="457200"/>
          </a:xfrm>
          <a:prstGeom prst="rect">
            <a:avLst/>
          </a:prstGeom>
        </p:spPr>
      </p:pic>
      <p:sp>
        <p:nvSpPr>
          <p:cNvPr id="20" name="Shape 17"/>
          <p:cNvSpPr/>
          <p:nvPr/>
        </p:nvSpPr>
        <p:spPr>
          <a:xfrm>
            <a:off x="7223760" y="4297680"/>
            <a:ext cx="914400" cy="182880"/>
          </a:xfrm>
          <a:prstGeom prst="rect">
            <a:avLst/>
          </a:prstGeom>
          <a:solidFill>
            <a:srgbClr val="3A4370"/>
          </a:solidFill>
          <a:ln w="12700">
            <a:solidFill>
              <a:srgbClr val="3A4370"/>
            </a:solidFill>
            <a:prstDash val="solid"/>
          </a:ln>
        </p:spPr>
      </p:sp>
      <p:sp>
        <p:nvSpPr>
          <p:cNvPr id="21" name="Shape 18"/>
          <p:cNvSpPr/>
          <p:nvPr/>
        </p:nvSpPr>
        <p:spPr>
          <a:xfrm>
            <a:off x="6675120" y="4462272"/>
            <a:ext cx="2011680" cy="91440"/>
          </a:xfrm>
          <a:prstGeom prst="rect">
            <a:avLst/>
          </a:prstGeom>
          <a:solidFill>
            <a:srgbClr val="3A4370"/>
          </a:solidFill>
          <a:ln w="12700">
            <a:solidFill>
              <a:srgbClr val="3A4370"/>
            </a:solidFill>
            <a:prstDash val="solid"/>
          </a:ln>
        </p:spPr>
      </p:sp>
      <p:pic>
        <p:nvPicPr>
          <p:cNvPr id="22" name="Image 1" descr="/tmp/claude-0/-home-user-ashton212123/6ae88841-e158-5430-ba3a-d930461fce9f/scratchpad/build/assets/kai.png">    </p:cNvPr>
          <p:cNvPicPr>
            <a:picLocks noChangeAspect="1"/>
          </p:cNvPicPr>
          <p:nvPr/>
        </p:nvPicPr>
        <p:blipFill>
          <a:blip r:embed="rId2"/>
          <a:stretch>
            <a:fillRect/>
          </a:stretch>
        </p:blipFill>
        <p:spPr>
          <a:xfrm>
            <a:off x="1325880" y="1143000"/>
            <a:ext cx="1920240" cy="2999232"/>
          </a:xfrm>
          <a:prstGeom prst="rect">
            <a:avLst/>
          </a:prstGeom>
        </p:spPr>
      </p:pic>
      <p:sp>
        <p:nvSpPr>
          <p:cNvPr id="23" name="Shape 19"/>
          <p:cNvSpPr/>
          <p:nvPr/>
        </p:nvSpPr>
        <p:spPr>
          <a:xfrm>
            <a:off x="457200" y="4846320"/>
            <a:ext cx="11274552" cy="1536192"/>
          </a:xfrm>
          <a:prstGeom prst="roundRect">
            <a:avLst>
              <a:gd name="adj" fmla="val 7143"/>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4" name="Text 20"/>
          <p:cNvSpPr txBox="1"/>
          <p:nvPr/>
        </p:nvSpPr>
        <p:spPr>
          <a:xfrm>
            <a:off x="731520" y="4645152"/>
            <a:ext cx="1408176"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11:47 PM</a:t>
            </a:r>
            <a:endParaRPr lang="en-US" sz="1300" dirty="0"/>
          </a:p>
        </p:txBody>
      </p:sp>
      <p:sp>
        <p:nvSpPr>
          <p:cNvPr id="25" name="Text 21"/>
          <p:cNvSpPr txBox="1"/>
          <p:nvPr/>
        </p:nvSpPr>
        <p:spPr>
          <a:xfrm>
            <a:off x="777240" y="5193792"/>
            <a:ext cx="8778240" cy="1033272"/>
          </a:xfrm>
          <a:prstGeom prst="rect">
            <a:avLst/>
          </a:prstGeom>
          <a:noFill/>
          <a:ln/>
        </p:spPr>
        <p:txBody>
          <a:bodyPr wrap="square" lIns="0" tIns="0" rIns="0" bIns="0" rtlCol="0" anchor="t"/>
          <a:lstStyle/>
          <a:p>
            <a:pPr indent="0" marL="0">
              <a:spcAft>
                <a:spcPts val="400"/>
              </a:spcAft>
              <a:buNone/>
            </a:pPr>
            <a:r>
              <a:rPr lang="en-US" sz="1700" dirty="0">
                <a:solidFill>
                  <a:srgbClr val="EAF2FF"/>
                </a:solidFill>
                <a:latin typeface="Calibri" pitchFamily="34" charset="0"/>
                <a:ea typeface="Calibri" pitchFamily="34" charset="-122"/>
                <a:cs typeface="Calibri" pitchFamily="34" charset="-120"/>
              </a:rPr>
              <a:t>It's the night before the E-Tech deadline. Kai is finishing the group's game when a flashing pop-up appears. Without thinking twice... Kai clicks CLAIM NOW.</a:t>
            </a:r>
            <a:endParaRPr lang="en-US" sz="1700" dirty="0"/>
          </a:p>
        </p:txBody>
      </p:sp>
      <p:sp>
        <p:nvSpPr>
          <p:cNvPr id="26" name="Link - NEXT">
            <a:hlinkClick r:id="rId6" action="ppaction://hlinksldjump" highlightClick="1"/>
          </p:cNvPr>
          <p:cNvSpPr txBox="1"/>
          <p:nvPr/>
        </p:nvSpPr>
        <p:spPr>
          <a:xfrm>
            <a:off x="9692640" y="5687568"/>
            <a:ext cx="1783080" cy="502920"/>
          </a:xfrm>
          <a:prstGeom prst="roundRect">
            <a:avLst>
              <a:gd name="adj" fmla="val 18182"/>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400" spc="100" kern="0" dirty="0">
                <a:solidFill>
                  <a:srgbClr val="0A0F24"/>
                </a:solidFill>
                <a:latin typeface="Arial Black" pitchFamily="34" charset="0"/>
                <a:ea typeface="Arial Black" pitchFamily="34" charset="-122"/>
                <a:cs typeface="Arial Black" pitchFamily="34" charset="-120"/>
              </a:rPr>
              <a:t>NEXT</a:t>
            </a:r>
            <a:endParaRPr lang="en-US" sz="1400" dirty="0"/>
          </a:p>
        </p:txBody>
      </p:sp>
    </p:spTree>
  </p:cSld>
  <p:clrMapOvr>
    <a:masterClrMapping/>
  </p:clrMapOvr>
  <p:transition spd="med" advClick="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3657600" cy="365760"/>
          </a:xfrm>
          <a:prstGeom prst="rect">
            <a:avLst/>
          </a:prstGeom>
          <a:noFill/>
          <a:ln/>
        </p:spPr>
        <p:txBody>
          <a:bodyPr wrap="square" lIns="0" tIns="0" rIns="0" bIns="0" rtlCol="0" anchor="t"/>
          <a:lstStyle/>
          <a:p>
            <a:pPr indent="0" marL="0">
              <a:buNone/>
            </a:pPr>
            <a:r>
              <a:rPr lang="en-US" sz="1400" b="1" dirty="0">
                <a:solidFill>
                  <a:srgbClr val="F72585"/>
                </a:solidFill>
                <a:latin typeface="Courier New" pitchFamily="34" charset="0"/>
                <a:ea typeface="Courier New" pitchFamily="34" charset="-122"/>
                <a:cs typeface="Courier New" pitchFamily="34" charset="-120"/>
              </a:rPr>
              <a:t>&gt; STORY 2/3</a:t>
            </a:r>
            <a:endParaRPr lang="en-US" sz="1400" dirty="0"/>
          </a:p>
        </p:txBody>
      </p:sp>
      <p:sp>
        <p:nvSpPr>
          <p:cNvPr id="3" name="Link - SKIP STORY">
            <a:hlinkClick r:id="rId5" action="ppaction://hlinksldjump" highlightClick="1"/>
          </p:cNvPr>
          <p:cNvSpPr txBox="1"/>
          <p:nvPr/>
        </p:nvSpPr>
        <p:spPr>
          <a:xfrm>
            <a:off x="9902952" y="274320"/>
            <a:ext cx="1828800" cy="457200"/>
          </a:xfrm>
          <a:prstGeom prst="roundRect">
            <a:avLst>
              <a:gd name="adj" fmla="val 20000"/>
            </a:avLst>
          </a:prstGeom>
          <a:solidFill>
            <a:srgbClr val="1A2353"/>
          </a:solidFill>
          <a:ln w="25400">
            <a:solidFill>
              <a:srgbClr val="F72585"/>
            </a:solidFill>
          </a:ln>
          <a:effectLst>
            <a:outerShdw sx="100000" sy="100000" kx="0" ky="0" algn="bl" rotWithShape="0" blurRad="177800" dist="50800" dir="5400000">
              <a:srgbClr val="F72585">
                <a:alpha val="35000"/>
              </a:srgbClr>
            </a:outerShdw>
          </a:effectLst>
        </p:spPr>
        <p:txBody>
          <a:bodyPr wrap="square" lIns="0" tIns="0" rIns="0" bIns="0" rtlCol="0" anchor="ctr"/>
          <a:lstStyle/>
          <a:p>
            <a:pPr algn="ctr" indent="0" marL="0">
              <a:buNone/>
            </a:pPr>
            <a:r>
              <a:rPr lang="en-US" sz="1100" spc="100" kern="0" dirty="0">
                <a:solidFill>
                  <a:srgbClr val="EAF2FF"/>
                </a:solidFill>
                <a:latin typeface="Arial Black" pitchFamily="34" charset="0"/>
                <a:ea typeface="Arial Black" pitchFamily="34" charset="-122"/>
                <a:cs typeface="Arial Black" pitchFamily="34" charset="-120"/>
              </a:rPr>
              <a:t>SKIP STORY</a:t>
            </a:r>
            <a:endParaRPr lang="en-US" sz="1100" dirty="0"/>
          </a:p>
        </p:txBody>
      </p:sp>
      <p:sp>
        <p:nvSpPr>
          <p:cNvPr id="4" name="Text 2"/>
          <p:cNvSpPr txBox="1"/>
          <p:nvPr/>
        </p:nvSpPr>
        <p:spPr>
          <a:xfrm rot="-360000">
            <a:off x="640080" y="914400"/>
            <a:ext cx="4206240" cy="1005840"/>
          </a:xfrm>
          <a:prstGeom prst="rect">
            <a:avLst/>
          </a:prstGeom>
          <a:noFill/>
          <a:ln/>
        </p:spPr>
        <p:txBody>
          <a:bodyPr wrap="square" lIns="0" tIns="0" rIns="0" bIns="0" rtlCol="0" anchor="t"/>
          <a:lstStyle/>
          <a:p>
            <a:pPr indent="0" marL="0">
              <a:buNone/>
            </a:pPr>
            <a:r>
              <a:rPr lang="en-US" sz="5800" dirty="0">
                <a:solidFill>
                  <a:srgbClr val="FFC233"/>
                </a:solidFill>
                <a:latin typeface="Arial Black" pitchFamily="34" charset="0"/>
                <a:ea typeface="Arial Black" pitchFamily="34" charset="-122"/>
                <a:cs typeface="Arial Black" pitchFamily="34" charset="-120"/>
              </a:rPr>
              <a:t>ZZZAP!</a:t>
            </a:r>
            <a:endParaRPr lang="en-US" sz="5800" dirty="0"/>
          </a:p>
        </p:txBody>
      </p:sp>
      <p:pic>
        <p:nvPicPr>
          <p:cNvPr id="5" name="Image 0" descr="/tmp/claude-0/-home-user-ashton212123/6ae88841-e158-5430-ba3a-d930461fce9f/scratchpad/build/assets/kai.png">    </p:cNvPr>
          <p:cNvPicPr>
            <a:picLocks noChangeAspect="1"/>
          </p:cNvPicPr>
          <p:nvPr/>
        </p:nvPicPr>
        <p:blipFill>
          <a:blip r:embed="rId1"/>
          <a:stretch>
            <a:fillRect/>
          </a:stretch>
        </p:blipFill>
        <p:spPr>
          <a:xfrm rot="-1440000">
            <a:off x="1828800" y="2011680"/>
            <a:ext cx="1371600" cy="2139696"/>
          </a:xfrm>
          <a:prstGeom prst="rect">
            <a:avLst/>
          </a:prstGeom>
        </p:spPr>
      </p:pic>
      <p:sp>
        <p:nvSpPr>
          <p:cNvPr id="6" name="Shape 3"/>
          <p:cNvSpPr/>
          <p:nvPr/>
        </p:nvSpPr>
        <p:spPr>
          <a:xfrm>
            <a:off x="1280160" y="2286000"/>
            <a:ext cx="146304" cy="146304"/>
          </a:xfrm>
          <a:prstGeom prst="rect">
            <a:avLst/>
          </a:prstGeom>
          <a:solidFill>
            <a:srgbClr val="F72585"/>
          </a:solidFill>
          <a:ln w="12700">
            <a:solidFill>
              <a:srgbClr val="F72585"/>
            </a:solidFill>
            <a:prstDash val="solid"/>
          </a:ln>
        </p:spPr>
      </p:sp>
      <p:sp>
        <p:nvSpPr>
          <p:cNvPr id="7" name="Shape 4"/>
          <p:cNvSpPr/>
          <p:nvPr/>
        </p:nvSpPr>
        <p:spPr>
          <a:xfrm>
            <a:off x="3566160" y="2194560"/>
            <a:ext cx="109728" cy="109728"/>
          </a:xfrm>
          <a:prstGeom prst="rect">
            <a:avLst/>
          </a:prstGeom>
          <a:solidFill>
            <a:srgbClr val="2DE2E6"/>
          </a:solidFill>
          <a:ln w="12700">
            <a:solidFill>
              <a:srgbClr val="2DE2E6"/>
            </a:solidFill>
            <a:prstDash val="solid"/>
          </a:ln>
        </p:spPr>
      </p:sp>
      <p:sp>
        <p:nvSpPr>
          <p:cNvPr id="8" name="Shape 5"/>
          <p:cNvSpPr/>
          <p:nvPr/>
        </p:nvSpPr>
        <p:spPr>
          <a:xfrm>
            <a:off x="1554480" y="3931920"/>
            <a:ext cx="109728" cy="109728"/>
          </a:xfrm>
          <a:prstGeom prst="rect">
            <a:avLst/>
          </a:prstGeom>
          <a:solidFill>
            <a:srgbClr val="F72585"/>
          </a:solidFill>
          <a:ln w="12700">
            <a:solidFill>
              <a:srgbClr val="F72585"/>
            </a:solidFill>
            <a:prstDash val="solid"/>
          </a:ln>
        </p:spPr>
      </p:sp>
      <p:sp>
        <p:nvSpPr>
          <p:cNvPr id="9" name="Shape 6"/>
          <p:cNvSpPr/>
          <p:nvPr/>
        </p:nvSpPr>
        <p:spPr>
          <a:xfrm>
            <a:off x="3291840" y="3749040"/>
            <a:ext cx="164592" cy="164592"/>
          </a:xfrm>
          <a:prstGeom prst="rect">
            <a:avLst/>
          </a:prstGeom>
          <a:solidFill>
            <a:srgbClr val="2DE2E6"/>
          </a:solidFill>
          <a:ln w="12700">
            <a:solidFill>
              <a:srgbClr val="2DE2E6"/>
            </a:solidFill>
            <a:prstDash val="solid"/>
          </a:ln>
        </p:spPr>
      </p:sp>
      <p:sp>
        <p:nvSpPr>
          <p:cNvPr id="10" name="Shape 7"/>
          <p:cNvSpPr/>
          <p:nvPr/>
        </p:nvSpPr>
        <p:spPr>
          <a:xfrm>
            <a:off x="4023360" y="2926080"/>
            <a:ext cx="91440" cy="91440"/>
          </a:xfrm>
          <a:prstGeom prst="rect">
            <a:avLst/>
          </a:prstGeom>
          <a:solidFill>
            <a:srgbClr val="F72585"/>
          </a:solidFill>
          <a:ln w="12700">
            <a:solidFill>
              <a:srgbClr val="F72585"/>
            </a:solidFill>
            <a:prstDash val="solid"/>
          </a:ln>
        </p:spPr>
      </p:sp>
      <p:sp>
        <p:nvSpPr>
          <p:cNvPr id="11" name="Shape 8"/>
          <p:cNvSpPr/>
          <p:nvPr/>
        </p:nvSpPr>
        <p:spPr>
          <a:xfrm>
            <a:off x="1005840" y="3108960"/>
            <a:ext cx="91440" cy="91440"/>
          </a:xfrm>
          <a:prstGeom prst="rect">
            <a:avLst/>
          </a:prstGeom>
          <a:solidFill>
            <a:srgbClr val="2DE2E6"/>
          </a:solidFill>
          <a:ln w="12700">
            <a:solidFill>
              <a:srgbClr val="2DE2E6"/>
            </a:solidFill>
            <a:prstDash val="solid"/>
          </a:ln>
        </p:spPr>
      </p:sp>
      <p:pic>
        <p:nvPicPr>
          <p:cNvPr id="12" name="Image 1" descr="/tmp/claude-0/-home-user-ashton212123/6ae88841-e158-5430-ba3a-d930461fce9f/scratchpad/build/assets/null_glitch.png">    </p:cNvPr>
          <p:cNvPicPr>
            <a:picLocks noChangeAspect="1"/>
          </p:cNvPicPr>
          <p:nvPr/>
        </p:nvPicPr>
        <p:blipFill>
          <a:blip r:embed="rId2"/>
          <a:stretch>
            <a:fillRect/>
          </a:stretch>
        </p:blipFill>
        <p:spPr>
          <a:xfrm>
            <a:off x="5852160" y="685800"/>
            <a:ext cx="4663440" cy="3694176"/>
          </a:xfrm>
          <a:prstGeom prst="rect">
            <a:avLst/>
          </a:prstGeom>
        </p:spPr>
      </p:pic>
      <p:sp>
        <p:nvSpPr>
          <p:cNvPr id="13" name="Shape 9"/>
          <p:cNvSpPr/>
          <p:nvPr/>
        </p:nvSpPr>
        <p:spPr>
          <a:xfrm>
            <a:off x="457200" y="4846320"/>
            <a:ext cx="11274552" cy="1536192"/>
          </a:xfrm>
          <a:prstGeom prst="roundRect">
            <a:avLst>
              <a:gd name="adj" fmla="val 7143"/>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4" name="Text 10"/>
          <p:cNvSpPr txBox="1"/>
          <p:nvPr/>
        </p:nvSpPr>
        <p:spPr>
          <a:xfrm>
            <a:off x="731520" y="4645152"/>
            <a:ext cx="1188720" cy="384048"/>
          </a:xfrm>
          <a:prstGeom prst="roundRect">
            <a:avLst>
              <a:gd name="adj" fmla="val 14286"/>
            </a:avLst>
          </a:prstGeom>
          <a:solidFill>
            <a:srgbClr val="F72585"/>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NULL</a:t>
            </a:r>
            <a:endParaRPr lang="en-US" sz="1300" dirty="0"/>
          </a:p>
        </p:txBody>
      </p:sp>
      <p:sp>
        <p:nvSpPr>
          <p:cNvPr id="15" name="Text 11"/>
          <p:cNvSpPr txBox="1"/>
          <p:nvPr/>
        </p:nvSpPr>
        <p:spPr>
          <a:xfrm>
            <a:off x="777240" y="5193792"/>
            <a:ext cx="8778240" cy="1033272"/>
          </a:xfrm>
          <a:prstGeom prst="rect">
            <a:avLst/>
          </a:prstGeom>
          <a:noFill/>
          <a:ln/>
        </p:spPr>
        <p:txBody>
          <a:bodyPr wrap="square" lIns="0" tIns="0" rIns="0" bIns="0" rtlCol="0" anchor="t"/>
          <a:lstStyle/>
          <a:p>
            <a:pPr indent="0" marL="0">
              <a:spcAft>
                <a:spcPts val="400"/>
              </a:spcAft>
              <a:buNone/>
            </a:pPr>
            <a:r>
              <a:rPr lang="en-US" sz="1700" dirty="0">
                <a:solidFill>
                  <a:srgbClr val="EAF2FF"/>
                </a:solidFill>
                <a:latin typeface="Calibri" pitchFamily="34" charset="0"/>
                <a:ea typeface="Calibri" pitchFamily="34" charset="-122"/>
                <a:cs typeface="Calibri" pitchFamily="34" charset="-120"/>
              </a:rPr>
              <a:t>Hahaha! I am NULL, the virus you just let in! I pulled you INSIDE the computer. Your files, your game, and YOU now belong to me!</a:t>
            </a:r>
            <a:endParaRPr lang="en-US" sz="1700" dirty="0"/>
          </a:p>
        </p:txBody>
      </p:sp>
      <p:sp>
        <p:nvSpPr>
          <p:cNvPr id="16" name="Link - NEXT">
            <a:hlinkClick r:id="rId6" action="ppaction://hlinksldjump" highlightClick="1"/>
          </p:cNvPr>
          <p:cNvSpPr txBox="1"/>
          <p:nvPr/>
        </p:nvSpPr>
        <p:spPr>
          <a:xfrm>
            <a:off x="9692640" y="5687568"/>
            <a:ext cx="1783080" cy="502920"/>
          </a:xfrm>
          <a:prstGeom prst="roundRect">
            <a:avLst>
              <a:gd name="adj" fmla="val 18182"/>
            </a:avLst>
          </a:prstGeom>
          <a:solidFill>
            <a:srgbClr val="F72585"/>
          </a:solidFill>
          <a:ln w="25400">
            <a:solidFill>
              <a:srgbClr val="F72585"/>
            </a:solidFill>
          </a:ln>
          <a:effectLst>
            <a:outerShdw sx="100000" sy="100000" kx="0" ky="0" algn="bl" rotWithShape="0" blurRad="177800" dist="50800" dir="5400000">
              <a:srgbClr val="F72585">
                <a:alpha val="60000"/>
              </a:srgbClr>
            </a:outerShdw>
          </a:effectLst>
        </p:spPr>
        <p:txBody>
          <a:bodyPr wrap="square" lIns="0" tIns="0" rIns="0" bIns="0" rtlCol="0" anchor="ctr"/>
          <a:lstStyle/>
          <a:p>
            <a:pPr algn="ctr" indent="0" marL="0">
              <a:buNone/>
            </a:pPr>
            <a:r>
              <a:rPr lang="en-US" sz="1400" spc="100" kern="0" dirty="0">
                <a:solidFill>
                  <a:srgbClr val="0A0F24"/>
                </a:solidFill>
                <a:latin typeface="Arial Black" pitchFamily="34" charset="0"/>
                <a:ea typeface="Arial Black" pitchFamily="34" charset="-122"/>
                <a:cs typeface="Arial Black" pitchFamily="34" charset="-120"/>
              </a:rPr>
              <a:t>NEXT</a:t>
            </a:r>
            <a:endParaRPr lang="en-US" sz="1400" dirty="0"/>
          </a:p>
        </p:txBody>
      </p:sp>
    </p:spTree>
  </p:cSld>
  <p:clrMapOvr>
    <a:masterClrMapping/>
  </p:clrMapOvr>
  <p:transition spd="med" advClick="0">
    <p:fade/>
    <p:sndAc>
      <p:stSnd>
        <p:snd r:embed="rId7" name="snd_wrong.wav"/>
      </p:stSnd>
    </p:sndAc>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3657600" cy="365760"/>
          </a:xfrm>
          <a:prstGeom prst="rect">
            <a:avLst/>
          </a:prstGeom>
          <a:noFill/>
          <a:ln/>
        </p:spPr>
        <p:txBody>
          <a:bodyPr wrap="square" lIns="0" tIns="0" rIns="0" bIns="0" rtlCol="0" anchor="t"/>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STORY 3/3</a:t>
            </a:r>
            <a:endParaRPr lang="en-US" sz="1400" dirty="0"/>
          </a:p>
        </p:txBody>
      </p:sp>
      <p:pic>
        <p:nvPicPr>
          <p:cNvPr id="3" name="Image 0" descr="/tmp/claude-0/-home-user-ashton212123/6ae88841-e158-5430-ba3a-d930461fce9f/scratchpad/build/assets/byte.png">    </p:cNvPr>
          <p:cNvPicPr>
            <a:picLocks noChangeAspect="1"/>
          </p:cNvPicPr>
          <p:nvPr/>
        </p:nvPicPr>
        <p:blipFill>
          <a:blip r:embed="rId1"/>
          <a:stretch>
            <a:fillRect/>
          </a:stretch>
        </p:blipFill>
        <p:spPr>
          <a:xfrm>
            <a:off x="1097280" y="914400"/>
            <a:ext cx="2103120" cy="3282696"/>
          </a:xfrm>
          <a:prstGeom prst="rect">
            <a:avLst/>
          </a:prstGeom>
        </p:spPr>
      </p:pic>
      <p:sp>
        <p:nvSpPr>
          <p:cNvPr id="4" name="Text 1"/>
          <p:cNvSpPr txBox="1"/>
          <p:nvPr/>
        </p:nvSpPr>
        <p:spPr>
          <a:xfrm>
            <a:off x="3931920" y="1051560"/>
            <a:ext cx="5486400" cy="365760"/>
          </a:xfrm>
          <a:prstGeom prst="rect">
            <a:avLst/>
          </a:prstGeom>
          <a:noFill/>
          <a:ln/>
        </p:spPr>
        <p:txBody>
          <a:bodyPr wrap="square" lIns="0" tIns="0" rIns="0" bIns="0" rtlCol="0" anchor="t"/>
          <a:lstStyle/>
          <a:p>
            <a:pPr indent="0" marL="0">
              <a:buNone/>
            </a:pPr>
            <a:r>
              <a:rPr lang="en-US" sz="1400" b="1" dirty="0">
                <a:solidFill>
                  <a:srgbClr val="2DE2E6"/>
                </a:solidFill>
                <a:latin typeface="Courier New" pitchFamily="34" charset="0"/>
                <a:ea typeface="Courier New" pitchFamily="34" charset="-122"/>
                <a:cs typeface="Courier New" pitchFamily="34" charset="-120"/>
              </a:rPr>
              <a:t>MISSION MAP</a:t>
            </a:r>
            <a:endParaRPr lang="en-US" sz="1400" dirty="0"/>
          </a:p>
        </p:txBody>
      </p:sp>
      <p:sp>
        <p:nvSpPr>
          <p:cNvPr id="5" name="Shape 2"/>
          <p:cNvSpPr/>
          <p:nvPr/>
        </p:nvSpPr>
        <p:spPr>
          <a:xfrm>
            <a:off x="4526280" y="2103120"/>
            <a:ext cx="6400800" cy="0"/>
          </a:xfrm>
          <a:prstGeom prst="line">
            <a:avLst/>
          </a:prstGeom>
          <a:noFill/>
          <a:ln w="38100">
            <a:solidFill>
              <a:srgbClr val="3A4370"/>
            </a:solidFill>
            <a:prstDash val="dash"/>
          </a:ln>
        </p:spPr>
      </p:sp>
      <p:sp>
        <p:nvSpPr>
          <p:cNvPr id="6" name="Shape 3"/>
          <p:cNvSpPr/>
          <p:nvPr/>
        </p:nvSpPr>
        <p:spPr>
          <a:xfrm>
            <a:off x="4069080" y="1645920"/>
            <a:ext cx="914400" cy="914400"/>
          </a:xfrm>
          <a:prstGeom prst="ellipse">
            <a:avLst/>
          </a:prstGeom>
          <a:solidFill>
            <a:srgbClr val="1A2353"/>
          </a:solidFill>
          <a:ln w="31750">
            <a:solidFill>
              <a:srgbClr val="2DE2E6"/>
            </a:solidFill>
            <a:prstDash val="solid"/>
          </a:ln>
          <a:effectLst>
            <a:outerShdw sx="100000" sy="100000" kx="0" ky="0" algn="bl" rotWithShape="0" blurRad="152400" dist="50800" dir="5400000">
              <a:srgbClr val="2DE2E6">
                <a:alpha val="45000"/>
              </a:srgbClr>
            </a:outerShdw>
          </a:effectLst>
        </p:spPr>
      </p:sp>
      <p:pic>
        <p:nvPicPr>
          <p:cNvPr id="7" name="Image 1" descr="/tmp/claude-0/-home-user-ashton212123/6ae88841-e158-5430-ba3a-d930461fce9f/scratchpad/build/assets/icons/FaGlobeAsia_2DE2E6.png">    </p:cNvPr>
          <p:cNvPicPr>
            <a:picLocks noChangeAspect="1"/>
          </p:cNvPicPr>
          <p:nvPr/>
        </p:nvPicPr>
        <p:blipFill>
          <a:blip r:embed="rId2"/>
          <a:stretch>
            <a:fillRect/>
          </a:stretch>
        </p:blipFill>
        <p:spPr>
          <a:xfrm>
            <a:off x="4251960" y="1828800"/>
            <a:ext cx="548640" cy="548640"/>
          </a:xfrm>
          <a:prstGeom prst="rect">
            <a:avLst/>
          </a:prstGeom>
        </p:spPr>
      </p:pic>
      <p:sp>
        <p:nvSpPr>
          <p:cNvPr id="8" name="Text 4"/>
          <p:cNvSpPr txBox="1"/>
          <p:nvPr/>
        </p:nvSpPr>
        <p:spPr>
          <a:xfrm>
            <a:off x="3794760" y="2615184"/>
            <a:ext cx="1463040" cy="256032"/>
          </a:xfrm>
          <a:prstGeom prst="rect">
            <a:avLst/>
          </a:prstGeom>
          <a:noFill/>
          <a:ln/>
        </p:spPr>
        <p:txBody>
          <a:bodyPr wrap="square" lIns="0" tIns="0" rIns="0" bIns="0" rtlCol="0" anchor="t"/>
          <a:lstStyle/>
          <a:p>
            <a:pPr algn="ctr" indent="0" marL="0">
              <a:buNone/>
            </a:pPr>
            <a:r>
              <a:rPr lang="en-US" sz="900" b="1" dirty="0">
                <a:solidFill>
                  <a:srgbClr val="2DE2E6"/>
                </a:solidFill>
                <a:latin typeface="Courier New" pitchFamily="34" charset="0"/>
                <a:ea typeface="Courier New" pitchFamily="34" charset="-122"/>
                <a:cs typeface="Courier New" pitchFamily="34" charset="-120"/>
              </a:rPr>
              <a:t>WEB</a:t>
            </a:r>
            <a:endParaRPr lang="en-US" sz="900" dirty="0"/>
          </a:p>
        </p:txBody>
      </p:sp>
      <p:sp>
        <p:nvSpPr>
          <p:cNvPr id="9" name="Shape 5"/>
          <p:cNvSpPr/>
          <p:nvPr/>
        </p:nvSpPr>
        <p:spPr>
          <a:xfrm>
            <a:off x="5669280" y="1645920"/>
            <a:ext cx="914400" cy="914400"/>
          </a:xfrm>
          <a:prstGeom prst="ellipse">
            <a:avLst/>
          </a:prstGeom>
          <a:solidFill>
            <a:srgbClr val="1A2353"/>
          </a:solidFill>
          <a:ln w="25400">
            <a:solidFill>
              <a:srgbClr val="3A4370"/>
            </a:solidFill>
            <a:prstDash val="solid"/>
          </a:ln>
        </p:spPr>
      </p:sp>
      <p:pic>
        <p:nvPicPr>
          <p:cNvPr id="10" name="Image 2" descr="/tmp/claude-0/-home-user-ashton212123/6ae88841-e158-5430-ba3a-d930461fce9f/scratchpad/build/assets/icons/FaLock_5A6494.png">    </p:cNvPr>
          <p:cNvPicPr>
            <a:picLocks noChangeAspect="1"/>
          </p:cNvPicPr>
          <p:nvPr/>
        </p:nvPicPr>
        <p:blipFill>
          <a:blip r:embed="rId3"/>
          <a:stretch>
            <a:fillRect/>
          </a:stretch>
        </p:blipFill>
        <p:spPr>
          <a:xfrm>
            <a:off x="5907024" y="1883664"/>
            <a:ext cx="438912" cy="438912"/>
          </a:xfrm>
          <a:prstGeom prst="rect">
            <a:avLst/>
          </a:prstGeom>
        </p:spPr>
      </p:pic>
      <p:sp>
        <p:nvSpPr>
          <p:cNvPr id="11" name="Text 6"/>
          <p:cNvSpPr txBox="1"/>
          <p:nvPr/>
        </p:nvSpPr>
        <p:spPr>
          <a:xfrm>
            <a:off x="5394960" y="2615184"/>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FIREWALL</a:t>
            </a:r>
            <a:endParaRPr lang="en-US" sz="900" dirty="0"/>
          </a:p>
        </p:txBody>
      </p:sp>
      <p:sp>
        <p:nvSpPr>
          <p:cNvPr id="12" name="Shape 7"/>
          <p:cNvSpPr/>
          <p:nvPr/>
        </p:nvSpPr>
        <p:spPr>
          <a:xfrm>
            <a:off x="7269480" y="1645920"/>
            <a:ext cx="914400" cy="914400"/>
          </a:xfrm>
          <a:prstGeom prst="ellipse">
            <a:avLst/>
          </a:prstGeom>
          <a:solidFill>
            <a:srgbClr val="1A2353"/>
          </a:solidFill>
          <a:ln w="25400">
            <a:solidFill>
              <a:srgbClr val="3A4370"/>
            </a:solidFill>
            <a:prstDash val="solid"/>
          </a:ln>
        </p:spPr>
      </p:sp>
      <p:pic>
        <p:nvPicPr>
          <p:cNvPr id="13" name="Image 3" descr="/tmp/claude-0/-home-user-ashton212123/6ae88841-e158-5430-ba3a-d930461fce9f/scratchpad/build/assets/icons/FaLock_5A6494.png">    </p:cNvPr>
          <p:cNvPicPr>
            <a:picLocks noChangeAspect="1"/>
          </p:cNvPicPr>
          <p:nvPr/>
        </p:nvPicPr>
        <p:blipFill>
          <a:blip r:embed="rId4"/>
          <a:stretch>
            <a:fillRect/>
          </a:stretch>
        </p:blipFill>
        <p:spPr>
          <a:xfrm>
            <a:off x="7507224" y="1883664"/>
            <a:ext cx="438912" cy="438912"/>
          </a:xfrm>
          <a:prstGeom prst="rect">
            <a:avLst/>
          </a:prstGeom>
        </p:spPr>
      </p:pic>
      <p:sp>
        <p:nvSpPr>
          <p:cNvPr id="14" name="Text 8"/>
          <p:cNvSpPr txBox="1"/>
          <p:nvPr/>
        </p:nvSpPr>
        <p:spPr>
          <a:xfrm>
            <a:off x="6995160" y="2615184"/>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ARCHIVES</a:t>
            </a:r>
            <a:endParaRPr lang="en-US" sz="900" dirty="0"/>
          </a:p>
        </p:txBody>
      </p:sp>
      <p:sp>
        <p:nvSpPr>
          <p:cNvPr id="15" name="Shape 9"/>
          <p:cNvSpPr/>
          <p:nvPr/>
        </p:nvSpPr>
        <p:spPr>
          <a:xfrm>
            <a:off x="8869680" y="1645920"/>
            <a:ext cx="914400" cy="914400"/>
          </a:xfrm>
          <a:prstGeom prst="ellipse">
            <a:avLst/>
          </a:prstGeom>
          <a:solidFill>
            <a:srgbClr val="1A2353"/>
          </a:solidFill>
          <a:ln w="25400">
            <a:solidFill>
              <a:srgbClr val="3A4370"/>
            </a:solidFill>
            <a:prstDash val="solid"/>
          </a:ln>
        </p:spPr>
      </p:sp>
      <p:pic>
        <p:nvPicPr>
          <p:cNvPr id="16" name="Image 4" descr="/tmp/claude-0/-home-user-ashton212123/6ae88841-e158-5430-ba3a-d930461fce9f/scratchpad/build/assets/icons/FaLock_5A6494.png">    </p:cNvPr>
          <p:cNvPicPr>
            <a:picLocks noChangeAspect="1"/>
          </p:cNvPicPr>
          <p:nvPr/>
        </p:nvPicPr>
        <p:blipFill>
          <a:blip r:embed="rId5"/>
          <a:stretch>
            <a:fillRect/>
          </a:stretch>
        </p:blipFill>
        <p:spPr>
          <a:xfrm>
            <a:off x="9107424" y="1883664"/>
            <a:ext cx="438912" cy="438912"/>
          </a:xfrm>
          <a:prstGeom prst="rect">
            <a:avLst/>
          </a:prstGeom>
        </p:spPr>
      </p:pic>
      <p:sp>
        <p:nvSpPr>
          <p:cNvPr id="17" name="Text 10"/>
          <p:cNvSpPr txBox="1"/>
          <p:nvPr/>
        </p:nvSpPr>
        <p:spPr>
          <a:xfrm>
            <a:off x="8595360" y="2615184"/>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SEARCH</a:t>
            </a:r>
            <a:endParaRPr lang="en-US" sz="900" dirty="0"/>
          </a:p>
        </p:txBody>
      </p:sp>
      <p:sp>
        <p:nvSpPr>
          <p:cNvPr id="18" name="Shape 11"/>
          <p:cNvSpPr/>
          <p:nvPr/>
        </p:nvSpPr>
        <p:spPr>
          <a:xfrm>
            <a:off x="10469880" y="1645920"/>
            <a:ext cx="914400" cy="914400"/>
          </a:xfrm>
          <a:prstGeom prst="ellipse">
            <a:avLst/>
          </a:prstGeom>
          <a:solidFill>
            <a:srgbClr val="1A2353"/>
          </a:solidFill>
          <a:ln w="25400">
            <a:solidFill>
              <a:srgbClr val="3A4370"/>
            </a:solidFill>
            <a:prstDash val="solid"/>
          </a:ln>
        </p:spPr>
      </p:sp>
      <p:pic>
        <p:nvPicPr>
          <p:cNvPr id="19" name="Image 5" descr="/tmp/claude-0/-home-user-ashton212123/6ae88841-e158-5430-ba3a-d930461fce9f/scratchpad/build/assets/icons/FaLock_5A6494.png">    </p:cNvPr>
          <p:cNvPicPr>
            <a:picLocks noChangeAspect="1"/>
          </p:cNvPicPr>
          <p:nvPr/>
        </p:nvPicPr>
        <p:blipFill>
          <a:blip r:embed="rId6"/>
          <a:stretch>
            <a:fillRect/>
          </a:stretch>
        </p:blipFill>
        <p:spPr>
          <a:xfrm>
            <a:off x="10707624" y="1883664"/>
            <a:ext cx="438912" cy="438912"/>
          </a:xfrm>
          <a:prstGeom prst="rect">
            <a:avLst/>
          </a:prstGeom>
        </p:spPr>
      </p:pic>
      <p:sp>
        <p:nvSpPr>
          <p:cNvPr id="20" name="Text 12"/>
          <p:cNvSpPr txBox="1"/>
          <p:nvPr/>
        </p:nvSpPr>
        <p:spPr>
          <a:xfrm>
            <a:off x="10195560" y="2615184"/>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21" name="Text 13"/>
          <p:cNvSpPr txBox="1"/>
          <p:nvPr/>
        </p:nvSpPr>
        <p:spPr>
          <a:xfrm>
            <a:off x="3931920" y="3246120"/>
            <a:ext cx="7799832" cy="365760"/>
          </a:xfrm>
          <a:prstGeom prst="rect">
            <a:avLst/>
          </a:prstGeom>
          <a:noFill/>
          <a:ln/>
        </p:spPr>
        <p:txBody>
          <a:bodyPr wrap="square" lIns="0" tIns="0" rIns="0" bIns="0" rtlCol="0" anchor="t"/>
          <a:lstStyle/>
          <a:p>
            <a:pPr indent="0" marL="0">
              <a:buNone/>
            </a:pPr>
            <a:r>
              <a:rPr lang="en-US" sz="1200" b="1" dirty="0">
                <a:solidFill>
                  <a:srgbClr val="FFC233"/>
                </a:solidFill>
                <a:latin typeface="Courier New" pitchFamily="34" charset="0"/>
                <a:ea typeface="Courier New" pitchFamily="34" charset="-122"/>
                <a:cs typeface="Courier New" pitchFamily="34" charset="-120"/>
              </a:rPr>
              <a:t>COLLECT 4 CODE FRAGMENTS  &gt;  UNLOCK THE ESC GATE  &gt;  ESCAPE!</a:t>
            </a:r>
            <a:endParaRPr lang="en-US" sz="1200" dirty="0"/>
          </a:p>
        </p:txBody>
      </p:sp>
      <p:pic>
        <p:nvPicPr>
          <p:cNvPr id="22" name="Image 6" descr="/tmp/claude-0/-home-user-ashton212123/6ae88841-e158-5430-ba3a-d930461fce9f/scratchpad/build/assets/chip.png">    </p:cNvPr>
          <p:cNvPicPr>
            <a:picLocks noChangeAspect="1"/>
          </p:cNvPicPr>
          <p:nvPr/>
        </p:nvPicPr>
        <p:blipFill>
          <a:blip r:embed="rId7"/>
          <a:stretch>
            <a:fillRect/>
          </a:stretch>
        </p:blipFill>
        <p:spPr>
          <a:xfrm>
            <a:off x="3977640" y="3703320"/>
            <a:ext cx="457200" cy="420624"/>
          </a:xfrm>
          <a:prstGeom prst="rect">
            <a:avLst/>
          </a:prstGeom>
        </p:spPr>
      </p:pic>
      <p:pic>
        <p:nvPicPr>
          <p:cNvPr id="23" name="Image 7" descr="/tmp/claude-0/-home-user-ashton212123/6ae88841-e158-5430-ba3a-d930461fce9f/scratchpad/build/assets/chip.png">    </p:cNvPr>
          <p:cNvPicPr>
            <a:picLocks noChangeAspect="1"/>
          </p:cNvPicPr>
          <p:nvPr/>
        </p:nvPicPr>
        <p:blipFill>
          <a:blip r:embed="rId8"/>
          <a:stretch>
            <a:fillRect/>
          </a:stretch>
        </p:blipFill>
        <p:spPr>
          <a:xfrm>
            <a:off x="4526280" y="3703320"/>
            <a:ext cx="457200" cy="420624"/>
          </a:xfrm>
          <a:prstGeom prst="rect">
            <a:avLst/>
          </a:prstGeom>
        </p:spPr>
      </p:pic>
      <p:pic>
        <p:nvPicPr>
          <p:cNvPr id="24" name="Image 8" descr="/tmp/claude-0/-home-user-ashton212123/6ae88841-e158-5430-ba3a-d930461fce9f/scratchpad/build/assets/chip.png">    </p:cNvPr>
          <p:cNvPicPr>
            <a:picLocks noChangeAspect="1"/>
          </p:cNvPicPr>
          <p:nvPr/>
        </p:nvPicPr>
        <p:blipFill>
          <a:blip r:embed="rId9"/>
          <a:stretch>
            <a:fillRect/>
          </a:stretch>
        </p:blipFill>
        <p:spPr>
          <a:xfrm>
            <a:off x="5074920" y="3703320"/>
            <a:ext cx="457200" cy="420624"/>
          </a:xfrm>
          <a:prstGeom prst="rect">
            <a:avLst/>
          </a:prstGeom>
        </p:spPr>
      </p:pic>
      <p:pic>
        <p:nvPicPr>
          <p:cNvPr id="25" name="Image 9" descr="/tmp/claude-0/-home-user-ashton212123/6ae88841-e158-5430-ba3a-d930461fce9f/scratchpad/build/assets/chip.png">    </p:cNvPr>
          <p:cNvPicPr>
            <a:picLocks noChangeAspect="1"/>
          </p:cNvPicPr>
          <p:nvPr/>
        </p:nvPicPr>
        <p:blipFill>
          <a:blip r:embed="rId10"/>
          <a:stretch>
            <a:fillRect/>
          </a:stretch>
        </p:blipFill>
        <p:spPr>
          <a:xfrm>
            <a:off x="5623560" y="3703320"/>
            <a:ext cx="457200" cy="420624"/>
          </a:xfrm>
          <a:prstGeom prst="rect">
            <a:avLst/>
          </a:prstGeom>
        </p:spPr>
      </p:pic>
      <p:sp>
        <p:nvSpPr>
          <p:cNvPr id="26" name="Text 14"/>
          <p:cNvSpPr txBox="1"/>
          <p:nvPr/>
        </p:nvSpPr>
        <p:spPr>
          <a:xfrm>
            <a:off x="3931920" y="4206240"/>
            <a:ext cx="292608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4 CODE FRAGMENTS TO FIND</a:t>
            </a:r>
            <a:endParaRPr lang="en-US" sz="1000" dirty="0"/>
          </a:p>
        </p:txBody>
      </p:sp>
      <p:pic>
        <p:nvPicPr>
          <p:cNvPr id="27" name="Image 10" descr="/tmp/claude-0/-home-user-ashton212123/6ae88841-e158-5430-ba3a-d930461fce9f/scratchpad/build/assets/shield.png">    </p:cNvPr>
          <p:cNvPicPr>
            <a:picLocks noChangeAspect="1"/>
          </p:cNvPicPr>
          <p:nvPr/>
        </p:nvPicPr>
        <p:blipFill>
          <a:blip r:embed="rId11"/>
          <a:stretch>
            <a:fillRect/>
          </a:stretch>
        </p:blipFill>
        <p:spPr>
          <a:xfrm>
            <a:off x="7315200" y="3685032"/>
            <a:ext cx="457200" cy="457200"/>
          </a:xfrm>
          <a:prstGeom prst="rect">
            <a:avLst/>
          </a:prstGeom>
        </p:spPr>
      </p:pic>
      <p:pic>
        <p:nvPicPr>
          <p:cNvPr id="28" name="Image 11" descr="/tmp/claude-0/-home-user-ashton212123/6ae88841-e158-5430-ba3a-d930461fce9f/scratchpad/build/assets/shield.png">    </p:cNvPr>
          <p:cNvPicPr>
            <a:picLocks noChangeAspect="1"/>
          </p:cNvPicPr>
          <p:nvPr/>
        </p:nvPicPr>
        <p:blipFill>
          <a:blip r:embed="rId12"/>
          <a:stretch>
            <a:fillRect/>
          </a:stretch>
        </p:blipFill>
        <p:spPr>
          <a:xfrm>
            <a:off x="7863840" y="3685032"/>
            <a:ext cx="457200" cy="457200"/>
          </a:xfrm>
          <a:prstGeom prst="rect">
            <a:avLst/>
          </a:prstGeom>
        </p:spPr>
      </p:pic>
      <p:pic>
        <p:nvPicPr>
          <p:cNvPr id="29" name="Image 12" descr="/tmp/claude-0/-home-user-ashton212123/6ae88841-e158-5430-ba3a-d930461fce9f/scratchpad/build/assets/shield.png">    </p:cNvPr>
          <p:cNvPicPr>
            <a:picLocks noChangeAspect="1"/>
          </p:cNvPicPr>
          <p:nvPr/>
        </p:nvPicPr>
        <p:blipFill>
          <a:blip r:embed="rId13"/>
          <a:stretch>
            <a:fillRect/>
          </a:stretch>
        </p:blipFill>
        <p:spPr>
          <a:xfrm>
            <a:off x="8412480" y="3685032"/>
            <a:ext cx="457200" cy="457200"/>
          </a:xfrm>
          <a:prstGeom prst="rect">
            <a:avLst/>
          </a:prstGeom>
        </p:spPr>
      </p:pic>
      <p:sp>
        <p:nvSpPr>
          <p:cNvPr id="30" name="Text 15"/>
          <p:cNvSpPr txBox="1"/>
          <p:nvPr/>
        </p:nvSpPr>
        <p:spPr>
          <a:xfrm>
            <a:off x="7269480" y="4206240"/>
            <a:ext cx="292608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3 SHIELDS TO PROTECT</a:t>
            </a:r>
            <a:endParaRPr lang="en-US" sz="1000" dirty="0"/>
          </a:p>
        </p:txBody>
      </p:sp>
      <p:sp>
        <p:nvSpPr>
          <p:cNvPr id="31" name="Shape 16"/>
          <p:cNvSpPr/>
          <p:nvPr/>
        </p:nvSpPr>
        <p:spPr>
          <a:xfrm>
            <a:off x="457200" y="4846320"/>
            <a:ext cx="11274552" cy="1536192"/>
          </a:xfrm>
          <a:prstGeom prst="roundRect">
            <a:avLst>
              <a:gd name="adj" fmla="val 7143"/>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32" name="Text 17"/>
          <p:cNvSpPr txBox="1"/>
          <p:nvPr/>
        </p:nvSpPr>
        <p:spPr>
          <a:xfrm>
            <a:off x="731520" y="46451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33" name="Text 18"/>
          <p:cNvSpPr txBox="1"/>
          <p:nvPr/>
        </p:nvSpPr>
        <p:spPr>
          <a:xfrm>
            <a:off x="777240" y="5193792"/>
            <a:ext cx="8503920" cy="1033272"/>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Don't panic, Kai! I'm BYTE, this computer's last working antivirus. Cross the 4 sectors, collect 4 Code Fragments, and unlock the ESC Gate at NULL's Core. Careful: each wrong answer breaks one of your 3 shields!</a:t>
            </a:r>
            <a:endParaRPr lang="en-US" sz="1600" dirty="0"/>
          </a:p>
        </p:txBody>
      </p:sp>
      <p:sp>
        <p:nvSpPr>
          <p:cNvPr id="34" name="Link - BEGIN MISSION">
            <a:hlinkClick r:id="rId16" action="ppaction://hlinksldjump" highlightClick="1"/>
          </p:cNvPr>
          <p:cNvSpPr txBox="1"/>
          <p:nvPr/>
        </p:nvSpPr>
        <p:spPr>
          <a:xfrm>
            <a:off x="9281160" y="5687568"/>
            <a:ext cx="2194560" cy="502920"/>
          </a:xfrm>
          <a:prstGeom prst="roundRect">
            <a:avLst>
              <a:gd name="adj" fmla="val 18182"/>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300" spc="100" kern="0" dirty="0">
                <a:solidFill>
                  <a:srgbClr val="0A0F24"/>
                </a:solidFill>
                <a:latin typeface="Arial Black" pitchFamily="34" charset="0"/>
                <a:ea typeface="Arial Black" pitchFamily="34" charset="-122"/>
                <a:cs typeface="Arial Black" pitchFamily="34" charset="-120"/>
              </a:rPr>
              <a:t>BEGIN MISSION</a:t>
            </a:r>
            <a:endParaRPr lang="en-US" sz="1300" dirty="0"/>
          </a:p>
        </p:txBody>
      </p:sp>
    </p:spTree>
  </p:cSld>
  <p:clrMapOvr>
    <a:masterClrMapping/>
  </p:clrMapOvr>
  <p:transition spd="med" advClick="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ENTERING SECTOR 01</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2DE2E6"/>
            </a:solidFill>
            <a:prstDash val="solid"/>
          </a:ln>
          <a:effectLst>
            <a:outerShdw sx="100000" sy="100000" kx="0" ky="0" algn="bl" rotWithShape="0" blurRad="152400" dist="50800" dir="5400000">
              <a:srgbClr val="2DE2E6">
                <a:alpha val="45000"/>
              </a:srgbClr>
            </a:outerShdw>
          </a:effectLst>
        </p:spPr>
      </p:sp>
      <p:pic>
        <p:nvPicPr>
          <p:cNvPr id="14" name="Image 7" descr="/tmp/claude-0/-home-user-ashton212123/6ae88841-e158-5430-ba3a-d930461fce9f/scratchpad/build/assets/icons/FaGlobeAsia_2DE2E6.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2DE2E6"/>
                </a:solidFill>
                <a:latin typeface="Courier New" pitchFamily="34" charset="0"/>
                <a:ea typeface="Courier New" pitchFamily="34" charset="-122"/>
                <a:cs typeface="Courier New" pitchFamily="34" charset="-120"/>
              </a:rPr>
              <a:t>SECTOR 01</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WEB GATEWAY</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ICT and the World Wide Web</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This is where all internet traffic enters the computer. The Gatekeeper only opens for players who know how the Web works. Answer 3 questions to earn the first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1A2353"/>
          </a:solidFill>
          <a:ln w="31750">
            <a:solidFill>
              <a:srgbClr val="2DE2E6"/>
            </a:solidFill>
            <a:prstDash val="solid"/>
          </a:ln>
          <a:effectLst>
            <a:outerShdw sx="100000" sy="100000" kx="0" ky="0" algn="bl" rotWithShape="0" blurRad="152400" dist="50800" dir="5400000">
              <a:srgbClr val="2DE2E6">
                <a:alpha val="45000"/>
              </a:srgbClr>
            </a:outerShdw>
          </a:effectLst>
        </p:spPr>
      </p:sp>
      <p:pic>
        <p:nvPicPr>
          <p:cNvPr id="25" name="Image 9" descr="/tmp/claude-0/-home-user-ashton212123/6ae88841-e158-5430-ba3a-d930461fce9f/scratchpad/build/assets/icons/FaGlobeAsia_2DE2E6.png">    </p:cNvPr>
          <p:cNvPicPr>
            <a:picLocks noChangeAspect="1"/>
          </p:cNvPicPr>
          <p:nvPr/>
        </p:nvPicPr>
        <p:blipFill>
          <a:blip r:embed="rId10"/>
          <a:stretch>
            <a:fillRect/>
          </a:stretch>
        </p:blipFill>
        <p:spPr>
          <a:xfrm>
            <a:off x="799186" y="5343754"/>
            <a:ext cx="340157" cy="340157"/>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2DE2E6"/>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1A2353"/>
          </a:solidFill>
          <a:ln w="25400">
            <a:solidFill>
              <a:srgbClr val="3A4370"/>
            </a:solidFill>
            <a:prstDash val="solid"/>
          </a:ln>
        </p:spPr>
      </p:sp>
      <p:pic>
        <p:nvPicPr>
          <p:cNvPr id="28" name="Image 10" descr="/tmp/claude-0/-home-user-ashton212123/6ae88841-e158-5430-ba3a-d930461fce9f/scratchpad/build/assets/icons/FaLock_5A6494.png">    </p:cNvPr>
          <p:cNvPicPr>
            <a:picLocks noChangeAspect="1"/>
          </p:cNvPicPr>
          <p:nvPr/>
        </p:nvPicPr>
        <p:blipFill>
          <a:blip r:embed="rId11"/>
          <a:stretch>
            <a:fillRect/>
          </a:stretch>
        </p:blipFill>
        <p:spPr>
          <a:xfrm>
            <a:off x="2433401" y="5377769"/>
            <a:ext cx="272125" cy="272125"/>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1A2353"/>
          </a:solidFill>
          <a:ln w="25400">
            <a:solidFill>
              <a:srgbClr val="3A4370"/>
            </a:solidFill>
            <a:prstDash val="solid"/>
          </a:ln>
        </p:spPr>
      </p:sp>
      <p:pic>
        <p:nvPicPr>
          <p:cNvPr id="31" name="Image 11" descr="/tmp/claude-0/-home-user-ashton212123/6ae88841-e158-5430-ba3a-d930461fce9f/scratchpad/build/assets/icons/FaLock_5A6494.png">    </p:cNvPr>
          <p:cNvPicPr>
            <a:picLocks noChangeAspect="1"/>
          </p:cNvPicPr>
          <p:nvPr/>
        </p:nvPicPr>
        <p:blipFill>
          <a:blip r:embed="rId12"/>
          <a:stretch>
            <a:fillRect/>
          </a:stretch>
        </p:blipFill>
        <p:spPr>
          <a:xfrm>
            <a:off x="4033601" y="5377769"/>
            <a:ext cx="272125" cy="272125"/>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version of the Web lets users CREATE and SHARE content, like posting videos, commenting, and writing blogs?</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1.0</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2.0</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3.0</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The Dark Web</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version of the Web lets users CREATE and SHARE content, like posting videos, commenting, and writing blogs?</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1.0</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2.0</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3.0</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The Dark Web</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Which version of the Web lets users CREATE and SHARE content, like posting videos, commenting, and writing blogs?</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1.0</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2.0</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3.0</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The Dark Web</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Web 2.0</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Web 2.0 is the dynamic, participatory web. Users don't just read pages: they post, comment, and share. Web 1.0 was static and read-only, while Web 3.0 is the 'semantic web' that understands and personalizes data.</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Web 2.0</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Web 2.0 is the dynamic, participatory web. Users don't just read pages: they post, comment, and share. Web 1.0 was static and read-only, while Web 3.0 is the 'semantic web' that understands and personalizes data.</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Web 2.0</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Web 2.0 is the dynamic, participatory web. Users don't just read pages: they post, comment, and share. Web 1.0 was static and read-only, while Web 3.0 is the 'semantic web' that understands and personalizes data.</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Think of social media. Which version of the Web turned readers into creators?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"ERROR 404: Correct answer not found!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Think of social media. Which version of the Web turned readers into creators?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Kai's phone can call, chat, take photos, play music, and pay bills, all in ONE device. Which trend in ICT does this show?</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Assistive Media</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Technological Convergence</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1.0</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Static Website</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Kai's phone can call, chat, take photos, play music, and pay bills, all in ONE device. Which trend in ICT does this show?</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Assistive Media</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Technological Convergence</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1.0</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Static Website</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Kai's phone can call, chat, take photos, play music, and pay bills, all in ONE device. Which trend in ICT does this show?</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Assistive Media</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Technological Convergence</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Web 1.0</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Static Website</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Technological Convergence</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Technological convergence is when different technologies merge to work together on one device or platform. A smartphone combines a phone, a camera, a music player, and a wallet.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Technological Convergence</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Technological convergence is when different technologies merge to work together on one device or platform. A smartphone combines a phone, a camera, a music player, and a wallet.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Technological Convergence</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Technological convergence is when different technologies merge to work together on one device or platform. A smartphone combines a phone, a camera, a music player, and a wallet.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"Click, click, CRASH! I love wrong answers!"</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To 'converge' means to come together in one place.</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To 'converge' means to come together in one place.</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Users label posts with tags like #EmpowermentTech so content can be grouped and found. What is this Web 2.0 feature called?</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Folksonomy</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Long Tail</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Mass Participation</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Software as a Service</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Users label posts with tags like #EmpowermentTech so content can be grouped and found. What is this Web 2.0 feature called?</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Folksonomy</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Long Tail</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Mass Participation</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Software as a Service</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Users label posts with tags like #EmpowermentTech so content can be grouped and found. What is this Web 2.0 feature called?</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Folksonomy</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Long Tail</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Mass Participation</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3"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2DE2E6"/>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Software as a Service</a:t>
            </a:r>
            <a:endParaRPr lang="en-US" sz="1800" dirty="0"/>
          </a:p>
        </p:txBody>
      </p:sp>
      <p:sp>
        <p:nvSpPr>
          <p:cNvPr id="24" name="Link - Answer D badge">
            <a:hlinkClick r:id="rId13" action="ppaction://hlinksldjump" highlightClick="1"/>
          </p:cNvPr>
          <p:cNvSpPr txBox="1"/>
          <p:nvPr/>
        </p:nvSpPr>
        <p:spPr>
          <a:xfrm>
            <a:off x="6446520" y="5234940"/>
            <a:ext cx="548640" cy="548640"/>
          </a:xfrm>
          <a:prstGeom prst="ellipse">
            <a:avLst/>
          </a:prstGeom>
          <a:solidFill>
            <a:srgbClr val="2DE2E6"/>
          </a:solidFill>
          <a:ln w="12700">
            <a:solidFill>
              <a:srgbClr val="2DE2E6"/>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Folksonomy</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Folksonomy lets users categorize and classify information using freely chosen keywords, like hashtags. 'Folk' (people) + 'taxonomy' (classification) = classification made by the people.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1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3</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Folksonomy</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Folksonomy lets users categorize and classify information using freely chosen keywords, like hashtags. 'Folk' (people) + 'taxonomy' (classification) = classification made by the people.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1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3</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Folksonomy</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Folksonomy lets users categorize and classify information using freely chosen keywords, like hashtags. 'Folk' (people) + 'taxonomy' (classification) = classification made by the people.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1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3</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"That shield is now MY shield. Hehehe!"</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 is classification made by the 'folks', the people themselves.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2DE2E6"/>
                </a:solidFill>
                <a:latin typeface="Courier New" pitchFamily="34" charset="0"/>
                <a:ea typeface="Courier New" pitchFamily="34" charset="-122"/>
                <a:cs typeface="Courier New" pitchFamily="34" charset="-120"/>
              </a:rPr>
              <a:t>&gt; SECTOR 01 // WEB GATEWAY</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_empty.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"Click, click, CRASH! I love wrong answers!"</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 is classification made by the 'folks', the people themselves.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ENTERING SECTOR 02</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F7A45"/>
            </a:solidFill>
            <a:prstDash val="solid"/>
          </a:ln>
          <a:effectLst>
            <a:outerShdw sx="100000" sy="100000" kx="0" ky="0" algn="bl" rotWithShape="0" blurRad="152400" dist="50800" dir="5400000">
              <a:srgbClr val="FF7A45">
                <a:alpha val="45000"/>
              </a:srgbClr>
            </a:outerShdw>
          </a:effectLst>
        </p:spPr>
      </p:sp>
      <p:pic>
        <p:nvPicPr>
          <p:cNvPr id="14" name="Image 7" descr="/tmp/claude-0/-home-user-ashton212123/6ae88841-e158-5430-ba3a-d930461fce9f/scratchpad/build/assets/icons/FaFire_FF7A4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F7A45"/>
                </a:solidFill>
                <a:latin typeface="Courier New" pitchFamily="34" charset="0"/>
                <a:ea typeface="Courier New" pitchFamily="34" charset="-122"/>
                <a:cs typeface="Courier New" pitchFamily="34" charset="-120"/>
              </a:rPr>
              <a:t>SECTOR 02</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FIREWALL FORTRESS</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Online Safety, Security, and Netiquette</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Walls of fire protect the system from attacks, but NULL's spies hide here disguised as friendly messages. Spot the traps to earn the second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1A2353"/>
          </a:solidFill>
          <a:ln w="31750">
            <a:solidFill>
              <a:srgbClr val="FF7A45"/>
            </a:solidFill>
            <a:prstDash val="solid"/>
          </a:ln>
          <a:effectLst>
            <a:outerShdw sx="100000" sy="100000" kx="0" ky="0" algn="bl" rotWithShape="0" blurRad="152400" dist="50800" dir="5400000">
              <a:srgbClr val="FF7A45">
                <a:alpha val="45000"/>
              </a:srgbClr>
            </a:outerShdw>
          </a:effectLst>
        </p:spPr>
      </p:sp>
      <p:pic>
        <p:nvPicPr>
          <p:cNvPr id="28" name="Image 10" descr="/tmp/claude-0/-home-user-ashton212123/6ae88841-e158-5430-ba3a-d930461fce9f/scratchpad/build/assets/icons/FaFire_FF7A45.png">    </p:cNvPr>
          <p:cNvPicPr>
            <a:picLocks noChangeAspect="1"/>
          </p:cNvPicPr>
          <p:nvPr/>
        </p:nvPicPr>
        <p:blipFill>
          <a:blip r:embed="rId11"/>
          <a:stretch>
            <a:fillRect/>
          </a:stretch>
        </p:blipFill>
        <p:spPr>
          <a:xfrm>
            <a:off x="2399386" y="5343754"/>
            <a:ext cx="340157" cy="340157"/>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FF7A45"/>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1A2353"/>
          </a:solidFill>
          <a:ln w="25400">
            <a:solidFill>
              <a:srgbClr val="3A4370"/>
            </a:solidFill>
            <a:prstDash val="solid"/>
          </a:ln>
        </p:spPr>
      </p:sp>
      <p:pic>
        <p:nvPicPr>
          <p:cNvPr id="31" name="Image 11" descr="/tmp/claude-0/-home-user-ashton212123/6ae88841-e158-5430-ba3a-d930461fce9f/scratchpad/build/assets/icons/FaLock_5A6494.png">    </p:cNvPr>
          <p:cNvPicPr>
            <a:picLocks noChangeAspect="1"/>
          </p:cNvPicPr>
          <p:nvPr/>
        </p:nvPicPr>
        <p:blipFill>
          <a:blip r:embed="rId12"/>
          <a:stretch>
            <a:fillRect/>
          </a:stretch>
        </p:blipFill>
        <p:spPr>
          <a:xfrm>
            <a:off x="4033601" y="5377769"/>
            <a:ext cx="272125" cy="272125"/>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FF7A45"/>
          </a:solidFill>
          <a:ln w="25400">
            <a:solidFill>
              <a:srgbClr val="FF7A45"/>
            </a:solidFill>
          </a:ln>
          <a:effectLst>
            <a:outerShdw sx="100000" sy="100000" kx="0" ky="0" algn="bl" rotWithShape="0" blurRad="177800" dist="50800" dir="5400000">
              <a:srgbClr val="FF7A4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ENTERING SECTOR 02</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F7A45"/>
            </a:solidFill>
            <a:prstDash val="solid"/>
          </a:ln>
          <a:effectLst>
            <a:outerShdw sx="100000" sy="100000" kx="0" ky="0" algn="bl" rotWithShape="0" blurRad="152400" dist="50800" dir="5400000">
              <a:srgbClr val="FF7A45">
                <a:alpha val="45000"/>
              </a:srgbClr>
            </a:outerShdw>
          </a:effectLst>
        </p:spPr>
      </p:sp>
      <p:pic>
        <p:nvPicPr>
          <p:cNvPr id="14" name="Image 7" descr="/tmp/claude-0/-home-user-ashton212123/6ae88841-e158-5430-ba3a-d930461fce9f/scratchpad/build/assets/icons/FaFire_FF7A4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F7A45"/>
                </a:solidFill>
                <a:latin typeface="Courier New" pitchFamily="34" charset="0"/>
                <a:ea typeface="Courier New" pitchFamily="34" charset="-122"/>
                <a:cs typeface="Courier New" pitchFamily="34" charset="-120"/>
              </a:rPr>
              <a:t>SECTOR 02</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FIREWALL FORTRESS</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Online Safety, Security, and Netiquette</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Walls of fire protect the system from attacks, but NULL's spies hide here disguised as friendly messages. Spot the traps to earn the second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1A2353"/>
          </a:solidFill>
          <a:ln w="31750">
            <a:solidFill>
              <a:srgbClr val="FF7A45"/>
            </a:solidFill>
            <a:prstDash val="solid"/>
          </a:ln>
          <a:effectLst>
            <a:outerShdw sx="100000" sy="100000" kx="0" ky="0" algn="bl" rotWithShape="0" blurRad="152400" dist="50800" dir="5400000">
              <a:srgbClr val="FF7A45">
                <a:alpha val="45000"/>
              </a:srgbClr>
            </a:outerShdw>
          </a:effectLst>
        </p:spPr>
      </p:sp>
      <p:pic>
        <p:nvPicPr>
          <p:cNvPr id="28" name="Image 10" descr="/tmp/claude-0/-home-user-ashton212123/6ae88841-e158-5430-ba3a-d930461fce9f/scratchpad/build/assets/icons/FaFire_FF7A45.png">    </p:cNvPr>
          <p:cNvPicPr>
            <a:picLocks noChangeAspect="1"/>
          </p:cNvPicPr>
          <p:nvPr/>
        </p:nvPicPr>
        <p:blipFill>
          <a:blip r:embed="rId11"/>
          <a:stretch>
            <a:fillRect/>
          </a:stretch>
        </p:blipFill>
        <p:spPr>
          <a:xfrm>
            <a:off x="2399386" y="5343754"/>
            <a:ext cx="340157" cy="340157"/>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FF7A45"/>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1A2353"/>
          </a:solidFill>
          <a:ln w="25400">
            <a:solidFill>
              <a:srgbClr val="3A4370"/>
            </a:solidFill>
            <a:prstDash val="solid"/>
          </a:ln>
        </p:spPr>
      </p:sp>
      <p:pic>
        <p:nvPicPr>
          <p:cNvPr id="31" name="Image 11" descr="/tmp/claude-0/-home-user-ashton212123/6ae88841-e158-5430-ba3a-d930461fce9f/scratchpad/build/assets/icons/FaLock_5A6494.png">    </p:cNvPr>
          <p:cNvPicPr>
            <a:picLocks noChangeAspect="1"/>
          </p:cNvPicPr>
          <p:nvPr/>
        </p:nvPicPr>
        <p:blipFill>
          <a:blip r:embed="rId12"/>
          <a:stretch>
            <a:fillRect/>
          </a:stretch>
        </p:blipFill>
        <p:spPr>
          <a:xfrm>
            <a:off x="4033601" y="5377769"/>
            <a:ext cx="272125" cy="272125"/>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FF7A45"/>
          </a:solidFill>
          <a:ln w="25400">
            <a:solidFill>
              <a:srgbClr val="FF7A45"/>
            </a:solidFill>
          </a:ln>
          <a:effectLst>
            <a:outerShdw sx="100000" sy="100000" kx="0" ky="0" algn="bl" rotWithShape="0" blurRad="177800" dist="50800" dir="5400000">
              <a:srgbClr val="FF7A4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ENTERING SECTOR 02</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F7A45"/>
            </a:solidFill>
            <a:prstDash val="solid"/>
          </a:ln>
          <a:effectLst>
            <a:outerShdw sx="100000" sy="100000" kx="0" ky="0" algn="bl" rotWithShape="0" blurRad="152400" dist="50800" dir="5400000">
              <a:srgbClr val="FF7A45">
                <a:alpha val="45000"/>
              </a:srgbClr>
            </a:outerShdw>
          </a:effectLst>
        </p:spPr>
      </p:sp>
      <p:pic>
        <p:nvPicPr>
          <p:cNvPr id="14" name="Image 7" descr="/tmp/claude-0/-home-user-ashton212123/6ae88841-e158-5430-ba3a-d930461fce9f/scratchpad/build/assets/icons/FaFire_FF7A4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F7A45"/>
                </a:solidFill>
                <a:latin typeface="Courier New" pitchFamily="34" charset="0"/>
                <a:ea typeface="Courier New" pitchFamily="34" charset="-122"/>
                <a:cs typeface="Courier New" pitchFamily="34" charset="-120"/>
              </a:rPr>
              <a:t>SECTOR 02</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FIREWALL FORTRESS</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Online Safety, Security, and Netiquette</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Walls of fire protect the system from attacks, but NULL's spies hide here disguised as friendly messages. Spot the traps to earn the second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1A2353"/>
          </a:solidFill>
          <a:ln w="31750">
            <a:solidFill>
              <a:srgbClr val="FF7A45"/>
            </a:solidFill>
            <a:prstDash val="solid"/>
          </a:ln>
          <a:effectLst>
            <a:outerShdw sx="100000" sy="100000" kx="0" ky="0" algn="bl" rotWithShape="0" blurRad="152400" dist="50800" dir="5400000">
              <a:srgbClr val="FF7A45">
                <a:alpha val="45000"/>
              </a:srgbClr>
            </a:outerShdw>
          </a:effectLst>
        </p:spPr>
      </p:sp>
      <p:pic>
        <p:nvPicPr>
          <p:cNvPr id="28" name="Image 10" descr="/tmp/claude-0/-home-user-ashton212123/6ae88841-e158-5430-ba3a-d930461fce9f/scratchpad/build/assets/icons/FaFire_FF7A45.png">    </p:cNvPr>
          <p:cNvPicPr>
            <a:picLocks noChangeAspect="1"/>
          </p:cNvPicPr>
          <p:nvPr/>
        </p:nvPicPr>
        <p:blipFill>
          <a:blip r:embed="rId11"/>
          <a:stretch>
            <a:fillRect/>
          </a:stretch>
        </p:blipFill>
        <p:spPr>
          <a:xfrm>
            <a:off x="2399386" y="5343754"/>
            <a:ext cx="340157" cy="340157"/>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FF7A45"/>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1A2353"/>
          </a:solidFill>
          <a:ln w="25400">
            <a:solidFill>
              <a:srgbClr val="3A4370"/>
            </a:solidFill>
            <a:prstDash val="solid"/>
          </a:ln>
        </p:spPr>
      </p:sp>
      <p:pic>
        <p:nvPicPr>
          <p:cNvPr id="31" name="Image 11" descr="/tmp/claude-0/-home-user-ashton212123/6ae88841-e158-5430-ba3a-d930461fce9f/scratchpad/build/assets/icons/FaLock_5A6494.png">    </p:cNvPr>
          <p:cNvPicPr>
            <a:picLocks noChangeAspect="1"/>
          </p:cNvPicPr>
          <p:nvPr/>
        </p:nvPicPr>
        <p:blipFill>
          <a:blip r:embed="rId12"/>
          <a:stretch>
            <a:fillRect/>
          </a:stretch>
        </p:blipFill>
        <p:spPr>
          <a:xfrm>
            <a:off x="4033601" y="5377769"/>
            <a:ext cx="272125" cy="272125"/>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FF7A45"/>
          </a:solidFill>
          <a:ln w="25400">
            <a:solidFill>
              <a:srgbClr val="FF7A45"/>
            </a:solidFill>
          </a:ln>
          <a:effectLst>
            <a:outerShdw sx="100000" sy="100000" kx="0" ky="0" algn="bl" rotWithShape="0" blurRad="177800" dist="50800" dir="5400000">
              <a:srgbClr val="FF7A4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BYTE intercepted this message in Kai's inbox. Is it LEGIT or PHISHING?</a:t>
            </a:r>
            <a:endParaRPr lang="en-US" sz="2200" dirty="0"/>
          </a:p>
        </p:txBody>
      </p:sp>
      <p:sp>
        <p:nvSpPr>
          <p:cNvPr id="17" name="Shape 7"/>
          <p:cNvSpPr/>
          <p:nvPr/>
        </p:nvSpPr>
        <p:spPr>
          <a:xfrm>
            <a:off x="457200" y="3429000"/>
            <a:ext cx="7086600" cy="2788920"/>
          </a:xfrm>
          <a:prstGeom prst="roundRect">
            <a:avLst>
              <a:gd name="adj" fmla="val 3934"/>
            </a:avLst>
          </a:prstGeom>
          <a:solidFill>
            <a:srgbClr val="0E1433"/>
          </a:solidFill>
          <a:ln w="15875">
            <a:solidFill>
              <a:srgbClr val="3A4370"/>
            </a:solidFill>
            <a:prstDash val="solid"/>
          </a:ln>
        </p:spPr>
      </p:sp>
      <p:pic>
        <p:nvPicPr>
          <p:cNvPr id="18" name="Image 8" descr="/tmp/claude-0/-home-user-ashton212123/6ae88841-e158-5430-ba3a-d930461fce9f/scratchpad/build/assets/icons/FaEnvelope_2DE2E6.png">    </p:cNvPr>
          <p:cNvPicPr>
            <a:picLocks noChangeAspect="1"/>
          </p:cNvPicPr>
          <p:nvPr/>
        </p:nvPicPr>
        <p:blipFill>
          <a:blip r:embed="rId9"/>
          <a:stretch>
            <a:fillRect/>
          </a:stretch>
        </p:blipFill>
        <p:spPr>
          <a:xfrm>
            <a:off x="685800" y="3584448"/>
            <a:ext cx="384048" cy="384048"/>
          </a:xfrm>
          <a:prstGeom prst="rect">
            <a:avLst/>
          </a:prstGeom>
        </p:spPr>
      </p:pic>
      <p:sp>
        <p:nvSpPr>
          <p:cNvPr id="19" name="Text 8"/>
          <p:cNvSpPr txBox="1"/>
          <p:nvPr/>
        </p:nvSpPr>
        <p:spPr>
          <a:xfrm>
            <a:off x="1188720" y="3584448"/>
            <a:ext cx="4572000" cy="384048"/>
          </a:xfrm>
          <a:prstGeom prst="rect">
            <a:avLst/>
          </a:prstGeom>
          <a:noFill/>
          <a:ln/>
        </p:spPr>
        <p:txBody>
          <a:bodyPr wrap="square" lIns="0" tIns="0" rIns="0" bIns="0" rtlCol="0" anchor="ctr"/>
          <a:lstStyle/>
          <a:p>
            <a:pPr indent="0" marL="0">
              <a:buNone/>
            </a:pPr>
            <a:r>
              <a:rPr lang="en-US" sz="1200" b="1" dirty="0">
                <a:solidFill>
                  <a:srgbClr val="2DE2E6"/>
                </a:solidFill>
                <a:latin typeface="Courier New" pitchFamily="34" charset="0"/>
                <a:ea typeface="Courier New" pitchFamily="34" charset="-122"/>
                <a:cs typeface="Courier New" pitchFamily="34" charset="-120"/>
              </a:rPr>
              <a:t>INBOX  (1 new message)</a:t>
            </a:r>
            <a:endParaRPr lang="en-US" sz="1200" dirty="0"/>
          </a:p>
        </p:txBody>
      </p:sp>
      <p:sp>
        <p:nvSpPr>
          <p:cNvPr id="20" name="Shape 9"/>
          <p:cNvSpPr/>
          <p:nvPr/>
        </p:nvSpPr>
        <p:spPr>
          <a:xfrm>
            <a:off x="685800" y="4096512"/>
            <a:ext cx="6629400" cy="0"/>
          </a:xfrm>
          <a:prstGeom prst="line">
            <a:avLst/>
          </a:prstGeom>
          <a:noFill/>
          <a:ln w="12700">
            <a:solidFill>
              <a:srgbClr val="3A4370"/>
            </a:solidFill>
            <a:prstDash val="solid"/>
          </a:ln>
        </p:spPr>
      </p:sp>
      <p:sp>
        <p:nvSpPr>
          <p:cNvPr id="21" name="Text 10"/>
          <p:cNvSpPr txBox="1"/>
          <p:nvPr/>
        </p:nvSpPr>
        <p:spPr>
          <a:xfrm>
            <a:off x="685800" y="4187952"/>
            <a:ext cx="6675120" cy="685800"/>
          </a:xfrm>
          <a:prstGeom prst="rect">
            <a:avLst/>
          </a:prstGeom>
          <a:noFill/>
          <a:ln/>
        </p:spPr>
        <p:txBody>
          <a:bodyPr wrap="square" lIns="0" tIns="0" rIns="0" bIns="0" rtlCol="0" anchor="t"/>
          <a:lstStyle/>
          <a:p>
            <a:pPr indent="0" marL="0">
              <a:spcAft>
                <a:spcPts val="200"/>
              </a:spcAft>
              <a:buNone/>
            </a:pPr>
            <a:r>
              <a:rPr lang="en-US" sz="1400" b="1" dirty="0">
                <a:solidFill>
                  <a:srgbClr val="9AA6D9"/>
                </a:solidFill>
                <a:latin typeface="Calibri" pitchFamily="34" charset="0"/>
                <a:ea typeface="Calibri" pitchFamily="34" charset="-122"/>
                <a:cs typeface="Calibri" pitchFamily="34" charset="-120"/>
              </a:rPr>
              <a:t>From: </a:t>
            </a:r>
            <a:pPr indent="0" marL="0">
              <a:spcAft>
                <a:spcPts val="200"/>
              </a:spcAft>
              <a:buNone/>
            </a:pPr>
            <a:r>
              <a:rPr lang="en-US" sz="1400" dirty="0">
                <a:solidFill>
                  <a:srgbClr val="FF8FA3"/>
                </a:solidFill>
                <a:latin typeface="Courier New" pitchFamily="34" charset="0"/>
                <a:ea typeface="Courier New" pitchFamily="34" charset="-122"/>
                <a:cs typeface="Courier New" pitchFamily="34" charset="-120"/>
              </a:rPr>
              <a:t>admin@sch00l-portal-login.net</a:t>
            </a:r>
            <a:endParaRPr lang="en-US" sz="1400" dirty="0"/>
          </a:p>
          <a:p>
            <a:pPr indent="0" marL="0">
              <a:spcAft>
                <a:spcPts val="200"/>
              </a:spcAft>
              <a:buNone/>
            </a:pPr>
            <a:r>
              <a:rPr lang="en-US" sz="1400" b="1" dirty="0">
                <a:solidFill>
                  <a:srgbClr val="9AA6D9"/>
                </a:solidFill>
                <a:latin typeface="Calibri" pitchFamily="34" charset="0"/>
                <a:ea typeface="Calibri" pitchFamily="34" charset="-122"/>
                <a:cs typeface="Calibri" pitchFamily="34" charset="-120"/>
              </a:rPr>
              <a:t>Subject: </a:t>
            </a:r>
            <a:pPr indent="0" marL="0">
              <a:spcAft>
                <a:spcPts val="200"/>
              </a:spcAft>
              <a:buNone/>
            </a:pPr>
            <a:r>
              <a:rPr lang="en-US" sz="1400" b="1" dirty="0">
                <a:solidFill>
                  <a:srgbClr val="EAF2FF"/>
                </a:solidFill>
                <a:latin typeface="Calibri" pitchFamily="34" charset="0"/>
                <a:ea typeface="Calibri" pitchFamily="34" charset="-122"/>
                <a:cs typeface="Calibri" pitchFamily="34" charset="-120"/>
              </a:rPr>
              <a:t>URGENT!!! Your account will be DELETED in 1 hour</a:t>
            </a:r>
            <a:endParaRPr lang="en-US" sz="1400" dirty="0"/>
          </a:p>
        </p:txBody>
      </p:sp>
      <p:sp>
        <p:nvSpPr>
          <p:cNvPr id="22" name="Text 11"/>
          <p:cNvSpPr txBox="1"/>
          <p:nvPr/>
        </p:nvSpPr>
        <p:spPr>
          <a:xfrm>
            <a:off x="685800" y="4937760"/>
            <a:ext cx="6675120" cy="731520"/>
          </a:xfrm>
          <a:prstGeom prst="rect">
            <a:avLst/>
          </a:prstGeom>
          <a:noFill/>
          <a:ln/>
        </p:spPr>
        <p:txBody>
          <a:bodyPr wrap="square" lIns="0" tIns="0" rIns="0" bIns="0" rtlCol="0" anchor="t"/>
          <a:lstStyle/>
          <a:p>
            <a:pPr indent="0" marL="0">
              <a:buNone/>
            </a:pPr>
            <a:r>
              <a:rPr lang="en-US" sz="1400" dirty="0">
                <a:solidFill>
                  <a:srgbClr val="C9D2F2"/>
                </a:solidFill>
                <a:latin typeface="Calibri" pitchFamily="34" charset="0"/>
                <a:ea typeface="Calibri" pitchFamily="34" charset="-122"/>
                <a:cs typeface="Calibri" pitchFamily="34" charset="-120"/>
              </a:rPr>
              <a:t>Dear Student, your school account will be deleted. Click the link below and type your password to verify your account:</a:t>
            </a:r>
            <a:endParaRPr lang="en-US" sz="1400" dirty="0"/>
          </a:p>
        </p:txBody>
      </p:sp>
      <p:sp>
        <p:nvSpPr>
          <p:cNvPr id="23" name="Text 12"/>
          <p:cNvSpPr txBox="1"/>
          <p:nvPr/>
        </p:nvSpPr>
        <p:spPr>
          <a:xfrm>
            <a:off x="685800" y="5669280"/>
            <a:ext cx="6675120" cy="365760"/>
          </a:xfrm>
          <a:prstGeom prst="rect">
            <a:avLst/>
          </a:prstGeom>
          <a:noFill/>
          <a:ln/>
        </p:spPr>
        <p:txBody>
          <a:bodyPr wrap="square" lIns="0" tIns="0" rIns="0" bIns="0" rtlCol="0" anchor="t"/>
          <a:lstStyle/>
          <a:p>
            <a:pPr indent="0" marL="0">
              <a:buNone/>
            </a:pPr>
            <a:r>
              <a:rPr lang="en-US" sz="1300" u="sng" dirty="0">
                <a:solidFill>
                  <a:srgbClr val="2DE2E6"/>
                </a:solidFill>
                <a:latin typeface="Courier New" pitchFamily="34" charset="0"/>
                <a:ea typeface="Courier New" pitchFamily="34" charset="-122"/>
                <a:cs typeface="Courier New" pitchFamily="34" charset="-120"/>
              </a:rPr>
              <a:t>http://sch00l-portal-login.net/verify</a:t>
            </a:r>
            <a:endParaRPr lang="en-US" sz="1300" dirty="0"/>
          </a:p>
        </p:txBody>
      </p:sp>
      <p:sp>
        <p:nvSpPr>
          <p:cNvPr id="24" name="Link - Answer A">
            <a:hlinkClick r:id="rId13" action="ppaction://hlinksldjump" highlightClick="1"/>
          </p:cNvPr>
          <p:cNvSpPr txBox="1"/>
          <p:nvPr/>
        </p:nvSpPr>
        <p:spPr>
          <a:xfrm>
            <a:off x="7818120" y="342900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LEGIT</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Safe to open</a:t>
            </a:r>
            <a:endParaRPr lang="en-US" sz="1800" dirty="0"/>
          </a:p>
        </p:txBody>
      </p:sp>
      <p:sp>
        <p:nvSpPr>
          <p:cNvPr id="25" name="Link - Answer A badge">
            <a:hlinkClick r:id="rId13" action="ppaction://hlinksldjump" highlightClick="1"/>
          </p:cNvPr>
          <p:cNvSpPr txBox="1"/>
          <p:nvPr/>
        </p:nvSpPr>
        <p:spPr>
          <a:xfrm>
            <a:off x="801928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6" name="Link - Answer B">
            <a:hlinkClick r:id="rId14" action="ppaction://hlinksldjump" highlightClick="1"/>
          </p:cNvPr>
          <p:cNvSpPr txBox="1"/>
          <p:nvPr/>
        </p:nvSpPr>
        <p:spPr>
          <a:xfrm>
            <a:off x="7818120" y="489204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PHISHING</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It's a trap!</a:t>
            </a:r>
            <a:endParaRPr lang="en-US" sz="1800" dirty="0"/>
          </a:p>
        </p:txBody>
      </p:sp>
      <p:sp>
        <p:nvSpPr>
          <p:cNvPr id="27" name="Link - Answer B badge">
            <a:hlinkClick r:id="rId14" action="ppaction://hlinksldjump" highlightClick="1"/>
          </p:cNvPr>
          <p:cNvSpPr txBox="1"/>
          <p:nvPr/>
        </p:nvSpPr>
        <p:spPr>
          <a:xfrm>
            <a:off x="8019288" y="528066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Tree>
  </p:cSld>
  <p:clrMapOvr>
    <a:masterClrMapping/>
  </p:clrMapOvr>
  <p:transition spd="med" advClick="0">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BYTE intercepted this message in Kai's inbox. Is it LEGIT or PHISHING?</a:t>
            </a:r>
            <a:endParaRPr lang="en-US" sz="2200" dirty="0"/>
          </a:p>
        </p:txBody>
      </p:sp>
      <p:sp>
        <p:nvSpPr>
          <p:cNvPr id="17" name="Shape 7"/>
          <p:cNvSpPr/>
          <p:nvPr/>
        </p:nvSpPr>
        <p:spPr>
          <a:xfrm>
            <a:off x="457200" y="3429000"/>
            <a:ext cx="7086600" cy="2788920"/>
          </a:xfrm>
          <a:prstGeom prst="roundRect">
            <a:avLst>
              <a:gd name="adj" fmla="val 3934"/>
            </a:avLst>
          </a:prstGeom>
          <a:solidFill>
            <a:srgbClr val="0E1433"/>
          </a:solidFill>
          <a:ln w="15875">
            <a:solidFill>
              <a:srgbClr val="3A4370"/>
            </a:solidFill>
            <a:prstDash val="solid"/>
          </a:ln>
        </p:spPr>
      </p:sp>
      <p:pic>
        <p:nvPicPr>
          <p:cNvPr id="18" name="Image 8" descr="/tmp/claude-0/-home-user-ashton212123/6ae88841-e158-5430-ba3a-d930461fce9f/scratchpad/build/assets/icons/FaEnvelope_2DE2E6.png">    </p:cNvPr>
          <p:cNvPicPr>
            <a:picLocks noChangeAspect="1"/>
          </p:cNvPicPr>
          <p:nvPr/>
        </p:nvPicPr>
        <p:blipFill>
          <a:blip r:embed="rId9"/>
          <a:stretch>
            <a:fillRect/>
          </a:stretch>
        </p:blipFill>
        <p:spPr>
          <a:xfrm>
            <a:off x="685800" y="3584448"/>
            <a:ext cx="384048" cy="384048"/>
          </a:xfrm>
          <a:prstGeom prst="rect">
            <a:avLst/>
          </a:prstGeom>
        </p:spPr>
      </p:pic>
      <p:sp>
        <p:nvSpPr>
          <p:cNvPr id="19" name="Text 8"/>
          <p:cNvSpPr txBox="1"/>
          <p:nvPr/>
        </p:nvSpPr>
        <p:spPr>
          <a:xfrm>
            <a:off x="1188720" y="3584448"/>
            <a:ext cx="4572000" cy="384048"/>
          </a:xfrm>
          <a:prstGeom prst="rect">
            <a:avLst/>
          </a:prstGeom>
          <a:noFill/>
          <a:ln/>
        </p:spPr>
        <p:txBody>
          <a:bodyPr wrap="square" lIns="0" tIns="0" rIns="0" bIns="0" rtlCol="0" anchor="ctr"/>
          <a:lstStyle/>
          <a:p>
            <a:pPr indent="0" marL="0">
              <a:buNone/>
            </a:pPr>
            <a:r>
              <a:rPr lang="en-US" sz="1200" b="1" dirty="0">
                <a:solidFill>
                  <a:srgbClr val="2DE2E6"/>
                </a:solidFill>
                <a:latin typeface="Courier New" pitchFamily="34" charset="0"/>
                <a:ea typeface="Courier New" pitchFamily="34" charset="-122"/>
                <a:cs typeface="Courier New" pitchFamily="34" charset="-120"/>
              </a:rPr>
              <a:t>INBOX  (1 new message)</a:t>
            </a:r>
            <a:endParaRPr lang="en-US" sz="1200" dirty="0"/>
          </a:p>
        </p:txBody>
      </p:sp>
      <p:sp>
        <p:nvSpPr>
          <p:cNvPr id="20" name="Shape 9"/>
          <p:cNvSpPr/>
          <p:nvPr/>
        </p:nvSpPr>
        <p:spPr>
          <a:xfrm>
            <a:off x="685800" y="4096512"/>
            <a:ext cx="6629400" cy="0"/>
          </a:xfrm>
          <a:prstGeom prst="line">
            <a:avLst/>
          </a:prstGeom>
          <a:noFill/>
          <a:ln w="12700">
            <a:solidFill>
              <a:srgbClr val="3A4370"/>
            </a:solidFill>
            <a:prstDash val="solid"/>
          </a:ln>
        </p:spPr>
      </p:sp>
      <p:sp>
        <p:nvSpPr>
          <p:cNvPr id="21" name="Text 10"/>
          <p:cNvSpPr txBox="1"/>
          <p:nvPr/>
        </p:nvSpPr>
        <p:spPr>
          <a:xfrm>
            <a:off x="685800" y="4187952"/>
            <a:ext cx="6675120" cy="685800"/>
          </a:xfrm>
          <a:prstGeom prst="rect">
            <a:avLst/>
          </a:prstGeom>
          <a:noFill/>
          <a:ln/>
        </p:spPr>
        <p:txBody>
          <a:bodyPr wrap="square" lIns="0" tIns="0" rIns="0" bIns="0" rtlCol="0" anchor="t"/>
          <a:lstStyle/>
          <a:p>
            <a:pPr indent="0" marL="0">
              <a:spcAft>
                <a:spcPts val="200"/>
              </a:spcAft>
              <a:buNone/>
            </a:pPr>
            <a:r>
              <a:rPr lang="en-US" sz="1400" b="1" dirty="0">
                <a:solidFill>
                  <a:srgbClr val="9AA6D9"/>
                </a:solidFill>
                <a:latin typeface="Calibri" pitchFamily="34" charset="0"/>
                <a:ea typeface="Calibri" pitchFamily="34" charset="-122"/>
                <a:cs typeface="Calibri" pitchFamily="34" charset="-120"/>
              </a:rPr>
              <a:t>From: </a:t>
            </a:r>
            <a:pPr indent="0" marL="0">
              <a:spcAft>
                <a:spcPts val="200"/>
              </a:spcAft>
              <a:buNone/>
            </a:pPr>
            <a:r>
              <a:rPr lang="en-US" sz="1400" dirty="0">
                <a:solidFill>
                  <a:srgbClr val="FF8FA3"/>
                </a:solidFill>
                <a:latin typeface="Courier New" pitchFamily="34" charset="0"/>
                <a:ea typeface="Courier New" pitchFamily="34" charset="-122"/>
                <a:cs typeface="Courier New" pitchFamily="34" charset="-120"/>
              </a:rPr>
              <a:t>admin@sch00l-portal-login.net</a:t>
            </a:r>
            <a:endParaRPr lang="en-US" sz="1400" dirty="0"/>
          </a:p>
          <a:p>
            <a:pPr indent="0" marL="0">
              <a:spcAft>
                <a:spcPts val="200"/>
              </a:spcAft>
              <a:buNone/>
            </a:pPr>
            <a:r>
              <a:rPr lang="en-US" sz="1400" b="1" dirty="0">
                <a:solidFill>
                  <a:srgbClr val="9AA6D9"/>
                </a:solidFill>
                <a:latin typeface="Calibri" pitchFamily="34" charset="0"/>
                <a:ea typeface="Calibri" pitchFamily="34" charset="-122"/>
                <a:cs typeface="Calibri" pitchFamily="34" charset="-120"/>
              </a:rPr>
              <a:t>Subject: </a:t>
            </a:r>
            <a:pPr indent="0" marL="0">
              <a:spcAft>
                <a:spcPts val="200"/>
              </a:spcAft>
              <a:buNone/>
            </a:pPr>
            <a:r>
              <a:rPr lang="en-US" sz="1400" b="1" dirty="0">
                <a:solidFill>
                  <a:srgbClr val="EAF2FF"/>
                </a:solidFill>
                <a:latin typeface="Calibri" pitchFamily="34" charset="0"/>
                <a:ea typeface="Calibri" pitchFamily="34" charset="-122"/>
                <a:cs typeface="Calibri" pitchFamily="34" charset="-120"/>
              </a:rPr>
              <a:t>URGENT!!! Your account will be DELETED in 1 hour</a:t>
            </a:r>
            <a:endParaRPr lang="en-US" sz="1400" dirty="0"/>
          </a:p>
        </p:txBody>
      </p:sp>
      <p:sp>
        <p:nvSpPr>
          <p:cNvPr id="22" name="Text 11"/>
          <p:cNvSpPr txBox="1"/>
          <p:nvPr/>
        </p:nvSpPr>
        <p:spPr>
          <a:xfrm>
            <a:off x="685800" y="4937760"/>
            <a:ext cx="6675120" cy="731520"/>
          </a:xfrm>
          <a:prstGeom prst="rect">
            <a:avLst/>
          </a:prstGeom>
          <a:noFill/>
          <a:ln/>
        </p:spPr>
        <p:txBody>
          <a:bodyPr wrap="square" lIns="0" tIns="0" rIns="0" bIns="0" rtlCol="0" anchor="t"/>
          <a:lstStyle/>
          <a:p>
            <a:pPr indent="0" marL="0">
              <a:buNone/>
            </a:pPr>
            <a:r>
              <a:rPr lang="en-US" sz="1400" dirty="0">
                <a:solidFill>
                  <a:srgbClr val="C9D2F2"/>
                </a:solidFill>
                <a:latin typeface="Calibri" pitchFamily="34" charset="0"/>
                <a:ea typeface="Calibri" pitchFamily="34" charset="-122"/>
                <a:cs typeface="Calibri" pitchFamily="34" charset="-120"/>
              </a:rPr>
              <a:t>Dear Student, your school account will be deleted. Click the link below and type your password to verify your account:</a:t>
            </a:r>
            <a:endParaRPr lang="en-US" sz="1400" dirty="0"/>
          </a:p>
        </p:txBody>
      </p:sp>
      <p:sp>
        <p:nvSpPr>
          <p:cNvPr id="23" name="Text 12"/>
          <p:cNvSpPr txBox="1"/>
          <p:nvPr/>
        </p:nvSpPr>
        <p:spPr>
          <a:xfrm>
            <a:off x="685800" y="5669280"/>
            <a:ext cx="6675120" cy="365760"/>
          </a:xfrm>
          <a:prstGeom prst="rect">
            <a:avLst/>
          </a:prstGeom>
          <a:noFill/>
          <a:ln/>
        </p:spPr>
        <p:txBody>
          <a:bodyPr wrap="square" lIns="0" tIns="0" rIns="0" bIns="0" rtlCol="0" anchor="t"/>
          <a:lstStyle/>
          <a:p>
            <a:pPr indent="0" marL="0">
              <a:buNone/>
            </a:pPr>
            <a:r>
              <a:rPr lang="en-US" sz="1300" u="sng" dirty="0">
                <a:solidFill>
                  <a:srgbClr val="2DE2E6"/>
                </a:solidFill>
                <a:latin typeface="Courier New" pitchFamily="34" charset="0"/>
                <a:ea typeface="Courier New" pitchFamily="34" charset="-122"/>
                <a:cs typeface="Courier New" pitchFamily="34" charset="-120"/>
              </a:rPr>
              <a:t>http://sch00l-portal-login.net/verify</a:t>
            </a:r>
            <a:endParaRPr lang="en-US" sz="1300" dirty="0"/>
          </a:p>
        </p:txBody>
      </p:sp>
      <p:sp>
        <p:nvSpPr>
          <p:cNvPr id="24" name="Link - Answer A">
            <a:hlinkClick r:id="rId13" action="ppaction://hlinksldjump" highlightClick="1"/>
          </p:cNvPr>
          <p:cNvSpPr txBox="1"/>
          <p:nvPr/>
        </p:nvSpPr>
        <p:spPr>
          <a:xfrm>
            <a:off x="7818120" y="342900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LEGIT</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Safe to open</a:t>
            </a:r>
            <a:endParaRPr lang="en-US" sz="1800" dirty="0"/>
          </a:p>
        </p:txBody>
      </p:sp>
      <p:sp>
        <p:nvSpPr>
          <p:cNvPr id="25" name="Link - Answer A badge">
            <a:hlinkClick r:id="rId13" action="ppaction://hlinksldjump" highlightClick="1"/>
          </p:cNvPr>
          <p:cNvSpPr txBox="1"/>
          <p:nvPr/>
        </p:nvSpPr>
        <p:spPr>
          <a:xfrm>
            <a:off x="801928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6" name="Link - Answer B">
            <a:hlinkClick r:id="rId14" action="ppaction://hlinksldjump" highlightClick="1"/>
          </p:cNvPr>
          <p:cNvSpPr txBox="1"/>
          <p:nvPr/>
        </p:nvSpPr>
        <p:spPr>
          <a:xfrm>
            <a:off x="7818120" y="489204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PHISHING</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It's a trap!</a:t>
            </a:r>
            <a:endParaRPr lang="en-US" sz="1800" dirty="0"/>
          </a:p>
        </p:txBody>
      </p:sp>
      <p:sp>
        <p:nvSpPr>
          <p:cNvPr id="27" name="Link - Answer B badge">
            <a:hlinkClick r:id="rId14" action="ppaction://hlinksldjump" highlightClick="1"/>
          </p:cNvPr>
          <p:cNvSpPr txBox="1"/>
          <p:nvPr/>
        </p:nvSpPr>
        <p:spPr>
          <a:xfrm>
            <a:off x="8019288" y="528066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Tree>
  </p:cSld>
  <p:clrMapOvr>
    <a:masterClrMapping/>
  </p:clrMapOvr>
  <p:transition spd="med" advClick="0">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BYTE intercepted this message in Kai's inbox. Is it LEGIT or PHISHING?</a:t>
            </a:r>
            <a:endParaRPr lang="en-US" sz="2200" dirty="0"/>
          </a:p>
        </p:txBody>
      </p:sp>
      <p:sp>
        <p:nvSpPr>
          <p:cNvPr id="17" name="Shape 7"/>
          <p:cNvSpPr/>
          <p:nvPr/>
        </p:nvSpPr>
        <p:spPr>
          <a:xfrm>
            <a:off x="457200" y="3429000"/>
            <a:ext cx="7086600" cy="2788920"/>
          </a:xfrm>
          <a:prstGeom prst="roundRect">
            <a:avLst>
              <a:gd name="adj" fmla="val 3934"/>
            </a:avLst>
          </a:prstGeom>
          <a:solidFill>
            <a:srgbClr val="0E1433"/>
          </a:solidFill>
          <a:ln w="15875">
            <a:solidFill>
              <a:srgbClr val="3A4370"/>
            </a:solidFill>
            <a:prstDash val="solid"/>
          </a:ln>
        </p:spPr>
      </p:sp>
      <p:pic>
        <p:nvPicPr>
          <p:cNvPr id="18" name="Image 8" descr="/tmp/claude-0/-home-user-ashton212123/6ae88841-e158-5430-ba3a-d930461fce9f/scratchpad/build/assets/icons/FaEnvelope_2DE2E6.png">    </p:cNvPr>
          <p:cNvPicPr>
            <a:picLocks noChangeAspect="1"/>
          </p:cNvPicPr>
          <p:nvPr/>
        </p:nvPicPr>
        <p:blipFill>
          <a:blip r:embed="rId9"/>
          <a:stretch>
            <a:fillRect/>
          </a:stretch>
        </p:blipFill>
        <p:spPr>
          <a:xfrm>
            <a:off x="685800" y="3584448"/>
            <a:ext cx="384048" cy="384048"/>
          </a:xfrm>
          <a:prstGeom prst="rect">
            <a:avLst/>
          </a:prstGeom>
        </p:spPr>
      </p:pic>
      <p:sp>
        <p:nvSpPr>
          <p:cNvPr id="19" name="Text 8"/>
          <p:cNvSpPr txBox="1"/>
          <p:nvPr/>
        </p:nvSpPr>
        <p:spPr>
          <a:xfrm>
            <a:off x="1188720" y="3584448"/>
            <a:ext cx="4572000" cy="384048"/>
          </a:xfrm>
          <a:prstGeom prst="rect">
            <a:avLst/>
          </a:prstGeom>
          <a:noFill/>
          <a:ln/>
        </p:spPr>
        <p:txBody>
          <a:bodyPr wrap="square" lIns="0" tIns="0" rIns="0" bIns="0" rtlCol="0" anchor="ctr"/>
          <a:lstStyle/>
          <a:p>
            <a:pPr indent="0" marL="0">
              <a:buNone/>
            </a:pPr>
            <a:r>
              <a:rPr lang="en-US" sz="1200" b="1" dirty="0">
                <a:solidFill>
                  <a:srgbClr val="2DE2E6"/>
                </a:solidFill>
                <a:latin typeface="Courier New" pitchFamily="34" charset="0"/>
                <a:ea typeface="Courier New" pitchFamily="34" charset="-122"/>
                <a:cs typeface="Courier New" pitchFamily="34" charset="-120"/>
              </a:rPr>
              <a:t>INBOX  (1 new message)</a:t>
            </a:r>
            <a:endParaRPr lang="en-US" sz="1200" dirty="0"/>
          </a:p>
        </p:txBody>
      </p:sp>
      <p:sp>
        <p:nvSpPr>
          <p:cNvPr id="20" name="Shape 9"/>
          <p:cNvSpPr/>
          <p:nvPr/>
        </p:nvSpPr>
        <p:spPr>
          <a:xfrm>
            <a:off x="685800" y="4096512"/>
            <a:ext cx="6629400" cy="0"/>
          </a:xfrm>
          <a:prstGeom prst="line">
            <a:avLst/>
          </a:prstGeom>
          <a:noFill/>
          <a:ln w="12700">
            <a:solidFill>
              <a:srgbClr val="3A4370"/>
            </a:solidFill>
            <a:prstDash val="solid"/>
          </a:ln>
        </p:spPr>
      </p:sp>
      <p:sp>
        <p:nvSpPr>
          <p:cNvPr id="21" name="Text 10"/>
          <p:cNvSpPr txBox="1"/>
          <p:nvPr/>
        </p:nvSpPr>
        <p:spPr>
          <a:xfrm>
            <a:off x="685800" y="4187952"/>
            <a:ext cx="6675120" cy="685800"/>
          </a:xfrm>
          <a:prstGeom prst="rect">
            <a:avLst/>
          </a:prstGeom>
          <a:noFill/>
          <a:ln/>
        </p:spPr>
        <p:txBody>
          <a:bodyPr wrap="square" lIns="0" tIns="0" rIns="0" bIns="0" rtlCol="0" anchor="t"/>
          <a:lstStyle/>
          <a:p>
            <a:pPr indent="0" marL="0">
              <a:spcAft>
                <a:spcPts val="200"/>
              </a:spcAft>
              <a:buNone/>
            </a:pPr>
            <a:r>
              <a:rPr lang="en-US" sz="1400" b="1" dirty="0">
                <a:solidFill>
                  <a:srgbClr val="9AA6D9"/>
                </a:solidFill>
                <a:latin typeface="Calibri" pitchFamily="34" charset="0"/>
                <a:ea typeface="Calibri" pitchFamily="34" charset="-122"/>
                <a:cs typeface="Calibri" pitchFamily="34" charset="-120"/>
              </a:rPr>
              <a:t>From: </a:t>
            </a:r>
            <a:pPr indent="0" marL="0">
              <a:spcAft>
                <a:spcPts val="200"/>
              </a:spcAft>
              <a:buNone/>
            </a:pPr>
            <a:r>
              <a:rPr lang="en-US" sz="1400" dirty="0">
                <a:solidFill>
                  <a:srgbClr val="FF8FA3"/>
                </a:solidFill>
                <a:latin typeface="Courier New" pitchFamily="34" charset="0"/>
                <a:ea typeface="Courier New" pitchFamily="34" charset="-122"/>
                <a:cs typeface="Courier New" pitchFamily="34" charset="-120"/>
              </a:rPr>
              <a:t>admin@sch00l-portal-login.net</a:t>
            </a:r>
            <a:endParaRPr lang="en-US" sz="1400" dirty="0"/>
          </a:p>
          <a:p>
            <a:pPr indent="0" marL="0">
              <a:spcAft>
                <a:spcPts val="200"/>
              </a:spcAft>
              <a:buNone/>
            </a:pPr>
            <a:r>
              <a:rPr lang="en-US" sz="1400" b="1" dirty="0">
                <a:solidFill>
                  <a:srgbClr val="9AA6D9"/>
                </a:solidFill>
                <a:latin typeface="Calibri" pitchFamily="34" charset="0"/>
                <a:ea typeface="Calibri" pitchFamily="34" charset="-122"/>
                <a:cs typeface="Calibri" pitchFamily="34" charset="-120"/>
              </a:rPr>
              <a:t>Subject: </a:t>
            </a:r>
            <a:pPr indent="0" marL="0">
              <a:spcAft>
                <a:spcPts val="200"/>
              </a:spcAft>
              <a:buNone/>
            </a:pPr>
            <a:r>
              <a:rPr lang="en-US" sz="1400" b="1" dirty="0">
                <a:solidFill>
                  <a:srgbClr val="EAF2FF"/>
                </a:solidFill>
                <a:latin typeface="Calibri" pitchFamily="34" charset="0"/>
                <a:ea typeface="Calibri" pitchFamily="34" charset="-122"/>
                <a:cs typeface="Calibri" pitchFamily="34" charset="-120"/>
              </a:rPr>
              <a:t>URGENT!!! Your account will be DELETED in 1 hour</a:t>
            </a:r>
            <a:endParaRPr lang="en-US" sz="1400" dirty="0"/>
          </a:p>
        </p:txBody>
      </p:sp>
      <p:sp>
        <p:nvSpPr>
          <p:cNvPr id="22" name="Text 11"/>
          <p:cNvSpPr txBox="1"/>
          <p:nvPr/>
        </p:nvSpPr>
        <p:spPr>
          <a:xfrm>
            <a:off x="685800" y="4937760"/>
            <a:ext cx="6675120" cy="731520"/>
          </a:xfrm>
          <a:prstGeom prst="rect">
            <a:avLst/>
          </a:prstGeom>
          <a:noFill/>
          <a:ln/>
        </p:spPr>
        <p:txBody>
          <a:bodyPr wrap="square" lIns="0" tIns="0" rIns="0" bIns="0" rtlCol="0" anchor="t"/>
          <a:lstStyle/>
          <a:p>
            <a:pPr indent="0" marL="0">
              <a:buNone/>
            </a:pPr>
            <a:r>
              <a:rPr lang="en-US" sz="1400" dirty="0">
                <a:solidFill>
                  <a:srgbClr val="C9D2F2"/>
                </a:solidFill>
                <a:latin typeface="Calibri" pitchFamily="34" charset="0"/>
                <a:ea typeface="Calibri" pitchFamily="34" charset="-122"/>
                <a:cs typeface="Calibri" pitchFamily="34" charset="-120"/>
              </a:rPr>
              <a:t>Dear Student, your school account will be deleted. Click the link below and type your password to verify your account:</a:t>
            </a:r>
            <a:endParaRPr lang="en-US" sz="1400" dirty="0"/>
          </a:p>
        </p:txBody>
      </p:sp>
      <p:sp>
        <p:nvSpPr>
          <p:cNvPr id="23" name="Text 12"/>
          <p:cNvSpPr txBox="1"/>
          <p:nvPr/>
        </p:nvSpPr>
        <p:spPr>
          <a:xfrm>
            <a:off x="685800" y="5669280"/>
            <a:ext cx="6675120" cy="365760"/>
          </a:xfrm>
          <a:prstGeom prst="rect">
            <a:avLst/>
          </a:prstGeom>
          <a:noFill/>
          <a:ln/>
        </p:spPr>
        <p:txBody>
          <a:bodyPr wrap="square" lIns="0" tIns="0" rIns="0" bIns="0" rtlCol="0" anchor="t"/>
          <a:lstStyle/>
          <a:p>
            <a:pPr indent="0" marL="0">
              <a:buNone/>
            </a:pPr>
            <a:r>
              <a:rPr lang="en-US" sz="1300" u="sng" dirty="0">
                <a:solidFill>
                  <a:srgbClr val="2DE2E6"/>
                </a:solidFill>
                <a:latin typeface="Courier New" pitchFamily="34" charset="0"/>
                <a:ea typeface="Courier New" pitchFamily="34" charset="-122"/>
                <a:cs typeface="Courier New" pitchFamily="34" charset="-120"/>
              </a:rPr>
              <a:t>http://sch00l-portal-login.net/verify</a:t>
            </a:r>
            <a:endParaRPr lang="en-US" sz="1300" dirty="0"/>
          </a:p>
        </p:txBody>
      </p:sp>
      <p:sp>
        <p:nvSpPr>
          <p:cNvPr id="24" name="Link - Answer A">
            <a:hlinkClick r:id="rId13" action="ppaction://hlinksldjump" highlightClick="1"/>
          </p:cNvPr>
          <p:cNvSpPr txBox="1"/>
          <p:nvPr/>
        </p:nvSpPr>
        <p:spPr>
          <a:xfrm>
            <a:off x="7818120" y="342900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LEGIT</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Safe to open</a:t>
            </a:r>
            <a:endParaRPr lang="en-US" sz="1800" dirty="0"/>
          </a:p>
        </p:txBody>
      </p:sp>
      <p:sp>
        <p:nvSpPr>
          <p:cNvPr id="25" name="Link - Answer A badge">
            <a:hlinkClick r:id="rId13" action="ppaction://hlinksldjump" highlightClick="1"/>
          </p:cNvPr>
          <p:cNvSpPr txBox="1"/>
          <p:nvPr/>
        </p:nvSpPr>
        <p:spPr>
          <a:xfrm>
            <a:off x="801928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6" name="Link - Answer B">
            <a:hlinkClick r:id="rId14" action="ppaction://hlinksldjump" highlightClick="1"/>
          </p:cNvPr>
          <p:cNvSpPr txBox="1"/>
          <p:nvPr/>
        </p:nvSpPr>
        <p:spPr>
          <a:xfrm>
            <a:off x="7818120" y="4892040"/>
            <a:ext cx="3913632" cy="1325880"/>
          </a:xfrm>
          <a:prstGeom prst="roundRect">
            <a:avLst>
              <a:gd name="adj" fmla="val 6897"/>
            </a:avLst>
          </a:prstGeom>
          <a:solidFill>
            <a:srgbClr val="1A2353"/>
          </a:solidFill>
          <a:ln w="22225">
            <a:solidFill>
              <a:srgbClr val="FF7A45"/>
            </a:solidFill>
          </a:ln>
        </p:spPr>
        <p:txBody>
          <a:bodyPr wrap="square" lIns="863600" tIns="50800" rIns="127000" bIns="50800" rtlCol="0" anchor="ctr"/>
          <a:lstStyle/>
          <a:p>
            <a:pPr algn="l" indent="0" marL="0">
              <a:buNone/>
            </a:pPr>
            <a:r>
              <a:rPr lang="en-US" sz="2200" dirty="0">
                <a:solidFill>
                  <a:srgbClr val="EAF2FF"/>
                </a:solidFill>
                <a:latin typeface="Arial Black" pitchFamily="34" charset="0"/>
                <a:ea typeface="Arial Black" pitchFamily="34" charset="-122"/>
                <a:cs typeface="Arial Black" pitchFamily="34" charset="-120"/>
              </a:rPr>
              <a:t>PHISHING</a:t>
            </a:r>
            <a:endParaRPr lang="en-US" sz="1800" dirty="0"/>
          </a:p>
          <a:p>
            <a:pPr algn="l" indent="0" marL="0">
              <a:buNone/>
            </a:pPr>
            <a:r>
              <a:rPr lang="en-US" sz="1500" dirty="0">
                <a:solidFill>
                  <a:srgbClr val="9AA6D9"/>
                </a:solidFill>
                <a:latin typeface="Calibri" pitchFamily="34" charset="0"/>
                <a:ea typeface="Calibri" pitchFamily="34" charset="-122"/>
                <a:cs typeface="Calibri" pitchFamily="34" charset="-120"/>
              </a:rPr>
              <a:t>It's a trap!</a:t>
            </a:r>
            <a:endParaRPr lang="en-US" sz="1800" dirty="0"/>
          </a:p>
        </p:txBody>
      </p:sp>
      <p:sp>
        <p:nvSpPr>
          <p:cNvPr id="27" name="Link - Answer B badge">
            <a:hlinkClick r:id="rId14" action="ppaction://hlinksldjump" highlightClick="1"/>
          </p:cNvPr>
          <p:cNvSpPr txBox="1"/>
          <p:nvPr/>
        </p:nvSpPr>
        <p:spPr>
          <a:xfrm>
            <a:off x="8019288" y="528066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Tree>
  </p:cSld>
  <p:clrMapOvr>
    <a:masterClrMapping/>
  </p:clrMapOvr>
  <p:transition spd="med" advClick="0">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PHISHING</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Red flags: an urgent threat, a fake address that uses zeros ('sch00l'), and a request for your password. Real school admins never ask for your password by email. Report it and delete it.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PHISHING</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Red flags: an urgent threat, a fake address that uses zeros ('sch00l'), and a request for your password. Real school admins never ask for your password by email. Report it and delete it.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B. PHISHING</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Red flags: an urgent threat, a fake address that uses zeros ('sch00l'), and a request for your password. Real school admins never ask for your password by email. Report it and delete it.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"Did you even read the question?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Look closely at the sender's address, and at what the message asks you to type.</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"That shield is now MY shield. Hehehe!"</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Look closely at the sender's address, and at what the message asks you to type.</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To lock the Fortress gate, Kai must choose a password. Which one is the STRONGEST?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juan2008</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password123</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Bl@ckC4t!Rides#Jeep9</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12345678</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To lock the Fortress gate, Kai must choose a password. Which one is the STRONGEST?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juan2008</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password123</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Bl@ckC4t!Rides#Jeep9</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12345678</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To lock the Fortress gate, Kai must choose a password. Which one is the STRONGEST?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juan2008</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password123</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Bl@ckC4t!Rides#Jeep9</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b="1" dirty="0">
                <a:solidFill>
                  <a:srgbClr val="EAF2FF"/>
                </a:solidFill>
                <a:latin typeface="Courier New" pitchFamily="34" charset="0"/>
                <a:ea typeface="Courier New" pitchFamily="34" charset="-122"/>
                <a:cs typeface="Courier New" pitchFamily="34" charset="-120"/>
              </a:rPr>
              <a:t>12345678</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Bl@ckC4t!Rides#Jeep9</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A strong password is long and mixes UPPERCASE and lowercase letters, numbers, and symbols. It also avoids names, birthdays, and common words that hackers guess first.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Bl@ckC4t!Rides#Jeep9</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A strong password is long and mixes UPPERCASE and lowercase letters, numbers, and symbols. It also avoids names, birthdays, and common words that hackers guess first.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Bl@ckC4t!Rides#Jeep9</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A strong password is long and mixes UPPERCASE and lowercase letters, numbers, and symbols. It also avoids names, birthdays, and common words that hackers guess first.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"Hehehe! Wrong answer. Say goodbye to a shield!"</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Longer + more kinds of characters = much harder to crack.</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"Did you even read the question?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Longer + more kinds of characters = much harder to crack.</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A 'FREE Game Hack' download looks useful, but it secretly opens a backdoor for hackers. What type of malware is it?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Worm</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Spyware</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Trojan</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Adware</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A 'FREE Game Hack' download looks useful, but it secretly opens a backdoor for hackers. What type of malware is it?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Worm</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Spyware</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Trojan</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Adware</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F7A45"/>
            </a:solidFill>
            <a:prstDash val="solid"/>
          </a:ln>
          <a:effectLst>
            <a:outerShdw sx="100000" sy="100000" kx="0" ky="0" algn="bl" rotWithShape="0" blurRad="203200" dist="50800" dir="5400000">
              <a:srgbClr val="FF7A4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A 'FREE Game Hack' download looks useful, but it secretly opens a backdoor for hackers. What type of malware is it?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Worm</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Spyware</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Trojan</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F7A45"/>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Adware</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F7A45"/>
          </a:solidFill>
          <a:ln w="12700">
            <a:solidFill>
              <a:srgbClr val="FF7A4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Trojan</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A Trojan pretends to be useful software but hides something harmful, just like the wooden horse in the Greek legend. Worms spread by themselves, spyware secretly watches you, and adware floods you with ads.</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2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8</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Trojan</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A Trojan pretends to be useful software but hides something harmful, just like the wooden horse in the Greek legend. Worms spread by themselves, spyware secretly watches you, and adware floods you with ads.</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2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8</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Trojan</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A Trojan pretends to be useful software but hides something harmful, just like the wooden horse in the Greek legend. Worms spread by themselves, spyware secretly watches you, and adware floods you with ads.</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2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8</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"ERROR 404: Correct answer not found!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Remember the legend of the giant wooden horse at the gates of Troy.</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F7A45"/>
                </a:solidFill>
                <a:latin typeface="Courier New" pitchFamily="34" charset="0"/>
                <a:ea typeface="Courier New" pitchFamily="34" charset="-122"/>
                <a:cs typeface="Courier New" pitchFamily="34" charset="-120"/>
              </a:rPr>
              <a:t>&gt; SECTOR 02 // FIREWALL FORTRESS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_empty.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"Hehehe! Wrong answer. Say goodbye to a shield!"</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Remember the legend of the giant wooden horse at the gates of Troy.</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ENTERING SECTOR 03</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A98BFF"/>
            </a:solidFill>
            <a:prstDash val="solid"/>
          </a:ln>
          <a:effectLst>
            <a:outerShdw sx="100000" sy="100000" kx="0" ky="0" algn="bl" rotWithShape="0" blurRad="152400" dist="50800" dir="5400000">
              <a:srgbClr val="A98BFF">
                <a:alpha val="45000"/>
              </a:srgbClr>
            </a:outerShdw>
          </a:effectLst>
        </p:spPr>
      </p:sp>
      <p:pic>
        <p:nvPicPr>
          <p:cNvPr id="14" name="Image 7" descr="/tmp/claude-0/-home-user-ashton212123/6ae88841-e158-5430-ba3a-d930461fce9f/scratchpad/build/assets/icons/FaFolderOpen_A98BFF.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A98BFF"/>
                </a:solidFill>
                <a:latin typeface="Courier New" pitchFamily="34" charset="0"/>
                <a:ea typeface="Courier New" pitchFamily="34" charset="-122"/>
                <a:cs typeface="Courier New" pitchFamily="34" charset="-120"/>
              </a:rPr>
              <a:t>SECTOR 03</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OFFICE ARCHIVES</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Productivity Tools (Word, Excel, PowerPoint)</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Endless shelves of documents, spreadsheets, and slides. The Archivist only opens the vault for true productivity masters. Prove your skills to earn the third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1A2353"/>
          </a:solidFill>
          <a:ln w="31750">
            <a:solidFill>
              <a:srgbClr val="A98BFF"/>
            </a:solidFill>
            <a:prstDash val="solid"/>
          </a:ln>
          <a:effectLst>
            <a:outerShdw sx="100000" sy="100000" kx="0" ky="0" algn="bl" rotWithShape="0" blurRad="152400" dist="50800" dir="5400000">
              <a:srgbClr val="A98BFF">
                <a:alpha val="45000"/>
              </a:srgbClr>
            </a:outerShdw>
          </a:effectLst>
        </p:spPr>
      </p:sp>
      <p:pic>
        <p:nvPicPr>
          <p:cNvPr id="31" name="Image 11" descr="/tmp/claude-0/-home-user-ashton212123/6ae88841-e158-5430-ba3a-d930461fce9f/scratchpad/build/assets/icons/FaFolderOpen_A98BFF.png">    </p:cNvPr>
          <p:cNvPicPr>
            <a:picLocks noChangeAspect="1"/>
          </p:cNvPicPr>
          <p:nvPr/>
        </p:nvPicPr>
        <p:blipFill>
          <a:blip r:embed="rId12"/>
          <a:stretch>
            <a:fillRect/>
          </a:stretch>
        </p:blipFill>
        <p:spPr>
          <a:xfrm>
            <a:off x="3999586" y="5343754"/>
            <a:ext cx="340157" cy="340157"/>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A98BFF"/>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A98BFF"/>
          </a:solidFill>
          <a:ln w="25400">
            <a:solidFill>
              <a:srgbClr val="A98BFF"/>
            </a:solidFill>
          </a:ln>
          <a:effectLst>
            <a:outerShdw sx="100000" sy="100000" kx="0" ky="0" algn="bl" rotWithShape="0" blurRad="177800" dist="50800" dir="5400000">
              <a:srgbClr val="A98BFF">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ENTERING SECTOR 03</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A98BFF"/>
            </a:solidFill>
            <a:prstDash val="solid"/>
          </a:ln>
          <a:effectLst>
            <a:outerShdw sx="100000" sy="100000" kx="0" ky="0" algn="bl" rotWithShape="0" blurRad="152400" dist="50800" dir="5400000">
              <a:srgbClr val="A98BFF">
                <a:alpha val="45000"/>
              </a:srgbClr>
            </a:outerShdw>
          </a:effectLst>
        </p:spPr>
      </p:sp>
      <p:pic>
        <p:nvPicPr>
          <p:cNvPr id="14" name="Image 7" descr="/tmp/claude-0/-home-user-ashton212123/6ae88841-e158-5430-ba3a-d930461fce9f/scratchpad/build/assets/icons/FaFolderOpen_A98BFF.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A98BFF"/>
                </a:solidFill>
                <a:latin typeface="Courier New" pitchFamily="34" charset="0"/>
                <a:ea typeface="Courier New" pitchFamily="34" charset="-122"/>
                <a:cs typeface="Courier New" pitchFamily="34" charset="-120"/>
              </a:rPr>
              <a:t>SECTOR 03</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OFFICE ARCHIVES</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Productivity Tools (Word, Excel, PowerPoint)</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Endless shelves of documents, spreadsheets, and slides. The Archivist only opens the vault for true productivity masters. Prove your skills to earn the third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1A2353"/>
          </a:solidFill>
          <a:ln w="31750">
            <a:solidFill>
              <a:srgbClr val="A98BFF"/>
            </a:solidFill>
            <a:prstDash val="solid"/>
          </a:ln>
          <a:effectLst>
            <a:outerShdw sx="100000" sy="100000" kx="0" ky="0" algn="bl" rotWithShape="0" blurRad="152400" dist="50800" dir="5400000">
              <a:srgbClr val="A98BFF">
                <a:alpha val="45000"/>
              </a:srgbClr>
            </a:outerShdw>
          </a:effectLst>
        </p:spPr>
      </p:sp>
      <p:pic>
        <p:nvPicPr>
          <p:cNvPr id="31" name="Image 11" descr="/tmp/claude-0/-home-user-ashton212123/6ae88841-e158-5430-ba3a-d930461fce9f/scratchpad/build/assets/icons/FaFolderOpen_A98BFF.png">    </p:cNvPr>
          <p:cNvPicPr>
            <a:picLocks noChangeAspect="1"/>
          </p:cNvPicPr>
          <p:nvPr/>
        </p:nvPicPr>
        <p:blipFill>
          <a:blip r:embed="rId12"/>
          <a:stretch>
            <a:fillRect/>
          </a:stretch>
        </p:blipFill>
        <p:spPr>
          <a:xfrm>
            <a:off x="3999586" y="5343754"/>
            <a:ext cx="340157" cy="340157"/>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A98BFF"/>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A98BFF"/>
          </a:solidFill>
          <a:ln w="25400">
            <a:solidFill>
              <a:srgbClr val="A98BFF"/>
            </a:solidFill>
          </a:ln>
          <a:effectLst>
            <a:outerShdw sx="100000" sy="100000" kx="0" ky="0" algn="bl" rotWithShape="0" blurRad="177800" dist="50800" dir="5400000">
              <a:srgbClr val="A98BFF">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ENTERING SECTOR 03</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A98BFF"/>
            </a:solidFill>
            <a:prstDash val="solid"/>
          </a:ln>
          <a:effectLst>
            <a:outerShdw sx="100000" sy="100000" kx="0" ky="0" algn="bl" rotWithShape="0" blurRad="152400" dist="50800" dir="5400000">
              <a:srgbClr val="A98BFF">
                <a:alpha val="45000"/>
              </a:srgbClr>
            </a:outerShdw>
          </a:effectLst>
        </p:spPr>
      </p:sp>
      <p:pic>
        <p:nvPicPr>
          <p:cNvPr id="14" name="Image 7" descr="/tmp/claude-0/-home-user-ashton212123/6ae88841-e158-5430-ba3a-d930461fce9f/scratchpad/build/assets/icons/FaFolderOpen_A98BFF.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A98BFF"/>
                </a:solidFill>
                <a:latin typeface="Courier New" pitchFamily="34" charset="0"/>
                <a:ea typeface="Courier New" pitchFamily="34" charset="-122"/>
                <a:cs typeface="Courier New" pitchFamily="34" charset="-120"/>
              </a:rPr>
              <a:t>SECTOR 03</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OFFICE ARCHIVES</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Productivity Tools (Word, Excel, PowerPoint)</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Endless shelves of documents, spreadsheets, and slides. The Archivist only opens the vault for true productivity masters. Prove your skills to earn the third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1A2353"/>
          </a:solidFill>
          <a:ln w="31750">
            <a:solidFill>
              <a:srgbClr val="A98BFF"/>
            </a:solidFill>
            <a:prstDash val="solid"/>
          </a:ln>
          <a:effectLst>
            <a:outerShdw sx="100000" sy="100000" kx="0" ky="0" algn="bl" rotWithShape="0" blurRad="152400" dist="50800" dir="5400000">
              <a:srgbClr val="A98BFF">
                <a:alpha val="45000"/>
              </a:srgbClr>
            </a:outerShdw>
          </a:effectLst>
        </p:spPr>
      </p:sp>
      <p:pic>
        <p:nvPicPr>
          <p:cNvPr id="31" name="Image 11" descr="/tmp/claude-0/-home-user-ashton212123/6ae88841-e158-5430-ba3a-d930461fce9f/scratchpad/build/assets/icons/FaFolderOpen_A98BFF.png">    </p:cNvPr>
          <p:cNvPicPr>
            <a:picLocks noChangeAspect="1"/>
          </p:cNvPicPr>
          <p:nvPr/>
        </p:nvPicPr>
        <p:blipFill>
          <a:blip r:embed="rId12"/>
          <a:stretch>
            <a:fillRect/>
          </a:stretch>
        </p:blipFill>
        <p:spPr>
          <a:xfrm>
            <a:off x="3999586" y="5343754"/>
            <a:ext cx="340157" cy="340157"/>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A98BFF"/>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1A2353"/>
          </a:solidFill>
          <a:ln w="25400">
            <a:solidFill>
              <a:srgbClr val="3A4370"/>
            </a:solidFill>
            <a:prstDash val="solid"/>
          </a:ln>
        </p:spPr>
      </p:sp>
      <p:pic>
        <p:nvPicPr>
          <p:cNvPr id="34" name="Image 12" descr="/tmp/claude-0/-home-user-ashton212123/6ae88841-e158-5430-ba3a-d930461fce9f/scratchpad/build/assets/icons/FaLock_5A6494.png">    </p:cNvPr>
          <p:cNvPicPr>
            <a:picLocks noChangeAspect="1"/>
          </p:cNvPicPr>
          <p:nvPr/>
        </p:nvPicPr>
        <p:blipFill>
          <a:blip r:embed="rId13"/>
          <a:stretch>
            <a:fillRect/>
          </a:stretch>
        </p:blipFill>
        <p:spPr>
          <a:xfrm>
            <a:off x="5633801" y="5377769"/>
            <a:ext cx="272125" cy="272125"/>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A98BFF"/>
          </a:solidFill>
          <a:ln w="25400">
            <a:solidFill>
              <a:srgbClr val="A98BFF"/>
            </a:solidFill>
          </a:ln>
          <a:effectLst>
            <a:outerShdw sx="100000" sy="100000" kx="0" ky="0" algn="bl" rotWithShape="0" blurRad="177800" dist="50800" dir="5400000">
              <a:srgbClr val="A98BFF">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The principal needs 300 invitation letters, each with a different parent's name and address. Which MS Word feature creates them all automatically?</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Track Changes</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WordArt</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Mail Merge</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Page Break</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The principal needs 300 invitation letters, each with a different parent's name and address. Which MS Word feature creates them all automatically?</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Track Changes</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WordArt</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Mail Merge</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Page Break</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The principal needs 300 invitation letters, each with a different parent's name and address. Which MS Word feature creates them all automatically?</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Track Changes</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WordArt</a:t>
            </a:r>
            <a:endParaRPr lang="en-US" sz="18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Mail Merge</a:t>
            </a:r>
            <a:endParaRPr lang="en-US" sz="18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Page Break</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Mail Merge</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Mail Merge combines one main document with a data source (like an Excel list of names) to produce personalized copies of letters, envelopes, labels, or certificates in seconds.</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Mail Merge</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Mail Merge combines one main document with a data source (like an Excel list of names) to produce personalized copies of letters, envelopes, labels, or certificates in seconds.</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C. Mail Merge</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Mail Merge combines one main document with a data source (like an Excel list of names) to produce personalized copies of letters, envelopes, labels, or certificates in seconds.</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You MERGE one letter with a whole list of names.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"ERROR 404: Correct answer not found!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You MERGE one letter with a whole list of names.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The vault opens with the TOTAL of cells B2 to B6. Which Excel formula is correct?</a:t>
            </a:r>
            <a:endParaRPr lang="en-US" sz="22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7200" y="3429000"/>
          <a:ext cx="4480560" cy="914400"/>
        </p:xfrm>
        <a:graphic>
          <a:graphicData uri="http://schemas.openxmlformats.org/drawingml/2006/table">
            <a:tbl>
              <a:tblPr/>
              <a:tblGrid>
                <a:gridCol w="548640"/>
                <a:gridCol w="2148840"/>
                <a:gridCol w="1783080"/>
              </a:tblGrid>
              <a:tr h="338328">
                <a:tc>
                  <a:txBody>
                    <a:bodyPr/>
                    <a:lstStyle/>
                    <a:p>
                      <a:pPr indent="0" marL="0">
                        <a:buNone/>
                      </a:pP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A</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B</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1</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A98BFF"/>
                          </a:solidFill>
                          <a:latin typeface="Courier New" pitchFamily="34" charset="0"/>
                          <a:ea typeface="Courier New" pitchFamily="34" charset="-122"/>
                          <a:cs typeface="Courier New" pitchFamily="34" charset="-120"/>
                        </a:rPr>
                        <a:t>ITEM</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A98BFF"/>
                          </a:solidFill>
                          <a:latin typeface="Courier New" pitchFamily="34" charset="0"/>
                          <a:ea typeface="Courier New" pitchFamily="34" charset="-122"/>
                          <a:cs typeface="Courier New" pitchFamily="34" charset="-120"/>
                        </a:rPr>
                        <a:t>AMOUNT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2</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Mouse</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350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3</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Keyboard</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500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4</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Headset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900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USB Drive</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250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6</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Webcam</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1,200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7</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EAF2FF"/>
                          </a:solidFill>
                          <a:latin typeface="Courier New" pitchFamily="34" charset="0"/>
                          <a:ea typeface="Courier New" pitchFamily="34" charset="-122"/>
                          <a:cs typeface="Courier New" pitchFamily="34" charset="-120"/>
                        </a:rPr>
                        <a:t>TOTAL</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0A0F24"/>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FFC233"/>
                    </a:solidFill>
                  </a:tcPr>
                </a:tc>
              </a:tr>
            </a:tbl>
          </a:graphicData>
        </a:graphic>
      </p:graphicFrame>
      <p:sp>
        <p:nvSpPr>
          <p:cNvPr id="18" name="Link - Answer A">
            <a:hlinkClick r:id="rId12" action="ppaction://hlinksldjump" highlightClick="1"/>
          </p:cNvPr>
          <p:cNvSpPr txBox="1"/>
          <p:nvPr/>
        </p:nvSpPr>
        <p:spPr>
          <a:xfrm>
            <a:off x="5257800" y="3429000"/>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=SUM(B2:B6)</a:t>
            </a:r>
            <a:endParaRPr lang="en-US" sz="2000" dirty="0"/>
          </a:p>
        </p:txBody>
      </p:sp>
      <p:sp>
        <p:nvSpPr>
          <p:cNvPr id="19" name="Link - Answer A badge">
            <a:hlinkClick r:id="rId12" action="ppaction://hlinksldjump" highlightClick="1"/>
          </p:cNvPr>
          <p:cNvSpPr txBox="1"/>
          <p:nvPr/>
        </p:nvSpPr>
        <p:spPr>
          <a:xfrm>
            <a:off x="5458968" y="3502152"/>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0" name="Link - Answer B">
            <a:hlinkClick r:id="rId13" action="ppaction://hlinksldjump" highlightClick="1"/>
          </p:cNvPr>
          <p:cNvSpPr txBox="1"/>
          <p:nvPr/>
        </p:nvSpPr>
        <p:spPr>
          <a:xfrm>
            <a:off x="5257800" y="4133088"/>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=ADD(B2-B6)</a:t>
            </a:r>
            <a:endParaRPr lang="en-US" sz="2000" dirty="0"/>
          </a:p>
        </p:txBody>
      </p:sp>
      <p:sp>
        <p:nvSpPr>
          <p:cNvPr id="21" name="Link - Answer B badge">
            <a:hlinkClick r:id="rId13" action="ppaction://hlinksldjump" highlightClick="1"/>
          </p:cNvPr>
          <p:cNvSpPr txBox="1"/>
          <p:nvPr/>
        </p:nvSpPr>
        <p:spPr>
          <a:xfrm>
            <a:off x="5458968" y="4206240"/>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2" name="Link - Answer C">
            <a:hlinkClick r:id="rId13" action="ppaction://hlinksldjump" highlightClick="1"/>
          </p:cNvPr>
          <p:cNvSpPr txBox="1"/>
          <p:nvPr/>
        </p:nvSpPr>
        <p:spPr>
          <a:xfrm>
            <a:off x="5257800" y="4837176"/>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SUM(B2,B6)</a:t>
            </a:r>
            <a:endParaRPr lang="en-US" sz="2000" dirty="0"/>
          </a:p>
        </p:txBody>
      </p:sp>
      <p:sp>
        <p:nvSpPr>
          <p:cNvPr id="23" name="Link - Answer C badge">
            <a:hlinkClick r:id="rId13" action="ppaction://hlinksldjump" highlightClick="1"/>
          </p:cNvPr>
          <p:cNvSpPr txBox="1"/>
          <p:nvPr/>
        </p:nvSpPr>
        <p:spPr>
          <a:xfrm>
            <a:off x="5458968" y="4910328"/>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4" name="Link - Answer D">
            <a:hlinkClick r:id="rId13" action="ppaction://hlinksldjump" highlightClick="1"/>
          </p:cNvPr>
          <p:cNvSpPr txBox="1"/>
          <p:nvPr/>
        </p:nvSpPr>
        <p:spPr>
          <a:xfrm>
            <a:off x="5257800" y="5541264"/>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=TOTAL(B2:B6)</a:t>
            </a:r>
            <a:endParaRPr lang="en-US" sz="2000" dirty="0"/>
          </a:p>
        </p:txBody>
      </p:sp>
      <p:sp>
        <p:nvSpPr>
          <p:cNvPr id="25" name="Link - Answer D badge">
            <a:hlinkClick r:id="rId13" action="ppaction://hlinksldjump" highlightClick="1"/>
          </p:cNvPr>
          <p:cNvSpPr txBox="1"/>
          <p:nvPr/>
        </p:nvSpPr>
        <p:spPr>
          <a:xfrm>
            <a:off x="5458968" y="5614416"/>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The vault opens with the TOTAL of cells B2 to B6. Which Excel formula is correct?</a:t>
            </a:r>
            <a:endParaRPr lang="en-US" sz="2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3429000"/>
          <a:ext cx="4480560" cy="914400"/>
        </p:xfrm>
        <a:graphic>
          <a:graphicData uri="http://schemas.openxmlformats.org/drawingml/2006/table">
            <a:tbl>
              <a:tblPr/>
              <a:tblGrid>
                <a:gridCol w="548640"/>
                <a:gridCol w="2148840"/>
                <a:gridCol w="1783080"/>
              </a:tblGrid>
              <a:tr h="338328">
                <a:tc>
                  <a:txBody>
                    <a:bodyPr/>
                    <a:lstStyle/>
                    <a:p>
                      <a:pPr indent="0" marL="0">
                        <a:buNone/>
                      </a:pP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A</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B</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1</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A98BFF"/>
                          </a:solidFill>
                          <a:latin typeface="Courier New" pitchFamily="34" charset="0"/>
                          <a:ea typeface="Courier New" pitchFamily="34" charset="-122"/>
                          <a:cs typeface="Courier New" pitchFamily="34" charset="-120"/>
                        </a:rPr>
                        <a:t>ITEM</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A98BFF"/>
                          </a:solidFill>
                          <a:latin typeface="Courier New" pitchFamily="34" charset="0"/>
                          <a:ea typeface="Courier New" pitchFamily="34" charset="-122"/>
                          <a:cs typeface="Courier New" pitchFamily="34" charset="-120"/>
                        </a:rPr>
                        <a:t>AMOUNT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2</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Mouse</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350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3</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Keyboard</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500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4</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Headset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900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USB Drive</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250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6</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Webcam</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1,200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7</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EAF2FF"/>
                          </a:solidFill>
                          <a:latin typeface="Courier New" pitchFamily="34" charset="0"/>
                          <a:ea typeface="Courier New" pitchFamily="34" charset="-122"/>
                          <a:cs typeface="Courier New" pitchFamily="34" charset="-120"/>
                        </a:rPr>
                        <a:t>TOTAL</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0A0F24"/>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FFC233"/>
                    </a:solidFill>
                  </a:tcPr>
                </a:tc>
              </a:tr>
            </a:tbl>
          </a:graphicData>
        </a:graphic>
      </p:graphicFrame>
      <p:sp>
        <p:nvSpPr>
          <p:cNvPr id="18" name="Link - Answer A">
            <a:hlinkClick r:id="rId12" action="ppaction://hlinksldjump" highlightClick="1"/>
          </p:cNvPr>
          <p:cNvSpPr txBox="1"/>
          <p:nvPr/>
        </p:nvSpPr>
        <p:spPr>
          <a:xfrm>
            <a:off x="5257800" y="3429000"/>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=SUM(B2:B6)</a:t>
            </a:r>
            <a:endParaRPr lang="en-US" sz="2000" dirty="0"/>
          </a:p>
        </p:txBody>
      </p:sp>
      <p:sp>
        <p:nvSpPr>
          <p:cNvPr id="19" name="Link - Answer A badge">
            <a:hlinkClick r:id="rId12" action="ppaction://hlinksldjump" highlightClick="1"/>
          </p:cNvPr>
          <p:cNvSpPr txBox="1"/>
          <p:nvPr/>
        </p:nvSpPr>
        <p:spPr>
          <a:xfrm>
            <a:off x="5458968" y="3502152"/>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0" name="Link - Answer B">
            <a:hlinkClick r:id="rId13" action="ppaction://hlinksldjump" highlightClick="1"/>
          </p:cNvPr>
          <p:cNvSpPr txBox="1"/>
          <p:nvPr/>
        </p:nvSpPr>
        <p:spPr>
          <a:xfrm>
            <a:off x="5257800" y="4133088"/>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=ADD(B2-B6)</a:t>
            </a:r>
            <a:endParaRPr lang="en-US" sz="2000" dirty="0"/>
          </a:p>
        </p:txBody>
      </p:sp>
      <p:sp>
        <p:nvSpPr>
          <p:cNvPr id="21" name="Link - Answer B badge">
            <a:hlinkClick r:id="rId13" action="ppaction://hlinksldjump" highlightClick="1"/>
          </p:cNvPr>
          <p:cNvSpPr txBox="1"/>
          <p:nvPr/>
        </p:nvSpPr>
        <p:spPr>
          <a:xfrm>
            <a:off x="5458968" y="4206240"/>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2" name="Link - Answer C">
            <a:hlinkClick r:id="rId13" action="ppaction://hlinksldjump" highlightClick="1"/>
          </p:cNvPr>
          <p:cNvSpPr txBox="1"/>
          <p:nvPr/>
        </p:nvSpPr>
        <p:spPr>
          <a:xfrm>
            <a:off x="5257800" y="4837176"/>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SUM(B2,B6)</a:t>
            </a:r>
            <a:endParaRPr lang="en-US" sz="2000" dirty="0"/>
          </a:p>
        </p:txBody>
      </p:sp>
      <p:sp>
        <p:nvSpPr>
          <p:cNvPr id="23" name="Link - Answer C badge">
            <a:hlinkClick r:id="rId13" action="ppaction://hlinksldjump" highlightClick="1"/>
          </p:cNvPr>
          <p:cNvSpPr txBox="1"/>
          <p:nvPr/>
        </p:nvSpPr>
        <p:spPr>
          <a:xfrm>
            <a:off x="5458968" y="4910328"/>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4" name="Link - Answer D">
            <a:hlinkClick r:id="rId13" action="ppaction://hlinksldjump" highlightClick="1"/>
          </p:cNvPr>
          <p:cNvSpPr txBox="1"/>
          <p:nvPr/>
        </p:nvSpPr>
        <p:spPr>
          <a:xfrm>
            <a:off x="5257800" y="5541264"/>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=TOTAL(B2:B6)</a:t>
            </a:r>
            <a:endParaRPr lang="en-US" sz="2000" dirty="0"/>
          </a:p>
        </p:txBody>
      </p:sp>
      <p:sp>
        <p:nvSpPr>
          <p:cNvPr id="25" name="Link - Answer D badge">
            <a:hlinkClick r:id="rId13" action="ppaction://hlinksldjump" highlightClick="1"/>
          </p:cNvPr>
          <p:cNvSpPr txBox="1"/>
          <p:nvPr/>
        </p:nvSpPr>
        <p:spPr>
          <a:xfrm>
            <a:off x="5458968" y="5614416"/>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The vault opens with the TOTAL of cells B2 to B6. Which Excel formula is correct?</a:t>
            </a:r>
            <a:endParaRPr lang="en-US" sz="22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7200" y="3429000"/>
          <a:ext cx="4480560" cy="914400"/>
        </p:xfrm>
        <a:graphic>
          <a:graphicData uri="http://schemas.openxmlformats.org/drawingml/2006/table">
            <a:tbl>
              <a:tblPr/>
              <a:tblGrid>
                <a:gridCol w="548640"/>
                <a:gridCol w="2148840"/>
                <a:gridCol w="1783080"/>
              </a:tblGrid>
              <a:tr h="338328">
                <a:tc>
                  <a:txBody>
                    <a:bodyPr/>
                    <a:lstStyle/>
                    <a:p>
                      <a:pPr indent="0" marL="0">
                        <a:buNone/>
                      </a:pP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A</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B</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1</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A98BFF"/>
                          </a:solidFill>
                          <a:latin typeface="Courier New" pitchFamily="34" charset="0"/>
                          <a:ea typeface="Courier New" pitchFamily="34" charset="-122"/>
                          <a:cs typeface="Courier New" pitchFamily="34" charset="-120"/>
                        </a:rPr>
                        <a:t>ITEM</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A98BFF"/>
                          </a:solidFill>
                          <a:latin typeface="Courier New" pitchFamily="34" charset="0"/>
                          <a:ea typeface="Courier New" pitchFamily="34" charset="-122"/>
                          <a:cs typeface="Courier New" pitchFamily="34" charset="-120"/>
                        </a:rPr>
                        <a:t>AMOUNT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2</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Mouse</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350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3</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Keyboard</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500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4</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Headset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900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5</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USB Drive</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250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6</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dirty="0">
                          <a:solidFill>
                            <a:srgbClr val="EAF2FF"/>
                          </a:solidFill>
                          <a:latin typeface="Courier New" pitchFamily="34" charset="0"/>
                          <a:ea typeface="Courier New" pitchFamily="34" charset="-122"/>
                          <a:cs typeface="Courier New" pitchFamily="34" charset="-120"/>
                        </a:rPr>
                        <a:t>Webcam</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dirty="0">
                          <a:solidFill>
                            <a:srgbClr val="EAF2FF"/>
                          </a:solidFill>
                          <a:latin typeface="Courier New" pitchFamily="34" charset="0"/>
                          <a:ea typeface="Courier New" pitchFamily="34" charset="-122"/>
                          <a:cs typeface="Courier New" pitchFamily="34" charset="-120"/>
                        </a:rPr>
                        <a:t>1,200</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r>
              <a:tr h="338328">
                <a:tc>
                  <a:txBody>
                    <a:bodyPr/>
                    <a:lstStyle/>
                    <a:p>
                      <a:pPr algn="ctr" indent="0" marL="0">
                        <a:buNone/>
                      </a:pPr>
                      <a:r>
                        <a:rPr lang="en-US" sz="1300" dirty="0">
                          <a:solidFill>
                            <a:srgbClr val="9AA6D9"/>
                          </a:solidFill>
                          <a:latin typeface="Courier New" pitchFamily="34" charset="0"/>
                          <a:ea typeface="Courier New" pitchFamily="34" charset="-122"/>
                          <a:cs typeface="Courier New" pitchFamily="34" charset="-120"/>
                        </a:rPr>
                        <a:t>7</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2A3366"/>
                    </a:solidFill>
                  </a:tcPr>
                </a:tc>
                <a:tc>
                  <a:txBody>
                    <a:bodyPr/>
                    <a:lstStyle/>
                    <a:p>
                      <a:pPr indent="0" marL="0">
                        <a:buNone/>
                      </a:pPr>
                      <a:r>
                        <a:rPr lang="en-US" sz="1300" b="1" dirty="0">
                          <a:solidFill>
                            <a:srgbClr val="EAF2FF"/>
                          </a:solidFill>
                          <a:latin typeface="Courier New" pitchFamily="34" charset="0"/>
                          <a:ea typeface="Courier New" pitchFamily="34" charset="-122"/>
                          <a:cs typeface="Courier New" pitchFamily="34" charset="-120"/>
                        </a:rPr>
                        <a:t>TOTAL</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0E1433"/>
                    </a:solidFill>
                  </a:tcPr>
                </a:tc>
                <a:tc>
                  <a:txBody>
                    <a:bodyPr/>
                    <a:lstStyle/>
                    <a:p>
                      <a:pPr algn="r" indent="0" marL="0">
                        <a:buNone/>
                      </a:pPr>
                      <a:r>
                        <a:rPr lang="en-US" sz="1300" b="1" dirty="0">
                          <a:solidFill>
                            <a:srgbClr val="0A0F24"/>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91440" marR="91440" marT="0" marB="0" anchor="ctr">
                    <a:lnL w="9525" cap="flat" cmpd="sng" algn="ctr">
                      <a:solidFill>
                        <a:srgbClr val="3A4370"/>
                      </a:solidFill>
                      <a:prstDash val="solid"/>
                      <a:round/>
                      <a:headEnd type="none" w="med" len="med"/>
                      <a:tailEnd type="none" w="med" len="med"/>
                    </a:lnL>
                    <a:lnR w="9525" cap="flat" cmpd="sng" algn="ctr">
                      <a:solidFill>
                        <a:srgbClr val="3A4370"/>
                      </a:solidFill>
                      <a:prstDash val="solid"/>
                      <a:round/>
                      <a:headEnd type="none" w="med" len="med"/>
                      <a:tailEnd type="none" w="med" len="med"/>
                    </a:lnR>
                    <a:lnT w="9525" cap="flat" cmpd="sng" algn="ctr">
                      <a:solidFill>
                        <a:srgbClr val="3A4370"/>
                      </a:solidFill>
                      <a:prstDash val="solid"/>
                      <a:round/>
                      <a:headEnd type="none" w="med" len="med"/>
                      <a:tailEnd type="none" w="med" len="med"/>
                    </a:lnT>
                    <a:lnB w="9525" cap="flat" cmpd="sng" algn="ctr">
                      <a:solidFill>
                        <a:srgbClr val="3A4370"/>
                      </a:solidFill>
                      <a:prstDash val="solid"/>
                      <a:round/>
                      <a:headEnd type="none" w="med" len="med"/>
                      <a:tailEnd type="none" w="med" len="med"/>
                    </a:lnB>
                    <a:solidFill>
                      <a:srgbClr val="FFC233"/>
                    </a:solidFill>
                  </a:tcPr>
                </a:tc>
              </a:tr>
            </a:tbl>
          </a:graphicData>
        </a:graphic>
      </p:graphicFrame>
      <p:sp>
        <p:nvSpPr>
          <p:cNvPr id="18" name="Link - Answer A">
            <a:hlinkClick r:id="rId12" action="ppaction://hlinksldjump" highlightClick="1"/>
          </p:cNvPr>
          <p:cNvSpPr txBox="1"/>
          <p:nvPr/>
        </p:nvSpPr>
        <p:spPr>
          <a:xfrm>
            <a:off x="5257800" y="3429000"/>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=SUM(B2:B6)</a:t>
            </a:r>
            <a:endParaRPr lang="en-US" sz="2000" dirty="0"/>
          </a:p>
        </p:txBody>
      </p:sp>
      <p:sp>
        <p:nvSpPr>
          <p:cNvPr id="19" name="Link - Answer A badge">
            <a:hlinkClick r:id="rId12" action="ppaction://hlinksldjump" highlightClick="1"/>
          </p:cNvPr>
          <p:cNvSpPr txBox="1"/>
          <p:nvPr/>
        </p:nvSpPr>
        <p:spPr>
          <a:xfrm>
            <a:off x="5458968" y="3502152"/>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0" name="Link - Answer B">
            <a:hlinkClick r:id="rId13" action="ppaction://hlinksldjump" highlightClick="1"/>
          </p:cNvPr>
          <p:cNvSpPr txBox="1"/>
          <p:nvPr/>
        </p:nvSpPr>
        <p:spPr>
          <a:xfrm>
            <a:off x="5257800" y="4133088"/>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=ADD(B2-B6)</a:t>
            </a:r>
            <a:endParaRPr lang="en-US" sz="2000" dirty="0"/>
          </a:p>
        </p:txBody>
      </p:sp>
      <p:sp>
        <p:nvSpPr>
          <p:cNvPr id="21" name="Link - Answer B badge">
            <a:hlinkClick r:id="rId13" action="ppaction://hlinksldjump" highlightClick="1"/>
          </p:cNvPr>
          <p:cNvSpPr txBox="1"/>
          <p:nvPr/>
        </p:nvSpPr>
        <p:spPr>
          <a:xfrm>
            <a:off x="5458968" y="4206240"/>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2" name="Link - Answer C">
            <a:hlinkClick r:id="rId13" action="ppaction://hlinksldjump" highlightClick="1"/>
          </p:cNvPr>
          <p:cNvSpPr txBox="1"/>
          <p:nvPr/>
        </p:nvSpPr>
        <p:spPr>
          <a:xfrm>
            <a:off x="5257800" y="4837176"/>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SUM(B2,B6)</a:t>
            </a:r>
            <a:endParaRPr lang="en-US" sz="2000" dirty="0"/>
          </a:p>
        </p:txBody>
      </p:sp>
      <p:sp>
        <p:nvSpPr>
          <p:cNvPr id="23" name="Link - Answer C badge">
            <a:hlinkClick r:id="rId13" action="ppaction://hlinksldjump" highlightClick="1"/>
          </p:cNvPr>
          <p:cNvSpPr txBox="1"/>
          <p:nvPr/>
        </p:nvSpPr>
        <p:spPr>
          <a:xfrm>
            <a:off x="5458968" y="4910328"/>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4" name="Link - Answer D">
            <a:hlinkClick r:id="rId13" action="ppaction://hlinksldjump" highlightClick="1"/>
          </p:cNvPr>
          <p:cNvSpPr txBox="1"/>
          <p:nvPr/>
        </p:nvSpPr>
        <p:spPr>
          <a:xfrm>
            <a:off x="5257800" y="5541264"/>
            <a:ext cx="6473952" cy="603504"/>
          </a:xfrm>
          <a:prstGeom prst="roundRect">
            <a:avLst>
              <a:gd name="adj" fmla="val 15152"/>
            </a:avLst>
          </a:prstGeom>
          <a:solidFill>
            <a:srgbClr val="1A2353"/>
          </a:solidFill>
          <a:ln w="22225">
            <a:solidFill>
              <a:srgbClr val="A98BFF"/>
            </a:solidFill>
          </a:ln>
        </p:spPr>
        <p:txBody>
          <a:bodyPr wrap="square" lIns="863600" tIns="50800" rIns="127000" bIns="50800" rtlCol="0" anchor="ctr"/>
          <a:lstStyle/>
          <a:p>
            <a:pPr algn="l" indent="0" marL="0">
              <a:buNone/>
            </a:pPr>
            <a:r>
              <a:rPr lang="en-US" sz="2000" b="1" dirty="0">
                <a:solidFill>
                  <a:srgbClr val="EAF2FF"/>
                </a:solidFill>
                <a:latin typeface="Courier New" pitchFamily="34" charset="0"/>
                <a:ea typeface="Courier New" pitchFamily="34" charset="-122"/>
                <a:cs typeface="Courier New" pitchFamily="34" charset="-120"/>
              </a:rPr>
              <a:t>=TOTAL(B2:B6)</a:t>
            </a:r>
            <a:endParaRPr lang="en-US" sz="2000" dirty="0"/>
          </a:p>
        </p:txBody>
      </p:sp>
      <p:sp>
        <p:nvSpPr>
          <p:cNvPr id="25" name="Link - Answer D badge">
            <a:hlinkClick r:id="rId13" action="ppaction://hlinksldjump" highlightClick="1"/>
          </p:cNvPr>
          <p:cNvSpPr txBox="1"/>
          <p:nvPr/>
        </p:nvSpPr>
        <p:spPr>
          <a:xfrm>
            <a:off x="5458968" y="5614416"/>
            <a:ext cx="457200" cy="45720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=SUM(B2:B6)</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Every formula starts with '=', SUM adds numbers, and the colon (:) means 'from B2 to B6'. The total is 3,200. Option C has no '=' and only adds two cells.</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=SUM(B2:B6)</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Every formula starts with '=', SUM adds numbers, and the colon (:) means 'from B2 to B6'. The total is 3,200. Option C has no '=' and only adds two cells.</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=SUM(B2:B6)</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Every formula starts with '=', SUM adds numbers, and the colon (:) means 'from B2 to B6'. The total is 3,200. Option C has no '=' and only adds two cells.</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"Click, click, CRASH! I love wrong answers!"</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Every formula begins with the same symbol, and a range uses a colon.</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Every formula begins with the same symbol, and a range uses a colon.</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This very game jumps to different slides when you click a button. Which PowerPoint feature makes that possible?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Slide Master</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Hyperlinks and Action Settings</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Spell Check</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Slide Sorter</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This very game jumps to different slides when you click a button. Which PowerPoint feature makes that possible?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Slide Master</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Hyperlinks and Action Settings</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Spell Check</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Slide Sorter</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A98BFF"/>
            </a:solidFill>
            <a:prstDash val="solid"/>
          </a:ln>
          <a:effectLst>
            <a:outerShdw sx="100000" sy="100000" kx="0" ky="0" algn="bl" rotWithShape="0" blurRad="203200" dist="50800" dir="5400000">
              <a:srgbClr val="A98BFF">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This very game jumps to different slides when you click a button. Which PowerPoint feature makes that possible?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Slide Master</a:t>
            </a:r>
            <a:endParaRPr lang="en-US" sz="18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Hyperlinks and Action Settings</a:t>
            </a:r>
            <a:endParaRPr lang="en-US" sz="18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Spell Check</a:t>
            </a:r>
            <a:endParaRPr lang="en-US" sz="18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A98BFF"/>
            </a:solidFill>
          </a:ln>
        </p:spPr>
        <p:txBody>
          <a:bodyPr wrap="square" lIns="863600" tIns="50800" rIns="127000" bIns="50800" rtlCol="0" anchor="ctr"/>
          <a:lstStyle/>
          <a:p>
            <a:pPr algn="l" indent="0" marL="0">
              <a:buNone/>
            </a:pPr>
            <a:r>
              <a:rPr lang="en-US" sz="1800" dirty="0">
                <a:solidFill>
                  <a:srgbClr val="EAF2FF"/>
                </a:solidFill>
                <a:latin typeface="Calibri" pitchFamily="34" charset="0"/>
                <a:ea typeface="Calibri" pitchFamily="34" charset="-122"/>
                <a:cs typeface="Calibri" pitchFamily="34" charset="-120"/>
              </a:rPr>
              <a:t>Slide Sorter</a:t>
            </a:r>
            <a:endParaRPr lang="en-US" sz="18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A98BFF"/>
          </a:solidFill>
          <a:ln w="12700">
            <a:solidFill>
              <a:srgbClr val="A98BFF"/>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B. Hyperlinks and Action Settings</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Hyperlinks (Insert &gt; Link) and Action Settings (Insert &gt; Action) let any shape or picture jump to a slide, a file, or a website. They are the secret behind every PowerPoint game.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3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1</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B. Hyperlinks and Action Settings</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Hyperlinks (Insert &gt; Link) and Action Settings (Insert &gt; Action) let any shape or picture jump to a slide, a file, or a website. They are the secret behind every PowerPoint game.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3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1</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B. Hyperlinks and Action Settings</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Hyperlinks (Insert &gt; Link) and Action Settings (Insert &gt; Action) let any shape or picture jump to a slide, a file, or a website. They are the secret behind every PowerPoint game.</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3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1</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"That shield is now MY shield. Hehehe!"</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the same feature that makes clickable links on websites.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A98BFF"/>
                </a:solidFill>
                <a:latin typeface="Courier New" pitchFamily="34" charset="0"/>
                <a:ea typeface="Courier New" pitchFamily="34" charset="-122"/>
                <a:cs typeface="Courier New" pitchFamily="34" charset="-120"/>
              </a:rPr>
              <a:t>&gt; SECTOR 03 // OFFICE ARCHIVES</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_empty.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"Click, click, CRASH! I love wrong answers!"</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It's the same feature that makes clickable links on websites.</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ENTERING SECTOR 04</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9BE564"/>
            </a:solidFill>
            <a:prstDash val="solid"/>
          </a:ln>
          <a:effectLst>
            <a:outerShdw sx="100000" sy="100000" kx="0" ky="0" algn="bl" rotWithShape="0" blurRad="152400" dist="50800" dir="5400000">
              <a:srgbClr val="9BE564">
                <a:alpha val="45000"/>
              </a:srgbClr>
            </a:outerShdw>
          </a:effectLst>
        </p:spPr>
      </p:sp>
      <p:pic>
        <p:nvPicPr>
          <p:cNvPr id="14" name="Image 7" descr="/tmp/claude-0/-home-user-ashton212123/6ae88841-e158-5430-ba3a-d930461fce9f/scratchpad/build/assets/icons/FaSearch_9BE564.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9BE564"/>
                </a:solidFill>
                <a:latin typeface="Courier New" pitchFamily="34" charset="0"/>
                <a:ea typeface="Courier New" pitchFamily="34" charset="-122"/>
                <a:cs typeface="Courier New" pitchFamily="34" charset="-120"/>
              </a:rPr>
              <a:t>SECTOR 04</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SEARCH MAZE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Online Search, Research, and Intellectual Property</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A maze of a million search results. Only smart searchers find the right path, so choose your doors wisely. Clear the maze to earn the final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1A2353"/>
          </a:solidFill>
          <a:ln w="31750">
            <a:solidFill>
              <a:srgbClr val="9BE564"/>
            </a:solidFill>
            <a:prstDash val="solid"/>
          </a:ln>
          <a:effectLst>
            <a:outerShdw sx="100000" sy="100000" kx="0" ky="0" algn="bl" rotWithShape="0" blurRad="152400" dist="50800" dir="5400000">
              <a:srgbClr val="9BE564">
                <a:alpha val="45000"/>
              </a:srgbClr>
            </a:outerShdw>
          </a:effectLst>
        </p:spPr>
      </p:sp>
      <p:pic>
        <p:nvPicPr>
          <p:cNvPr id="34" name="Image 12" descr="/tmp/claude-0/-home-user-ashton212123/6ae88841-e158-5430-ba3a-d930461fce9f/scratchpad/build/assets/icons/FaSearch_9BE564.png">    </p:cNvPr>
          <p:cNvPicPr>
            <a:picLocks noChangeAspect="1"/>
          </p:cNvPicPr>
          <p:nvPr/>
        </p:nvPicPr>
        <p:blipFill>
          <a:blip r:embed="rId13"/>
          <a:stretch>
            <a:fillRect/>
          </a:stretch>
        </p:blipFill>
        <p:spPr>
          <a:xfrm>
            <a:off x="5599786" y="5343754"/>
            <a:ext cx="340157" cy="340157"/>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9BE564"/>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9BE564"/>
          </a:solidFill>
          <a:ln w="25400">
            <a:solidFill>
              <a:srgbClr val="9BE564"/>
            </a:solidFill>
          </a:ln>
          <a:effectLst>
            <a:outerShdw sx="100000" sy="100000" kx="0" ky="0" algn="bl" rotWithShape="0" blurRad="177800" dist="50800" dir="5400000">
              <a:srgbClr val="9BE564">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ENTERING SECTOR 04</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9BE564"/>
            </a:solidFill>
            <a:prstDash val="solid"/>
          </a:ln>
          <a:effectLst>
            <a:outerShdw sx="100000" sy="100000" kx="0" ky="0" algn="bl" rotWithShape="0" blurRad="152400" dist="50800" dir="5400000">
              <a:srgbClr val="9BE564">
                <a:alpha val="45000"/>
              </a:srgbClr>
            </a:outerShdw>
          </a:effectLst>
        </p:spPr>
      </p:sp>
      <p:pic>
        <p:nvPicPr>
          <p:cNvPr id="14" name="Image 7" descr="/tmp/claude-0/-home-user-ashton212123/6ae88841-e158-5430-ba3a-d930461fce9f/scratchpad/build/assets/icons/FaSearch_9BE564.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9BE564"/>
                </a:solidFill>
                <a:latin typeface="Courier New" pitchFamily="34" charset="0"/>
                <a:ea typeface="Courier New" pitchFamily="34" charset="-122"/>
                <a:cs typeface="Courier New" pitchFamily="34" charset="-120"/>
              </a:rPr>
              <a:t>SECTOR 04</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SEARCH MAZE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Online Search, Research, and Intellectual Property</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A maze of a million search results. Only smart searchers find the right path, so choose your doors wisely. Clear the maze to earn the final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1A2353"/>
          </a:solidFill>
          <a:ln w="31750">
            <a:solidFill>
              <a:srgbClr val="9BE564"/>
            </a:solidFill>
            <a:prstDash val="solid"/>
          </a:ln>
          <a:effectLst>
            <a:outerShdw sx="100000" sy="100000" kx="0" ky="0" algn="bl" rotWithShape="0" blurRad="152400" dist="50800" dir="5400000">
              <a:srgbClr val="9BE564">
                <a:alpha val="45000"/>
              </a:srgbClr>
            </a:outerShdw>
          </a:effectLst>
        </p:spPr>
      </p:sp>
      <p:pic>
        <p:nvPicPr>
          <p:cNvPr id="34" name="Image 12" descr="/tmp/claude-0/-home-user-ashton212123/6ae88841-e158-5430-ba3a-d930461fce9f/scratchpad/build/assets/icons/FaSearch_9BE564.png">    </p:cNvPr>
          <p:cNvPicPr>
            <a:picLocks noChangeAspect="1"/>
          </p:cNvPicPr>
          <p:nvPr/>
        </p:nvPicPr>
        <p:blipFill>
          <a:blip r:embed="rId13"/>
          <a:stretch>
            <a:fillRect/>
          </a:stretch>
        </p:blipFill>
        <p:spPr>
          <a:xfrm>
            <a:off x="5599786" y="5343754"/>
            <a:ext cx="340157" cy="340157"/>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9BE564"/>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9BE564"/>
          </a:solidFill>
          <a:ln w="25400">
            <a:solidFill>
              <a:srgbClr val="9BE564"/>
            </a:solidFill>
          </a:ln>
          <a:effectLst>
            <a:outerShdw sx="100000" sy="100000" kx="0" ky="0" algn="bl" rotWithShape="0" blurRad="177800" dist="50800" dir="5400000">
              <a:srgbClr val="9BE564">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ENTERING SECTOR 04</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9BE564"/>
            </a:solidFill>
            <a:prstDash val="solid"/>
          </a:ln>
          <a:effectLst>
            <a:outerShdw sx="100000" sy="100000" kx="0" ky="0" algn="bl" rotWithShape="0" blurRad="152400" dist="50800" dir="5400000">
              <a:srgbClr val="9BE564">
                <a:alpha val="45000"/>
              </a:srgbClr>
            </a:outerShdw>
          </a:effectLst>
        </p:spPr>
      </p:sp>
      <p:pic>
        <p:nvPicPr>
          <p:cNvPr id="14" name="Image 7" descr="/tmp/claude-0/-home-user-ashton212123/6ae88841-e158-5430-ba3a-d930461fce9f/scratchpad/build/assets/icons/FaSearch_9BE564.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9BE564"/>
                </a:solidFill>
                <a:latin typeface="Courier New" pitchFamily="34" charset="0"/>
                <a:ea typeface="Courier New" pitchFamily="34" charset="-122"/>
                <a:cs typeface="Courier New" pitchFamily="34" charset="-120"/>
              </a:rPr>
              <a:t>SECTOR 04</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THE SEARCH MAZE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Online Search, Research, and Intellectual Property</a:t>
            </a:r>
            <a:endParaRPr lang="en-US" sz="1600" dirty="0"/>
          </a:p>
        </p:txBody>
      </p:sp>
      <p:pic>
        <p:nvPicPr>
          <p:cNvPr id="18" name="Image 8" descr="/tmp/claude-0/-home-user-ashton212123/6ae88841-e158-5430-ba3a-d930461fce9f/scratchpad/build/assets/byte.png">    </p:cNvPr>
          <p:cNvPicPr>
            <a:picLocks noChangeAspect="1"/>
          </p:cNvPicPr>
          <p:nvPr/>
        </p:nvPicPr>
        <p:blipFill>
          <a:blip r:embed="rId9"/>
          <a:stretch>
            <a:fillRect/>
          </a:stretch>
        </p:blipFill>
        <p:spPr>
          <a:xfrm>
            <a:off x="868680" y="3017520"/>
            <a:ext cx="1143000" cy="178308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A maze of a million search results. Only smart searchers find the right path, so choose your doors wisely. Clear the maze to earn the final Code Fragment!</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1A2353"/>
          </a:solidFill>
          <a:ln w="31750">
            <a:solidFill>
              <a:srgbClr val="9BE564"/>
            </a:solidFill>
            <a:prstDash val="solid"/>
          </a:ln>
          <a:effectLst>
            <a:outerShdw sx="100000" sy="100000" kx="0" ky="0" algn="bl" rotWithShape="0" blurRad="152400" dist="50800" dir="5400000">
              <a:srgbClr val="9BE564">
                <a:alpha val="45000"/>
              </a:srgbClr>
            </a:outerShdw>
          </a:effectLst>
        </p:spPr>
      </p:sp>
      <p:pic>
        <p:nvPicPr>
          <p:cNvPr id="34" name="Image 12" descr="/tmp/claude-0/-home-user-ashton212123/6ae88841-e158-5430-ba3a-d930461fce9f/scratchpad/build/assets/icons/FaSearch_9BE564.png">    </p:cNvPr>
          <p:cNvPicPr>
            <a:picLocks noChangeAspect="1"/>
          </p:cNvPicPr>
          <p:nvPr/>
        </p:nvPicPr>
        <p:blipFill>
          <a:blip r:embed="rId13"/>
          <a:stretch>
            <a:fillRect/>
          </a:stretch>
        </p:blipFill>
        <p:spPr>
          <a:xfrm>
            <a:off x="5599786" y="5343754"/>
            <a:ext cx="340157" cy="340157"/>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9BE564"/>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25400">
            <a:solidFill>
              <a:srgbClr val="3A4370"/>
            </a:solidFill>
            <a:prstDash val="solid"/>
          </a:ln>
        </p:spPr>
      </p:sp>
      <p:pic>
        <p:nvPicPr>
          <p:cNvPr id="37" name="Image 13" descr="/tmp/claude-0/-home-user-ashton212123/6ae88841-e158-5430-ba3a-d930461fce9f/scratchpad/build/assets/icons/FaLock_5A6494.png">    </p:cNvPr>
          <p:cNvPicPr>
            <a:picLocks noChangeAspect="1"/>
          </p:cNvPicPr>
          <p:nvPr/>
        </p:nvPicPr>
        <p:blipFill>
          <a:blip r:embed="rId14"/>
          <a:stretch>
            <a:fillRect/>
          </a:stretch>
        </p:blipFill>
        <p:spPr>
          <a:xfrm>
            <a:off x="7234001" y="5377769"/>
            <a:ext cx="272125" cy="272125"/>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5A6494"/>
                </a:solidFill>
                <a:latin typeface="Courier New" pitchFamily="34" charset="0"/>
                <a:ea typeface="Courier New" pitchFamily="34" charset="-122"/>
                <a:cs typeface="Courier New" pitchFamily="34" charset="-120"/>
              </a:rPr>
              <a:t>CORE</a:t>
            </a:r>
            <a:endParaRPr lang="en-US" sz="900" dirty="0"/>
          </a:p>
        </p:txBody>
      </p:sp>
      <p:sp>
        <p:nvSpPr>
          <p:cNvPr id="39" name="Link - ENTER SECTOR">
            <a:hlinkClick r:id="rId18" action="ppaction://hlinksldjump" highlightClick="1"/>
          </p:cNvPr>
          <p:cNvSpPr txBox="1"/>
          <p:nvPr/>
        </p:nvSpPr>
        <p:spPr>
          <a:xfrm>
            <a:off x="9144000" y="5257800"/>
            <a:ext cx="2587752" cy="731520"/>
          </a:xfrm>
          <a:prstGeom prst="roundRect">
            <a:avLst>
              <a:gd name="adj" fmla="val 12500"/>
            </a:avLst>
          </a:prstGeom>
          <a:solidFill>
            <a:srgbClr val="9BE564"/>
          </a:solidFill>
          <a:ln w="25400">
            <a:solidFill>
              <a:srgbClr val="9BE564"/>
            </a:solidFill>
          </a:ln>
          <a:effectLst>
            <a:outerShdw sx="100000" sy="100000" kx="0" ky="0" algn="bl" rotWithShape="0" blurRad="177800" dist="50800" dir="5400000">
              <a:srgbClr val="9BE564">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ENTER SECTOR</a:t>
            </a:r>
            <a:endParaRPr lang="en-US" sz="1600" dirty="0"/>
          </a:p>
        </p:txBody>
      </p:sp>
    </p:spTree>
  </p:cSld>
  <p:clrMapOvr>
    <a:masterClrMapping/>
  </p:clrMapOvr>
  <p:transition spd="med" advClick="0">
    <p:fade/>
  </p:transition>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needs scholarship info ONLY from Philippine government websites. Which door (search query) leads the right way?</a:t>
            </a:r>
            <a:endParaRPr lang="en-US" sz="2200" dirty="0"/>
          </a:p>
        </p:txBody>
      </p:sp>
      <p:sp>
        <p:nvSpPr>
          <p:cNvPr id="17" name="Link - Answer A">
            <a:hlinkClick r:id="rId16" action="ppaction://hlinksldjump" highlightClick="1"/>
          </p:cNvPr>
          <p:cNvSpPr txBox="1"/>
          <p:nvPr/>
        </p:nvSpPr>
        <p:spPr>
          <a:xfrm>
            <a:off x="457200"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site:gov.ph</a:t>
            </a:r>
            <a:endParaRPr lang="en-US" sz="1300" dirty="0"/>
          </a:p>
        </p:txBody>
      </p:sp>
      <p:sp>
        <p:nvSpPr>
          <p:cNvPr id="18" name="Link - Answer A badge">
            <a:hlinkClick r:id="rId16" action="ppaction://hlinksldjump" highlightClick="1"/>
          </p:cNvPr>
          <p:cNvSpPr txBox="1"/>
          <p:nvPr/>
        </p:nvSpPr>
        <p:spPr>
          <a:xfrm>
            <a:off x="621792"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pic>
        <p:nvPicPr>
          <p:cNvPr id="19" name="Link - Door A" descr="/tmp/claude-0/-home-user-ashton212123/6ae88841-e158-5430-ba3a-d930461fce9f/scratchpad/build/assets/door.png">
            <a:hlinkClick r:id="rId16" action="ppaction://hlinksldjump" highlightClick="1"/>
          </p:cNvPr>
          <p:cNvPicPr>
            <a:picLocks noChangeAspect="1"/>
          </p:cNvPicPr>
          <p:nvPr/>
        </p:nvPicPr>
        <p:blipFill>
          <a:blip r:embed="rId9"/>
          <a:stretch>
            <a:fillRect/>
          </a:stretch>
        </p:blipFill>
        <p:spPr>
          <a:xfrm>
            <a:off x="1243584" y="3611880"/>
            <a:ext cx="1078992" cy="1280160"/>
          </a:xfrm>
          <a:prstGeom prst="rect">
            <a:avLst/>
          </a:prstGeom>
        </p:spPr>
      </p:pic>
      <p:sp>
        <p:nvSpPr>
          <p:cNvPr id="20" name="Link - Answer B">
            <a:hlinkClick r:id="rId17" action="ppaction://hlinksldjump" highlightClick="1"/>
          </p:cNvPr>
          <p:cNvSpPr txBox="1"/>
          <p:nvPr/>
        </p:nvSpPr>
        <p:spPr>
          <a:xfrm>
            <a:off x="3331159"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-gov.ph</a:t>
            </a:r>
            <a:endParaRPr lang="en-US" sz="1300" dirty="0"/>
          </a:p>
        </p:txBody>
      </p:sp>
      <p:sp>
        <p:nvSpPr>
          <p:cNvPr id="21" name="Link - Answer B badge">
            <a:hlinkClick r:id="rId17" action="ppaction://hlinksldjump" highlightClick="1"/>
          </p:cNvPr>
          <p:cNvSpPr txBox="1"/>
          <p:nvPr/>
        </p:nvSpPr>
        <p:spPr>
          <a:xfrm>
            <a:off x="3495751"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pic>
        <p:nvPicPr>
          <p:cNvPr id="22" name="Link - Door B" descr="/tmp/claude-0/-home-user-ashton212123/6ae88841-e158-5430-ba3a-d930461fce9f/scratchpad/build/assets/door.png">
            <a:hlinkClick r:id="rId17" action="ppaction://hlinksldjump" highlightClick="1"/>
          </p:cNvPr>
          <p:cNvPicPr>
            <a:picLocks noChangeAspect="1"/>
          </p:cNvPicPr>
          <p:nvPr/>
        </p:nvPicPr>
        <p:blipFill>
          <a:blip r:embed="rId10"/>
          <a:stretch>
            <a:fillRect/>
          </a:stretch>
        </p:blipFill>
        <p:spPr>
          <a:xfrm>
            <a:off x="4117543" y="3611880"/>
            <a:ext cx="1078992" cy="1280160"/>
          </a:xfrm>
          <a:prstGeom prst="rect">
            <a:avLst/>
          </a:prstGeom>
        </p:spPr>
      </p:pic>
      <p:sp>
        <p:nvSpPr>
          <p:cNvPr id="23" name="Link - Answer C">
            <a:hlinkClick r:id="rId17" action="ppaction://hlinksldjump" highlightClick="1"/>
          </p:cNvPr>
          <p:cNvSpPr txBox="1"/>
          <p:nvPr/>
        </p:nvSpPr>
        <p:spPr>
          <a:xfrm>
            <a:off x="620511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gov</a:t>
            </a:r>
            <a:endParaRPr lang="en-US" sz="1300" dirty="0"/>
          </a:p>
        </p:txBody>
      </p:sp>
      <p:sp>
        <p:nvSpPr>
          <p:cNvPr id="24" name="Link - Answer C badge">
            <a:hlinkClick r:id="rId17" action="ppaction://hlinksldjump" highlightClick="1"/>
          </p:cNvPr>
          <p:cNvSpPr txBox="1"/>
          <p:nvPr/>
        </p:nvSpPr>
        <p:spPr>
          <a:xfrm>
            <a:off x="636971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pic>
        <p:nvPicPr>
          <p:cNvPr id="25" name="Link - Door C" descr="/tmp/claude-0/-home-user-ashton212123/6ae88841-e158-5430-ba3a-d930461fce9f/scratchpad/build/assets/door.png">
            <a:hlinkClick r:id="rId17" action="ppaction://hlinksldjump" highlightClick="1"/>
          </p:cNvPr>
          <p:cNvPicPr>
            <a:picLocks noChangeAspect="1"/>
          </p:cNvPicPr>
          <p:nvPr/>
        </p:nvPicPr>
        <p:blipFill>
          <a:blip r:embed="rId11"/>
          <a:stretch>
            <a:fillRect/>
          </a:stretch>
        </p:blipFill>
        <p:spPr>
          <a:xfrm>
            <a:off x="6991502" y="3611880"/>
            <a:ext cx="1078992" cy="1280160"/>
          </a:xfrm>
          <a:prstGeom prst="rect">
            <a:avLst/>
          </a:prstGeom>
        </p:spPr>
      </p:pic>
      <p:sp>
        <p:nvSpPr>
          <p:cNvPr id="26" name="Link - Answer D">
            <a:hlinkClick r:id="rId17" action="ppaction://hlinksldjump" highlightClick="1"/>
          </p:cNvPr>
          <p:cNvSpPr txBox="1"/>
          <p:nvPr/>
        </p:nvSpPr>
        <p:spPr>
          <a:xfrm>
            <a:off x="907907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OR gov.ph</a:t>
            </a:r>
            <a:endParaRPr lang="en-US" sz="1300" dirty="0"/>
          </a:p>
        </p:txBody>
      </p:sp>
      <p:sp>
        <p:nvSpPr>
          <p:cNvPr id="27" name="Link - Answer D badge">
            <a:hlinkClick r:id="rId17" action="ppaction://hlinksldjump" highlightClick="1"/>
          </p:cNvPr>
          <p:cNvSpPr txBox="1"/>
          <p:nvPr/>
        </p:nvSpPr>
        <p:spPr>
          <a:xfrm>
            <a:off x="924367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pic>
        <p:nvPicPr>
          <p:cNvPr id="28" name="Link - Door D" descr="/tmp/claude-0/-home-user-ashton212123/6ae88841-e158-5430-ba3a-d930461fce9f/scratchpad/build/assets/door.png">
            <a:hlinkClick r:id="rId17" action="ppaction://hlinksldjump" highlightClick="1"/>
          </p:cNvPr>
          <p:cNvPicPr>
            <a:picLocks noChangeAspect="1"/>
          </p:cNvPicPr>
          <p:nvPr/>
        </p:nvPicPr>
        <p:blipFill>
          <a:blip r:embed="rId12"/>
          <a:stretch>
            <a:fillRect/>
          </a:stretch>
        </p:blipFill>
        <p:spPr>
          <a:xfrm>
            <a:off x="9865462" y="3611880"/>
            <a:ext cx="1078992" cy="1280160"/>
          </a:xfrm>
          <a:prstGeom prst="rect">
            <a:avLst/>
          </a:prstGeom>
        </p:spPr>
      </p:pic>
    </p:spTree>
  </p:cSld>
  <p:clrMapOvr>
    <a:masterClrMapping/>
  </p:clrMapOvr>
  <p:transition spd="med" advClick="0">
    <p:fade/>
  </p:transition>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needs scholarship info ONLY from Philippine government websites. Which door (search query) leads the right way?</a:t>
            </a:r>
            <a:endParaRPr lang="en-US" sz="2200" dirty="0"/>
          </a:p>
        </p:txBody>
      </p:sp>
      <p:sp>
        <p:nvSpPr>
          <p:cNvPr id="17" name="Link - Answer A">
            <a:hlinkClick r:id="rId16" action="ppaction://hlinksldjump" highlightClick="1"/>
          </p:cNvPr>
          <p:cNvSpPr txBox="1"/>
          <p:nvPr/>
        </p:nvSpPr>
        <p:spPr>
          <a:xfrm>
            <a:off x="457200"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site:gov.ph</a:t>
            </a:r>
            <a:endParaRPr lang="en-US" sz="1300" dirty="0"/>
          </a:p>
        </p:txBody>
      </p:sp>
      <p:sp>
        <p:nvSpPr>
          <p:cNvPr id="18" name="Link - Answer A badge">
            <a:hlinkClick r:id="rId16" action="ppaction://hlinksldjump" highlightClick="1"/>
          </p:cNvPr>
          <p:cNvSpPr txBox="1"/>
          <p:nvPr/>
        </p:nvSpPr>
        <p:spPr>
          <a:xfrm>
            <a:off x="621792"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pic>
        <p:nvPicPr>
          <p:cNvPr id="19" name="Link - Door A" descr="/tmp/claude-0/-home-user-ashton212123/6ae88841-e158-5430-ba3a-d930461fce9f/scratchpad/build/assets/door.png">
            <a:hlinkClick r:id="rId16" action="ppaction://hlinksldjump" highlightClick="1"/>
          </p:cNvPr>
          <p:cNvPicPr>
            <a:picLocks noChangeAspect="1"/>
          </p:cNvPicPr>
          <p:nvPr/>
        </p:nvPicPr>
        <p:blipFill>
          <a:blip r:embed="rId9"/>
          <a:stretch>
            <a:fillRect/>
          </a:stretch>
        </p:blipFill>
        <p:spPr>
          <a:xfrm>
            <a:off x="1243584" y="3611880"/>
            <a:ext cx="1078992" cy="1280160"/>
          </a:xfrm>
          <a:prstGeom prst="rect">
            <a:avLst/>
          </a:prstGeom>
        </p:spPr>
      </p:pic>
      <p:sp>
        <p:nvSpPr>
          <p:cNvPr id="20" name="Link - Answer B">
            <a:hlinkClick r:id="rId17" action="ppaction://hlinksldjump" highlightClick="1"/>
          </p:cNvPr>
          <p:cNvSpPr txBox="1"/>
          <p:nvPr/>
        </p:nvSpPr>
        <p:spPr>
          <a:xfrm>
            <a:off x="3331159"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-gov.ph</a:t>
            </a:r>
            <a:endParaRPr lang="en-US" sz="1300" dirty="0"/>
          </a:p>
        </p:txBody>
      </p:sp>
      <p:sp>
        <p:nvSpPr>
          <p:cNvPr id="21" name="Link - Answer B badge">
            <a:hlinkClick r:id="rId17" action="ppaction://hlinksldjump" highlightClick="1"/>
          </p:cNvPr>
          <p:cNvSpPr txBox="1"/>
          <p:nvPr/>
        </p:nvSpPr>
        <p:spPr>
          <a:xfrm>
            <a:off x="3495751"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pic>
        <p:nvPicPr>
          <p:cNvPr id="22" name="Link - Door B" descr="/tmp/claude-0/-home-user-ashton212123/6ae88841-e158-5430-ba3a-d930461fce9f/scratchpad/build/assets/door.png">
            <a:hlinkClick r:id="rId17" action="ppaction://hlinksldjump" highlightClick="1"/>
          </p:cNvPr>
          <p:cNvPicPr>
            <a:picLocks noChangeAspect="1"/>
          </p:cNvPicPr>
          <p:nvPr/>
        </p:nvPicPr>
        <p:blipFill>
          <a:blip r:embed="rId10"/>
          <a:stretch>
            <a:fillRect/>
          </a:stretch>
        </p:blipFill>
        <p:spPr>
          <a:xfrm>
            <a:off x="4117543" y="3611880"/>
            <a:ext cx="1078992" cy="1280160"/>
          </a:xfrm>
          <a:prstGeom prst="rect">
            <a:avLst/>
          </a:prstGeom>
        </p:spPr>
      </p:pic>
      <p:sp>
        <p:nvSpPr>
          <p:cNvPr id="23" name="Link - Answer C">
            <a:hlinkClick r:id="rId17" action="ppaction://hlinksldjump" highlightClick="1"/>
          </p:cNvPr>
          <p:cNvSpPr txBox="1"/>
          <p:nvPr/>
        </p:nvSpPr>
        <p:spPr>
          <a:xfrm>
            <a:off x="620511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gov</a:t>
            </a:r>
            <a:endParaRPr lang="en-US" sz="1300" dirty="0"/>
          </a:p>
        </p:txBody>
      </p:sp>
      <p:sp>
        <p:nvSpPr>
          <p:cNvPr id="24" name="Link - Answer C badge">
            <a:hlinkClick r:id="rId17" action="ppaction://hlinksldjump" highlightClick="1"/>
          </p:cNvPr>
          <p:cNvSpPr txBox="1"/>
          <p:nvPr/>
        </p:nvSpPr>
        <p:spPr>
          <a:xfrm>
            <a:off x="636971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pic>
        <p:nvPicPr>
          <p:cNvPr id="25" name="Link - Door C" descr="/tmp/claude-0/-home-user-ashton212123/6ae88841-e158-5430-ba3a-d930461fce9f/scratchpad/build/assets/door.png">
            <a:hlinkClick r:id="rId17" action="ppaction://hlinksldjump" highlightClick="1"/>
          </p:cNvPr>
          <p:cNvPicPr>
            <a:picLocks noChangeAspect="1"/>
          </p:cNvPicPr>
          <p:nvPr/>
        </p:nvPicPr>
        <p:blipFill>
          <a:blip r:embed="rId11"/>
          <a:stretch>
            <a:fillRect/>
          </a:stretch>
        </p:blipFill>
        <p:spPr>
          <a:xfrm>
            <a:off x="6991502" y="3611880"/>
            <a:ext cx="1078992" cy="1280160"/>
          </a:xfrm>
          <a:prstGeom prst="rect">
            <a:avLst/>
          </a:prstGeom>
        </p:spPr>
      </p:pic>
      <p:sp>
        <p:nvSpPr>
          <p:cNvPr id="26" name="Link - Answer D">
            <a:hlinkClick r:id="rId17" action="ppaction://hlinksldjump" highlightClick="1"/>
          </p:cNvPr>
          <p:cNvSpPr txBox="1"/>
          <p:nvPr/>
        </p:nvSpPr>
        <p:spPr>
          <a:xfrm>
            <a:off x="907907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OR gov.ph</a:t>
            </a:r>
            <a:endParaRPr lang="en-US" sz="1300" dirty="0"/>
          </a:p>
        </p:txBody>
      </p:sp>
      <p:sp>
        <p:nvSpPr>
          <p:cNvPr id="27" name="Link - Answer D badge">
            <a:hlinkClick r:id="rId17" action="ppaction://hlinksldjump" highlightClick="1"/>
          </p:cNvPr>
          <p:cNvSpPr txBox="1"/>
          <p:nvPr/>
        </p:nvSpPr>
        <p:spPr>
          <a:xfrm>
            <a:off x="924367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pic>
        <p:nvPicPr>
          <p:cNvPr id="28" name="Link - Door D" descr="/tmp/claude-0/-home-user-ashton212123/6ae88841-e158-5430-ba3a-d930461fce9f/scratchpad/build/assets/door.png">
            <a:hlinkClick r:id="rId17" action="ppaction://hlinksldjump" highlightClick="1"/>
          </p:cNvPr>
          <p:cNvPicPr>
            <a:picLocks noChangeAspect="1"/>
          </p:cNvPicPr>
          <p:nvPr/>
        </p:nvPicPr>
        <p:blipFill>
          <a:blip r:embed="rId12"/>
          <a:stretch>
            <a:fillRect/>
          </a:stretch>
        </p:blipFill>
        <p:spPr>
          <a:xfrm>
            <a:off x="9865462" y="3611880"/>
            <a:ext cx="1078992" cy="1280160"/>
          </a:xfrm>
          <a:prstGeom prst="rect">
            <a:avLst/>
          </a:prstGeom>
        </p:spPr>
      </p:pic>
    </p:spTree>
  </p:cSld>
  <p:clrMapOvr>
    <a:masterClrMapping/>
  </p:clrMapOvr>
  <p:transition spd="med" advClick="0">
    <p:fade/>
  </p:transition>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1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needs scholarship info ONLY from Philippine government websites. Which door (search query) leads the right way?</a:t>
            </a:r>
            <a:endParaRPr lang="en-US" sz="2200" dirty="0"/>
          </a:p>
        </p:txBody>
      </p:sp>
      <p:sp>
        <p:nvSpPr>
          <p:cNvPr id="17" name="Link - Answer A">
            <a:hlinkClick r:id="rId16" action="ppaction://hlinksldjump" highlightClick="1"/>
          </p:cNvPr>
          <p:cNvSpPr txBox="1"/>
          <p:nvPr/>
        </p:nvSpPr>
        <p:spPr>
          <a:xfrm>
            <a:off x="457200"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site:gov.ph</a:t>
            </a:r>
            <a:endParaRPr lang="en-US" sz="1300" dirty="0"/>
          </a:p>
        </p:txBody>
      </p:sp>
      <p:sp>
        <p:nvSpPr>
          <p:cNvPr id="18" name="Link - Answer A badge">
            <a:hlinkClick r:id="rId16" action="ppaction://hlinksldjump" highlightClick="1"/>
          </p:cNvPr>
          <p:cNvSpPr txBox="1"/>
          <p:nvPr/>
        </p:nvSpPr>
        <p:spPr>
          <a:xfrm>
            <a:off x="621792"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pic>
        <p:nvPicPr>
          <p:cNvPr id="19" name="Link - Door A" descr="/tmp/claude-0/-home-user-ashton212123/6ae88841-e158-5430-ba3a-d930461fce9f/scratchpad/build/assets/door.png">
            <a:hlinkClick r:id="rId16" action="ppaction://hlinksldjump" highlightClick="1"/>
          </p:cNvPr>
          <p:cNvPicPr>
            <a:picLocks noChangeAspect="1"/>
          </p:cNvPicPr>
          <p:nvPr/>
        </p:nvPicPr>
        <p:blipFill>
          <a:blip r:embed="rId9"/>
          <a:stretch>
            <a:fillRect/>
          </a:stretch>
        </p:blipFill>
        <p:spPr>
          <a:xfrm>
            <a:off x="1243584" y="3611880"/>
            <a:ext cx="1078992" cy="1280160"/>
          </a:xfrm>
          <a:prstGeom prst="rect">
            <a:avLst/>
          </a:prstGeom>
        </p:spPr>
      </p:pic>
      <p:sp>
        <p:nvSpPr>
          <p:cNvPr id="20" name="Link - Answer B">
            <a:hlinkClick r:id="rId17" action="ppaction://hlinksldjump" highlightClick="1"/>
          </p:cNvPr>
          <p:cNvSpPr txBox="1"/>
          <p:nvPr/>
        </p:nvSpPr>
        <p:spPr>
          <a:xfrm>
            <a:off x="3331159"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-gov.ph</a:t>
            </a:r>
            <a:endParaRPr lang="en-US" sz="1300" dirty="0"/>
          </a:p>
        </p:txBody>
      </p:sp>
      <p:sp>
        <p:nvSpPr>
          <p:cNvPr id="21" name="Link - Answer B badge">
            <a:hlinkClick r:id="rId17" action="ppaction://hlinksldjump" highlightClick="1"/>
          </p:cNvPr>
          <p:cNvSpPr txBox="1"/>
          <p:nvPr/>
        </p:nvSpPr>
        <p:spPr>
          <a:xfrm>
            <a:off x="3495751"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pic>
        <p:nvPicPr>
          <p:cNvPr id="22" name="Link - Door B" descr="/tmp/claude-0/-home-user-ashton212123/6ae88841-e158-5430-ba3a-d930461fce9f/scratchpad/build/assets/door.png">
            <a:hlinkClick r:id="rId17" action="ppaction://hlinksldjump" highlightClick="1"/>
          </p:cNvPr>
          <p:cNvPicPr>
            <a:picLocks noChangeAspect="1"/>
          </p:cNvPicPr>
          <p:nvPr/>
        </p:nvPicPr>
        <p:blipFill>
          <a:blip r:embed="rId10"/>
          <a:stretch>
            <a:fillRect/>
          </a:stretch>
        </p:blipFill>
        <p:spPr>
          <a:xfrm>
            <a:off x="4117543" y="3611880"/>
            <a:ext cx="1078992" cy="1280160"/>
          </a:xfrm>
          <a:prstGeom prst="rect">
            <a:avLst/>
          </a:prstGeom>
        </p:spPr>
      </p:pic>
      <p:sp>
        <p:nvSpPr>
          <p:cNvPr id="23" name="Link - Answer C">
            <a:hlinkClick r:id="rId17" action="ppaction://hlinksldjump" highlightClick="1"/>
          </p:cNvPr>
          <p:cNvSpPr txBox="1"/>
          <p:nvPr/>
        </p:nvSpPr>
        <p:spPr>
          <a:xfrm>
            <a:off x="620511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gov</a:t>
            </a:r>
            <a:endParaRPr lang="en-US" sz="1300" dirty="0"/>
          </a:p>
        </p:txBody>
      </p:sp>
      <p:sp>
        <p:nvSpPr>
          <p:cNvPr id="24" name="Link - Answer C badge">
            <a:hlinkClick r:id="rId17" action="ppaction://hlinksldjump" highlightClick="1"/>
          </p:cNvPr>
          <p:cNvSpPr txBox="1"/>
          <p:nvPr/>
        </p:nvSpPr>
        <p:spPr>
          <a:xfrm>
            <a:off x="636971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pic>
        <p:nvPicPr>
          <p:cNvPr id="25" name="Link - Door C" descr="/tmp/claude-0/-home-user-ashton212123/6ae88841-e158-5430-ba3a-d930461fce9f/scratchpad/build/assets/door.png">
            <a:hlinkClick r:id="rId17" action="ppaction://hlinksldjump" highlightClick="1"/>
          </p:cNvPr>
          <p:cNvPicPr>
            <a:picLocks noChangeAspect="1"/>
          </p:cNvPicPr>
          <p:nvPr/>
        </p:nvPicPr>
        <p:blipFill>
          <a:blip r:embed="rId11"/>
          <a:stretch>
            <a:fillRect/>
          </a:stretch>
        </p:blipFill>
        <p:spPr>
          <a:xfrm>
            <a:off x="6991502" y="3611880"/>
            <a:ext cx="1078992" cy="1280160"/>
          </a:xfrm>
          <a:prstGeom prst="rect">
            <a:avLst/>
          </a:prstGeom>
        </p:spPr>
      </p:pic>
      <p:sp>
        <p:nvSpPr>
          <p:cNvPr id="26" name="Link - Answer D">
            <a:hlinkClick r:id="rId17" action="ppaction://hlinksldjump" highlightClick="1"/>
          </p:cNvPr>
          <p:cNvSpPr txBox="1"/>
          <p:nvPr/>
        </p:nvSpPr>
        <p:spPr>
          <a:xfrm>
            <a:off x="9079078" y="3429000"/>
            <a:ext cx="2651760" cy="2743200"/>
          </a:xfrm>
          <a:prstGeom prst="roundRect">
            <a:avLst>
              <a:gd name="adj" fmla="val 3448"/>
            </a:avLst>
          </a:prstGeom>
          <a:solidFill>
            <a:srgbClr val="1A2353"/>
          </a:solidFill>
          <a:ln w="22225">
            <a:solidFill>
              <a:srgbClr val="9BE564"/>
            </a:solidFill>
          </a:ln>
        </p:spPr>
        <p:txBody>
          <a:bodyPr wrap="square" lIns="101600" tIns="50800" rIns="101600" bIns="203200" rtlCol="0" anchor="b"/>
          <a:lstStyle/>
          <a:p>
            <a:pPr algn="ctr" indent="0" marL="0">
              <a:buNone/>
            </a:pPr>
            <a:r>
              <a:rPr lang="en-US" sz="1300" b="1" dirty="0">
                <a:solidFill>
                  <a:srgbClr val="EAF2FF"/>
                </a:solidFill>
                <a:latin typeface="Courier New" pitchFamily="34" charset="0"/>
                <a:ea typeface="Courier New" pitchFamily="34" charset="-122"/>
                <a:cs typeface="Courier New" pitchFamily="34" charset="-120"/>
              </a:rPr>
              <a:t>scholarship OR gov.ph</a:t>
            </a:r>
            <a:endParaRPr lang="en-US" sz="1300" dirty="0"/>
          </a:p>
        </p:txBody>
      </p:sp>
      <p:sp>
        <p:nvSpPr>
          <p:cNvPr id="27" name="Link - Answer D badge">
            <a:hlinkClick r:id="rId17" action="ppaction://hlinksldjump" highlightClick="1"/>
          </p:cNvPr>
          <p:cNvSpPr txBox="1"/>
          <p:nvPr/>
        </p:nvSpPr>
        <p:spPr>
          <a:xfrm>
            <a:off x="9243670" y="3566160"/>
            <a:ext cx="457200" cy="45720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pic>
        <p:nvPicPr>
          <p:cNvPr id="28" name="Link - Door D" descr="/tmp/claude-0/-home-user-ashton212123/6ae88841-e158-5430-ba3a-d930461fce9f/scratchpad/build/assets/door.png">
            <a:hlinkClick r:id="rId17" action="ppaction://hlinksldjump" highlightClick="1"/>
          </p:cNvPr>
          <p:cNvPicPr>
            <a:picLocks noChangeAspect="1"/>
          </p:cNvPicPr>
          <p:nvPr/>
        </p:nvPicPr>
        <p:blipFill>
          <a:blip r:embed="rId12"/>
          <a:stretch>
            <a:fillRect/>
          </a:stretch>
        </p:blipFill>
        <p:spPr>
          <a:xfrm>
            <a:off x="9865462" y="3611880"/>
            <a:ext cx="1078992" cy="1280160"/>
          </a:xfrm>
          <a:prstGeom prst="rect">
            <a:avLst/>
          </a:prstGeom>
        </p:spPr>
      </p:pic>
    </p:spTree>
  </p:cSld>
  <p:clrMapOvr>
    <a:masterClrMapping/>
  </p:clrMapOvr>
  <p:transition spd="med" advClick="0">
    <p:fade/>
  </p:transition>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scholarship site:gov.ph</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The site: operator limits results to one domain, so site:gov.ph shows only government pages. A minus sign (-) EXCLUDES a word, and quotation marks search for an exact phrase.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scholarship site:gov.ph</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The site: operator limits results to one domain, so site:gov.ph shows only government pages. A minus sign (-) EXCLUDES a word, and quotation marks search for an exact phrase.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2000" b="1" dirty="0">
                <a:solidFill>
                  <a:srgbClr val="EAF2FF"/>
                </a:solidFill>
                <a:latin typeface="Calibri" pitchFamily="34" charset="0"/>
                <a:ea typeface="Calibri" pitchFamily="34" charset="-122"/>
                <a:cs typeface="Calibri" pitchFamily="34" charset="-120"/>
              </a:rPr>
              <a:t>Correct answer: A. scholarship site:gov.ph</a:t>
            </a:r>
            <a:endParaRPr lang="en-US" sz="20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The site: operator limits results to one domain, so site:gov.ph shows only government pages. A minus sign (-) EXCLUDES a word, and quotation marks search for an exact phrase.</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"Did you even read the question?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One search operator tells the engine which SITE to look inside.</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"That shield is now MY shield. Hehehe!"</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One search operator tells the engine which SITE to look inside.</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For a research paper on typhoon safety, which source is the MOST reliable?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A meme page with 1 million followers</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An anonymous comment on a forum</a:t>
            </a:r>
            <a:endParaRPr lang="en-US" sz="16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The national weather bureau's official .gov.ph website</a:t>
            </a:r>
            <a:endParaRPr lang="en-US" sz="16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A site titled 'SHOCKING typhoon secrets!!!'</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For a research paper on typhoon safety, which source is the MOST reliable?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A meme page with 1 million followers</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An anonymous comment on a forum</a:t>
            </a:r>
            <a:endParaRPr lang="en-US" sz="16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The national weather bureau's official .gov.ph website</a:t>
            </a:r>
            <a:endParaRPr lang="en-US" sz="16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A site titled 'SHOCKING typhoon secrets!!!'</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2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For a research paper on typhoon safety, which source is the MOST reliable?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A meme page with 1 million followers</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An anonymous comment on a forum</a:t>
            </a:r>
            <a:endParaRPr lang="en-US" sz="16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The national weather bureau's official .gov.ph website</a:t>
            </a:r>
            <a:endParaRPr lang="en-US" sz="16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A site titled 'SHOCKING typhoon secrets!!!'</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C. The national weather bureau's official .gov.ph website</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Check a source's authority, accuracy, and purpose. Official government and academic websites are written by experts who are accountable for the information. Clickbait and anonymous posts are not.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C. The national weather bureau's official .gov.ph website</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Check a source's authority, accuracy, and purpose. Official government and academic websites are written by experts who are accountable for the information. Clickbait and anonymous posts are not.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C. The national weather bureau's official .gov.ph website</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Check a source's authority, accuracy, and purpose. Official government and academic websites are written by experts who are accountable for the information. Clickbait and anonymous posts are not.</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SECTOR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4BF0A0"/>
          </a:solidFill>
          <a:ln w="12700">
            <a:solidFill>
              <a:srgbClr val="4BF0A0"/>
            </a:solidFill>
            <a:prstDash val="solid"/>
          </a:ln>
        </p:spPr>
      </p:sp>
      <p:sp>
        <p:nvSpPr>
          <p:cNvPr id="23" name="Shape 12"/>
          <p:cNvSpPr/>
          <p:nvPr/>
        </p:nvSpPr>
        <p:spPr>
          <a:xfrm>
            <a:off x="4572000" y="5230368"/>
            <a:ext cx="777240" cy="274320"/>
          </a:xfrm>
          <a:prstGeom prst="roundRect">
            <a:avLst>
              <a:gd name="adj" fmla="val 20000"/>
            </a:avLst>
          </a:prstGeom>
          <a:solidFill>
            <a:srgbClr val="1A2353"/>
          </a:solidFill>
          <a:ln w="12700">
            <a:solidFill>
              <a:srgbClr val="3A4370"/>
            </a:solidFill>
            <a:prstDash val="solid"/>
          </a:ln>
        </p:spPr>
      </p:sp>
      <p:sp>
        <p:nvSpPr>
          <p:cNvPr id="24" name="Text 13"/>
          <p:cNvSpPr txBox="1"/>
          <p:nvPr/>
        </p:nvSpPr>
        <p:spPr>
          <a:xfrm>
            <a:off x="55778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2 of 3 cleared</a:t>
            </a:r>
            <a:endParaRPr lang="en-US" sz="1200" dirty="0"/>
          </a:p>
        </p:txBody>
      </p:sp>
      <p:sp>
        <p:nvSpPr>
          <p:cNvPr id="25"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"Hehehe! Wrong answer. Say goodbye to a shield!"</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Who is the real expert, and who is accountable for the information?</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"Did you even read the question?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Who is the real expert, and who is accountable for the information?</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finds a cool image online for the group's game. What is the RIGHT way to use it?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Download it, because everything online is free</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Crop out the watermark first</a:t>
            </a:r>
            <a:endParaRPr lang="en-US" sz="16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Use a free or Creative Commons image and credit the creator</a:t>
            </a:r>
            <a:endParaRPr lang="en-US" sz="16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Say that you drew it yourself</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finds a cool image online for the group's game. What is the RIGHT way to use it?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Download it, because everything online is free</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Crop out the watermark first</a:t>
            </a:r>
            <a:endParaRPr lang="en-US" sz="16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Use a free or Creative Commons image and credit the creator</a:t>
            </a:r>
            <a:endParaRPr lang="en-US" sz="16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Say that you drew it yourself</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QUESTION 3 OF 3</a:t>
            </a:r>
            <a:endParaRPr lang="en-US" sz="1300" dirty="0"/>
          </a:p>
        </p:txBody>
      </p:sp>
      <p:pic>
        <p:nvPicPr>
          <p:cNvPr id="14" name="Image 7" descr="/tmp/claude-0/-home-user-ashton212123/6ae88841-e158-5430-ba3a-d930461fce9f/scratchpad/build/assets/byte.png">    </p:cNvPr>
          <p:cNvPicPr>
            <a:picLocks noChangeAspect="1"/>
          </p:cNvPicPr>
          <p:nvPr/>
        </p:nvPicPr>
        <p:blipFill>
          <a:blip r:embed="rId8"/>
          <a:stretch>
            <a:fillRect/>
          </a:stretch>
        </p:blipFill>
        <p:spPr>
          <a:xfrm>
            <a:off x="548640" y="1234440"/>
            <a:ext cx="1234440" cy="1929384"/>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9BE564"/>
            </a:solidFill>
            <a:prstDash val="solid"/>
          </a:ln>
          <a:effectLst>
            <a:outerShdw sx="100000" sy="100000" kx="0" ky="0" algn="bl" rotWithShape="0" blurRad="203200" dist="50800" dir="5400000">
              <a:srgbClr val="9BE564">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Kai finds a cool image online for the group's game. What is the RIGHT way to use it?</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Download it, because everything online is free</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2"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Crop out the watermark first</a:t>
            </a:r>
            <a:endParaRPr lang="en-US" sz="1600" dirty="0"/>
          </a:p>
        </p:txBody>
      </p:sp>
      <p:sp>
        <p:nvSpPr>
          <p:cNvPr id="20" name="Link - Answer B badge">
            <a:hlinkClick r:id="rId12" action="ppaction://hlinksldjump" highlightClick="1"/>
          </p:cNvPr>
          <p:cNvSpPr txBox="1"/>
          <p:nvPr/>
        </p:nvSpPr>
        <p:spPr>
          <a:xfrm>
            <a:off x="6446520" y="381762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3"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Use a free or Creative Commons image and credit the creator</a:t>
            </a:r>
            <a:endParaRPr lang="en-US" sz="1600" dirty="0"/>
          </a:p>
        </p:txBody>
      </p:sp>
      <p:sp>
        <p:nvSpPr>
          <p:cNvPr id="22" name="Link - Answer C badge">
            <a:hlinkClick r:id="rId13" action="ppaction://hlinksldjump" highlightClick="1"/>
          </p:cNvPr>
          <p:cNvSpPr txBox="1"/>
          <p:nvPr/>
        </p:nvSpPr>
        <p:spPr>
          <a:xfrm>
            <a:off x="658368"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9BE564"/>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Say that you drew it yourself</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9BE564"/>
          </a:solidFill>
          <a:ln w="12700">
            <a:solidFill>
              <a:srgbClr val="9BE564"/>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C. Use a free or Creative Commons image and credit the creator</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Images are intellectual property. Use royalty-free or Creative Commons images (or ask permission), and always credit the creator. Removing watermarks or claiming someone's work is plagiarism.</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4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6</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C. Use a free or Creative Commons image and credit the creator</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Images are intellectual property. Use royalty-free or Creative Commons images (or ask permission), and always credit the creator. Removing watermarks or claiming someone's work is plagiarism.</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4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6</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3"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C. Use a free or Creative Commons image and credit the creator</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Images are intellectual property. Use royalty-free or Creative Commons images (or ask permission), and always credit the creator. Removing watermarks or claiming someone's work is plagiarism.</a:t>
            </a:r>
            <a:endParaRPr lang="en-US" sz="1800" dirty="0"/>
          </a:p>
        </p:txBody>
      </p:sp>
      <p:sp>
        <p:nvSpPr>
          <p:cNvPr id="20" name="Shape 9"/>
          <p:cNvSpPr/>
          <p:nvPr/>
        </p:nvSpPr>
        <p:spPr>
          <a:xfrm>
            <a:off x="2743200" y="4709160"/>
            <a:ext cx="6035040" cy="1463040"/>
          </a:xfrm>
          <a:prstGeom prst="roundRect">
            <a:avLst>
              <a:gd name="adj" fmla="val 7500"/>
            </a:avLst>
          </a:prstGeom>
          <a:solidFill>
            <a:srgbClr val="121A3F">
              <a:alpha val="94000"/>
            </a:srgbClr>
          </a:solidFill>
          <a:ln w="25400">
            <a:solidFill>
              <a:srgbClr val="FFC233"/>
            </a:solidFill>
            <a:prstDash val="solid"/>
          </a:ln>
          <a:effectLst>
            <a:outerShdw sx="100000" sy="100000" kx="0" ky="0" algn="bl" rotWithShape="0" blurRad="203200" dist="50800" dir="5400000">
              <a:srgbClr val="FFC233">
                <a:alpha val="45000"/>
              </a:srgbClr>
            </a:outerShdw>
          </a:effectLst>
        </p:spPr>
      </p:sp>
      <p:pic>
        <p:nvPicPr>
          <p:cNvPr id="21" name="Image 9" descr="/tmp/claude-0/-home-user-ashton212123/6ae88841-e158-5430-ba3a-d930461fce9f/scratchpad/build/assets/chip.png">    </p:cNvPr>
          <p:cNvPicPr>
            <a:picLocks noChangeAspect="1"/>
          </p:cNvPicPr>
          <p:nvPr/>
        </p:nvPicPr>
        <p:blipFill>
          <a:blip r:embed="rId10"/>
          <a:stretch>
            <a:fillRect/>
          </a:stretch>
        </p:blipFill>
        <p:spPr>
          <a:xfrm>
            <a:off x="3017520" y="5010912"/>
            <a:ext cx="914400" cy="841248"/>
          </a:xfrm>
          <a:prstGeom prst="rect">
            <a:avLst/>
          </a:prstGeom>
        </p:spPr>
      </p:pic>
      <p:sp>
        <p:nvSpPr>
          <p:cNvPr id="22" name="Text 10"/>
          <p:cNvSpPr txBox="1"/>
          <p:nvPr/>
        </p:nvSpPr>
        <p:spPr>
          <a:xfrm>
            <a:off x="4114800" y="4864608"/>
            <a:ext cx="3200400" cy="548640"/>
          </a:xfrm>
          <a:prstGeom prst="rect">
            <a:avLst/>
          </a:prstGeom>
          <a:noFill/>
          <a:ln/>
        </p:spPr>
        <p:txBody>
          <a:bodyPr wrap="square" lIns="0" tIns="0" rIns="0" bIns="0" rtlCol="0" anchor="ctr"/>
          <a:lstStyle/>
          <a:p>
            <a:pPr indent="0" marL="0">
              <a:buNone/>
            </a:pPr>
            <a:r>
              <a:rPr lang="en-US" sz="1400" dirty="0">
                <a:solidFill>
                  <a:srgbClr val="FFC233"/>
                </a:solidFill>
                <a:latin typeface="Arial Black" pitchFamily="34" charset="0"/>
                <a:ea typeface="Arial Black" pitchFamily="34" charset="-122"/>
                <a:cs typeface="Arial Black" pitchFamily="34" charset="-120"/>
              </a:rPr>
              <a:t>CODE FRAGMENT 4 OF 4 FOUND!</a:t>
            </a:r>
            <a:endParaRPr lang="en-US" sz="1400" dirty="0"/>
          </a:p>
        </p:txBody>
      </p:sp>
      <p:sp>
        <p:nvSpPr>
          <p:cNvPr id="23" name="Text 11"/>
          <p:cNvSpPr txBox="1"/>
          <p:nvPr/>
        </p:nvSpPr>
        <p:spPr>
          <a:xfrm>
            <a:off x="4114800" y="5413248"/>
            <a:ext cx="3108960" cy="640080"/>
          </a:xfrm>
          <a:prstGeom prst="rect">
            <a:avLst/>
          </a:prstGeom>
          <a:noFill/>
          <a:ln/>
        </p:spPr>
        <p:txBody>
          <a:bodyPr wrap="square" lIns="0" tIns="0" rIns="0" bIns="0" rtlCol="0" anchor="t"/>
          <a:lstStyle/>
          <a:p>
            <a:pPr indent="0" marL="0">
              <a:buNone/>
            </a:pPr>
            <a:r>
              <a:rPr lang="en-US" sz="1300" dirty="0">
                <a:solidFill>
                  <a:srgbClr val="9AA6D9"/>
                </a:solidFill>
                <a:latin typeface="Calibri" pitchFamily="34" charset="0"/>
                <a:ea typeface="Calibri" pitchFamily="34" charset="-122"/>
                <a:cs typeface="Calibri" pitchFamily="34" charset="-120"/>
              </a:rPr>
              <a:t>Write it down. You will need it at the ESC Gate!</a:t>
            </a:r>
            <a:endParaRPr lang="en-US" sz="1300" dirty="0"/>
          </a:p>
        </p:txBody>
      </p:sp>
      <p:sp>
        <p:nvSpPr>
          <p:cNvPr id="24" name="Text 12"/>
          <p:cNvSpPr txBox="1"/>
          <p:nvPr/>
        </p:nvSpPr>
        <p:spPr>
          <a:xfrm>
            <a:off x="7498080" y="4892040"/>
            <a:ext cx="1097280" cy="1097280"/>
          </a:xfrm>
          <a:prstGeom prst="roundRect">
            <a:avLst>
              <a:gd name="adj" fmla="val 8333"/>
            </a:avLst>
          </a:prstGeom>
          <a:solidFill>
            <a:srgbClr val="0A0F24"/>
          </a:solidFill>
          <a:ln w="25400">
            <a:solidFill>
              <a:srgbClr val="FFC233"/>
            </a:solidFill>
          </a:ln>
        </p:spPr>
        <p:txBody>
          <a:bodyPr wrap="square" lIns="0" tIns="0" rIns="0" bIns="0" rtlCol="0" anchor="ctr"/>
          <a:lstStyle/>
          <a:p>
            <a:pPr algn="ctr" indent="0" marL="0">
              <a:buNone/>
            </a:pPr>
            <a:r>
              <a:rPr lang="en-US" sz="5400" b="1" dirty="0">
                <a:solidFill>
                  <a:srgbClr val="FFC233"/>
                </a:solidFill>
                <a:latin typeface="Courier New" pitchFamily="34" charset="0"/>
                <a:ea typeface="Courier New" pitchFamily="34" charset="-122"/>
                <a:cs typeface="Courier New" pitchFamily="34" charset="-120"/>
              </a:rPr>
              <a:t>6</a:t>
            </a:r>
            <a:endParaRPr lang="en-US" sz="5400" dirty="0"/>
          </a:p>
        </p:txBody>
      </p:sp>
      <p:sp>
        <p:nvSpPr>
          <p:cNvPr id="25" name="Link - CONTINUE">
            <a:hlinkClick r:id="rId14"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5" name="snd_correct.wav"/>
      </p:stSnd>
    </p:sndAc>
  </p:transition>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"ERROR 404: Correct answer not found!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Respect the creator's rights, and always give credit.</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9BE564"/>
                </a:solidFill>
                <a:latin typeface="Courier New" pitchFamily="34" charset="0"/>
                <a:ea typeface="Courier New" pitchFamily="34" charset="-122"/>
                <a:cs typeface="Courier New" pitchFamily="34" charset="-120"/>
              </a:rPr>
              <a:t>&gt; SECTOR 04 // SEARCH MAZE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_empty.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"Hehehe! Wrong answer. Say goodbye to a shield!"</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Respect the creator's rights, and always give credit.</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ENTERING NULL'S CORE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72585"/>
            </a:solidFill>
            <a:prstDash val="solid"/>
          </a:ln>
          <a:effectLst>
            <a:outerShdw sx="100000" sy="100000" kx="0" ky="0" algn="bl" rotWithShape="0" blurRad="152400" dist="50800" dir="5400000">
              <a:srgbClr val="F72585">
                <a:alpha val="45000"/>
              </a:srgbClr>
            </a:outerShdw>
          </a:effectLst>
        </p:spPr>
      </p:sp>
      <p:pic>
        <p:nvPicPr>
          <p:cNvPr id="14" name="Image 7" descr="/tmp/claude-0/-home-user-ashton212123/6ae88841-e158-5430-ba3a-d930461fce9f/scratchpad/build/assets/icons/FaBug_F7258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72585"/>
                </a:solidFill>
                <a:latin typeface="Courier New" pitchFamily="34" charset="0"/>
                <a:ea typeface="Courier New" pitchFamily="34" charset="-122"/>
                <a:cs typeface="Courier New" pitchFamily="34" charset="-120"/>
              </a:rPr>
              <a:t>FINAL SECTOR</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NULL'S CORE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Final Challenge: Think Before You Click</a:t>
            </a:r>
            <a:endParaRPr lang="en-US" sz="1600" dirty="0"/>
          </a:p>
        </p:txBody>
      </p:sp>
      <p:pic>
        <p:nvPicPr>
          <p:cNvPr id="18" name="Image 8" descr="/tmp/claude-0/-home-user-ashton212123/6ae88841-e158-5430-ba3a-d930461fce9f/scratchpad/build/assets/null.png">    </p:cNvPr>
          <p:cNvPicPr>
            <a:picLocks noChangeAspect="1"/>
          </p:cNvPicPr>
          <p:nvPr/>
        </p:nvPicPr>
        <p:blipFill>
          <a:blip r:embed="rId9"/>
          <a:stretch>
            <a:fillRect/>
          </a:stretch>
        </p:blipFill>
        <p:spPr>
          <a:xfrm>
            <a:off x="548640" y="3246120"/>
            <a:ext cx="1828800" cy="173736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You made it to the heart of the system! NULL guards the ESC Gate here. Beat NULL's final question, then use your 4 Code Fragments to unlock the gate. Don't lose your shields now!</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4BF0A0"/>
          </a:solidFill>
          <a:ln w="25400">
            <a:solidFill>
              <a:srgbClr val="4BF0A0"/>
            </a:solidFill>
            <a:prstDash val="solid"/>
          </a:ln>
        </p:spPr>
      </p:sp>
      <p:pic>
        <p:nvPicPr>
          <p:cNvPr id="34" name="Image 12" descr="/tmp/claude-0/-home-user-ashton212123/6ae88841-e158-5430-ba3a-d930461fce9f/scratchpad/build/assets/icons/FaCheck_0A0F24.png">    </p:cNvPr>
          <p:cNvPicPr>
            <a:picLocks noChangeAspect="1"/>
          </p:cNvPicPr>
          <p:nvPr/>
        </p:nvPicPr>
        <p:blipFill>
          <a:blip r:embed="rId13"/>
          <a:stretch>
            <a:fillRect/>
          </a:stretch>
        </p:blipFill>
        <p:spPr>
          <a:xfrm>
            <a:off x="5622463" y="5366431"/>
            <a:ext cx="294803" cy="294803"/>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31750">
            <a:solidFill>
              <a:srgbClr val="F72585"/>
            </a:solidFill>
            <a:prstDash val="solid"/>
          </a:ln>
          <a:effectLst>
            <a:outerShdw sx="100000" sy="100000" kx="0" ky="0" algn="bl" rotWithShape="0" blurRad="152400" dist="50800" dir="5400000">
              <a:srgbClr val="F72585">
                <a:alpha val="45000"/>
              </a:srgbClr>
            </a:outerShdw>
          </a:effectLst>
        </p:spPr>
      </p:sp>
      <p:pic>
        <p:nvPicPr>
          <p:cNvPr id="37" name="Image 13" descr="/tmp/claude-0/-home-user-ashton212123/6ae88841-e158-5430-ba3a-d930461fce9f/scratchpad/build/assets/icons/FaBug_F72585.png">    </p:cNvPr>
          <p:cNvPicPr>
            <a:picLocks noChangeAspect="1"/>
          </p:cNvPicPr>
          <p:nvPr/>
        </p:nvPicPr>
        <p:blipFill>
          <a:blip r:embed="rId14"/>
          <a:stretch>
            <a:fillRect/>
          </a:stretch>
        </p:blipFill>
        <p:spPr>
          <a:xfrm>
            <a:off x="7199986" y="5343754"/>
            <a:ext cx="340157" cy="340157"/>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F72585"/>
                </a:solidFill>
                <a:latin typeface="Courier New" pitchFamily="34" charset="0"/>
                <a:ea typeface="Courier New" pitchFamily="34" charset="-122"/>
                <a:cs typeface="Courier New" pitchFamily="34" charset="-120"/>
              </a:rPr>
              <a:t>CORE</a:t>
            </a:r>
            <a:endParaRPr lang="en-US" sz="900" dirty="0"/>
          </a:p>
        </p:txBody>
      </p:sp>
      <p:sp>
        <p:nvSpPr>
          <p:cNvPr id="39" name="Link - FACE NULL">
            <a:hlinkClick r:id="rId18" action="ppaction://hlinksldjump" highlightClick="1"/>
          </p:cNvPr>
          <p:cNvSpPr txBox="1"/>
          <p:nvPr/>
        </p:nvSpPr>
        <p:spPr>
          <a:xfrm>
            <a:off x="9144000" y="5257800"/>
            <a:ext cx="2587752" cy="731520"/>
          </a:xfrm>
          <a:prstGeom prst="roundRect">
            <a:avLst>
              <a:gd name="adj" fmla="val 12500"/>
            </a:avLst>
          </a:prstGeom>
          <a:solidFill>
            <a:srgbClr val="F72585"/>
          </a:solidFill>
          <a:ln w="25400">
            <a:solidFill>
              <a:srgbClr val="F72585"/>
            </a:solidFill>
          </a:ln>
          <a:effectLst>
            <a:outerShdw sx="100000" sy="100000" kx="0" ky="0" algn="bl" rotWithShape="0" blurRad="177800" dist="50800" dir="5400000">
              <a:srgbClr val="F7258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FACE NULL</a:t>
            </a:r>
            <a:endParaRPr lang="en-US" sz="1600" dirty="0"/>
          </a:p>
        </p:txBody>
      </p:sp>
    </p:spTree>
  </p:cSld>
  <p:clrMapOvr>
    <a:masterClrMapping/>
  </p:clrMapOvr>
  <p:transition spd="med" advClick="0">
    <p:fade/>
  </p:transition>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ENTERING NULL'S CORE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72585"/>
            </a:solidFill>
            <a:prstDash val="solid"/>
          </a:ln>
          <a:effectLst>
            <a:outerShdw sx="100000" sy="100000" kx="0" ky="0" algn="bl" rotWithShape="0" blurRad="152400" dist="50800" dir="5400000">
              <a:srgbClr val="F72585">
                <a:alpha val="45000"/>
              </a:srgbClr>
            </a:outerShdw>
          </a:effectLst>
        </p:spPr>
      </p:sp>
      <p:pic>
        <p:nvPicPr>
          <p:cNvPr id="14" name="Image 7" descr="/tmp/claude-0/-home-user-ashton212123/6ae88841-e158-5430-ba3a-d930461fce9f/scratchpad/build/assets/icons/FaBug_F7258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72585"/>
                </a:solidFill>
                <a:latin typeface="Courier New" pitchFamily="34" charset="0"/>
                <a:ea typeface="Courier New" pitchFamily="34" charset="-122"/>
                <a:cs typeface="Courier New" pitchFamily="34" charset="-120"/>
              </a:rPr>
              <a:t>FINAL SECTOR</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NULL'S CORE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Final Challenge: Think Before You Click</a:t>
            </a:r>
            <a:endParaRPr lang="en-US" sz="1600" dirty="0"/>
          </a:p>
        </p:txBody>
      </p:sp>
      <p:pic>
        <p:nvPicPr>
          <p:cNvPr id="18" name="Image 8" descr="/tmp/claude-0/-home-user-ashton212123/6ae88841-e158-5430-ba3a-d930461fce9f/scratchpad/build/assets/null.png">    </p:cNvPr>
          <p:cNvPicPr>
            <a:picLocks noChangeAspect="1"/>
          </p:cNvPicPr>
          <p:nvPr/>
        </p:nvPicPr>
        <p:blipFill>
          <a:blip r:embed="rId9"/>
          <a:stretch>
            <a:fillRect/>
          </a:stretch>
        </p:blipFill>
        <p:spPr>
          <a:xfrm>
            <a:off x="548640" y="3246120"/>
            <a:ext cx="1828800" cy="173736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You made it to the heart of the system! NULL guards the ESC Gate here. Beat NULL's final question, then use your 4 Code Fragments to unlock the gate. Don't lose your shields now!</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4BF0A0"/>
          </a:solidFill>
          <a:ln w="25400">
            <a:solidFill>
              <a:srgbClr val="4BF0A0"/>
            </a:solidFill>
            <a:prstDash val="solid"/>
          </a:ln>
        </p:spPr>
      </p:sp>
      <p:pic>
        <p:nvPicPr>
          <p:cNvPr id="34" name="Image 12" descr="/tmp/claude-0/-home-user-ashton212123/6ae88841-e158-5430-ba3a-d930461fce9f/scratchpad/build/assets/icons/FaCheck_0A0F24.png">    </p:cNvPr>
          <p:cNvPicPr>
            <a:picLocks noChangeAspect="1"/>
          </p:cNvPicPr>
          <p:nvPr/>
        </p:nvPicPr>
        <p:blipFill>
          <a:blip r:embed="rId13"/>
          <a:stretch>
            <a:fillRect/>
          </a:stretch>
        </p:blipFill>
        <p:spPr>
          <a:xfrm>
            <a:off x="5622463" y="5366431"/>
            <a:ext cx="294803" cy="294803"/>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31750">
            <a:solidFill>
              <a:srgbClr val="F72585"/>
            </a:solidFill>
            <a:prstDash val="solid"/>
          </a:ln>
          <a:effectLst>
            <a:outerShdw sx="100000" sy="100000" kx="0" ky="0" algn="bl" rotWithShape="0" blurRad="152400" dist="50800" dir="5400000">
              <a:srgbClr val="F72585">
                <a:alpha val="45000"/>
              </a:srgbClr>
            </a:outerShdw>
          </a:effectLst>
        </p:spPr>
      </p:sp>
      <p:pic>
        <p:nvPicPr>
          <p:cNvPr id="37" name="Image 13" descr="/tmp/claude-0/-home-user-ashton212123/6ae88841-e158-5430-ba3a-d930461fce9f/scratchpad/build/assets/icons/FaBug_F72585.png">    </p:cNvPr>
          <p:cNvPicPr>
            <a:picLocks noChangeAspect="1"/>
          </p:cNvPicPr>
          <p:nvPr/>
        </p:nvPicPr>
        <p:blipFill>
          <a:blip r:embed="rId14"/>
          <a:stretch>
            <a:fillRect/>
          </a:stretch>
        </p:blipFill>
        <p:spPr>
          <a:xfrm>
            <a:off x="7199986" y="5343754"/>
            <a:ext cx="340157" cy="340157"/>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F72585"/>
                </a:solidFill>
                <a:latin typeface="Courier New" pitchFamily="34" charset="0"/>
                <a:ea typeface="Courier New" pitchFamily="34" charset="-122"/>
                <a:cs typeface="Courier New" pitchFamily="34" charset="-120"/>
              </a:rPr>
              <a:t>CORE</a:t>
            </a:r>
            <a:endParaRPr lang="en-US" sz="900" dirty="0"/>
          </a:p>
        </p:txBody>
      </p:sp>
      <p:sp>
        <p:nvSpPr>
          <p:cNvPr id="39" name="Link - FACE NULL">
            <a:hlinkClick r:id="rId18" action="ppaction://hlinksldjump" highlightClick="1"/>
          </p:cNvPr>
          <p:cNvSpPr txBox="1"/>
          <p:nvPr/>
        </p:nvSpPr>
        <p:spPr>
          <a:xfrm>
            <a:off x="9144000" y="5257800"/>
            <a:ext cx="2587752" cy="731520"/>
          </a:xfrm>
          <a:prstGeom prst="roundRect">
            <a:avLst>
              <a:gd name="adj" fmla="val 12500"/>
            </a:avLst>
          </a:prstGeom>
          <a:solidFill>
            <a:srgbClr val="F72585"/>
          </a:solidFill>
          <a:ln w="25400">
            <a:solidFill>
              <a:srgbClr val="F72585"/>
            </a:solidFill>
          </a:ln>
          <a:effectLst>
            <a:outerShdw sx="100000" sy="100000" kx="0" ky="0" algn="bl" rotWithShape="0" blurRad="177800" dist="50800" dir="5400000">
              <a:srgbClr val="F7258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FACE NULL</a:t>
            </a:r>
            <a:endParaRPr lang="en-US" sz="1600" dirty="0"/>
          </a:p>
        </p:txBody>
      </p:sp>
    </p:spTree>
  </p:cSld>
  <p:clrMapOvr>
    <a:masterClrMapping/>
  </p:clrMapOvr>
  <p:transition spd="med" advClick="0">
    <p:fade/>
  </p:transition>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ENTERING NULL'S CORE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7"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Shape 4"/>
          <p:cNvSpPr/>
          <p:nvPr/>
        </p:nvSpPr>
        <p:spPr>
          <a:xfrm>
            <a:off x="548640" y="1097280"/>
            <a:ext cx="1828800" cy="1828800"/>
          </a:xfrm>
          <a:prstGeom prst="ellipse">
            <a:avLst/>
          </a:prstGeom>
          <a:solidFill>
            <a:srgbClr val="1A2353"/>
          </a:solidFill>
          <a:ln w="38100">
            <a:solidFill>
              <a:srgbClr val="F72585"/>
            </a:solidFill>
            <a:prstDash val="solid"/>
          </a:ln>
          <a:effectLst>
            <a:outerShdw sx="100000" sy="100000" kx="0" ky="0" algn="bl" rotWithShape="0" blurRad="152400" dist="50800" dir="5400000">
              <a:srgbClr val="F72585">
                <a:alpha val="45000"/>
              </a:srgbClr>
            </a:outerShdw>
          </a:effectLst>
        </p:spPr>
      </p:sp>
      <p:pic>
        <p:nvPicPr>
          <p:cNvPr id="14" name="Image 7" descr="/tmp/claude-0/-home-user-ashton212123/6ae88841-e158-5430-ba3a-d930461fce9f/scratchpad/build/assets/icons/FaBug_F72585.png">    </p:cNvPr>
          <p:cNvPicPr>
            <a:picLocks noChangeAspect="1"/>
          </p:cNvPicPr>
          <p:nvPr/>
        </p:nvPicPr>
        <p:blipFill>
          <a:blip r:embed="rId8"/>
          <a:stretch>
            <a:fillRect/>
          </a:stretch>
        </p:blipFill>
        <p:spPr>
          <a:xfrm>
            <a:off x="950976" y="1499616"/>
            <a:ext cx="1024128" cy="1024128"/>
          </a:xfrm>
          <a:prstGeom prst="rect">
            <a:avLst/>
          </a:prstGeom>
        </p:spPr>
      </p:pic>
      <p:sp>
        <p:nvSpPr>
          <p:cNvPr id="15" name="Text 5"/>
          <p:cNvSpPr txBox="1"/>
          <p:nvPr/>
        </p:nvSpPr>
        <p:spPr>
          <a:xfrm>
            <a:off x="2743200" y="1115568"/>
            <a:ext cx="5486400" cy="365760"/>
          </a:xfrm>
          <a:prstGeom prst="rect">
            <a:avLst/>
          </a:prstGeom>
          <a:noFill/>
          <a:ln/>
        </p:spPr>
        <p:txBody>
          <a:bodyPr wrap="square" lIns="0" tIns="0" rIns="0" bIns="0" rtlCol="0" anchor="t"/>
          <a:lstStyle/>
          <a:p>
            <a:pPr indent="0" marL="0">
              <a:buNone/>
            </a:pPr>
            <a:r>
              <a:rPr lang="en-US" sz="1600" b="1" dirty="0">
                <a:solidFill>
                  <a:srgbClr val="F72585"/>
                </a:solidFill>
                <a:latin typeface="Courier New" pitchFamily="34" charset="0"/>
                <a:ea typeface="Courier New" pitchFamily="34" charset="-122"/>
                <a:cs typeface="Courier New" pitchFamily="34" charset="-120"/>
              </a:rPr>
              <a:t>FINAL SECTOR</a:t>
            </a:r>
            <a:endParaRPr lang="en-US" sz="1600" dirty="0"/>
          </a:p>
        </p:txBody>
      </p:sp>
      <p:sp>
        <p:nvSpPr>
          <p:cNvPr id="16" name="Text 6"/>
          <p:cNvSpPr txBox="1"/>
          <p:nvPr/>
        </p:nvSpPr>
        <p:spPr>
          <a:xfrm>
            <a:off x="2743200" y="1463040"/>
            <a:ext cx="8988552" cy="777240"/>
          </a:xfrm>
          <a:prstGeom prst="rect">
            <a:avLst/>
          </a:prstGeom>
          <a:noFill/>
          <a:ln/>
        </p:spPr>
        <p:txBody>
          <a:bodyPr wrap="square" lIns="0" tIns="0" rIns="0" bIns="0" rtlCol="0" anchor="t"/>
          <a:lstStyle/>
          <a:p>
            <a:pPr indent="0" marL="0">
              <a:buNone/>
            </a:pPr>
            <a:r>
              <a:rPr lang="en-US" sz="3600" dirty="0">
                <a:solidFill>
                  <a:srgbClr val="EAF2FF"/>
                </a:solidFill>
                <a:latin typeface="Arial Black" pitchFamily="34" charset="0"/>
                <a:ea typeface="Arial Black" pitchFamily="34" charset="-122"/>
                <a:cs typeface="Arial Black" pitchFamily="34" charset="-120"/>
              </a:rPr>
              <a:t>NULL'S CORE</a:t>
            </a:r>
            <a:endParaRPr lang="en-US" sz="3600" dirty="0"/>
          </a:p>
        </p:txBody>
      </p:sp>
      <p:sp>
        <p:nvSpPr>
          <p:cNvPr id="17" name="Text 7"/>
          <p:cNvSpPr txBox="1"/>
          <p:nvPr/>
        </p:nvSpPr>
        <p:spPr>
          <a:xfrm>
            <a:off x="2743200" y="2267712"/>
            <a:ext cx="8988552" cy="365760"/>
          </a:xfrm>
          <a:prstGeom prst="rect">
            <a:avLst/>
          </a:prstGeom>
          <a:noFill/>
          <a:ln/>
        </p:spPr>
        <p:txBody>
          <a:bodyPr wrap="square" lIns="0" tIns="0" rIns="0" bIns="0" rtlCol="0" anchor="t"/>
          <a:lstStyle/>
          <a:p>
            <a:pPr indent="0" marL="0">
              <a:buNone/>
            </a:pPr>
            <a:r>
              <a:rPr lang="en-US" sz="1600" dirty="0">
                <a:solidFill>
                  <a:srgbClr val="9AA6D9"/>
                </a:solidFill>
                <a:latin typeface="Calibri" pitchFamily="34" charset="0"/>
                <a:ea typeface="Calibri" pitchFamily="34" charset="-122"/>
                <a:cs typeface="Calibri" pitchFamily="34" charset="-120"/>
              </a:rPr>
              <a:t>E-Tech topic: Final Challenge: Think Before You Click</a:t>
            </a:r>
            <a:endParaRPr lang="en-US" sz="1600" dirty="0"/>
          </a:p>
        </p:txBody>
      </p:sp>
      <p:pic>
        <p:nvPicPr>
          <p:cNvPr id="18" name="Image 8" descr="/tmp/claude-0/-home-user-ashton212123/6ae88841-e158-5430-ba3a-d930461fce9f/scratchpad/build/assets/null.png">    </p:cNvPr>
          <p:cNvPicPr>
            <a:picLocks noChangeAspect="1"/>
          </p:cNvPicPr>
          <p:nvPr/>
        </p:nvPicPr>
        <p:blipFill>
          <a:blip r:embed="rId9"/>
          <a:stretch>
            <a:fillRect/>
          </a:stretch>
        </p:blipFill>
        <p:spPr>
          <a:xfrm>
            <a:off x="548640" y="3246120"/>
            <a:ext cx="1828800" cy="1737360"/>
          </a:xfrm>
          <a:prstGeom prst="rect">
            <a:avLst/>
          </a:prstGeom>
        </p:spPr>
      </p:pic>
      <p:sp>
        <p:nvSpPr>
          <p:cNvPr id="19" name="Shape 8"/>
          <p:cNvSpPr/>
          <p:nvPr/>
        </p:nvSpPr>
        <p:spPr>
          <a:xfrm>
            <a:off x="2743200" y="3017520"/>
            <a:ext cx="8988552" cy="1600200"/>
          </a:xfrm>
          <a:prstGeom prst="roundRect">
            <a:avLst>
              <a:gd name="adj" fmla="val 6857"/>
            </a:avLst>
          </a:prstGeom>
          <a:solidFill>
            <a:srgbClr val="121A3F">
              <a:alpha val="94000"/>
            </a:srgbClr>
          </a:solidFill>
          <a:ln w="22225">
            <a:solidFill>
              <a:srgbClr val="2DE2E6"/>
            </a:solidFill>
            <a:prstDash val="solid"/>
          </a:ln>
          <a:effectLst>
            <a:outerShdw sx="100000" sy="100000" kx="0" ky="0" algn="bl" rotWithShape="0" blurRad="203200" dist="50800" dir="5400000">
              <a:srgbClr val="2DE2E6">
                <a:alpha val="45000"/>
              </a:srgbClr>
            </a:outerShdw>
          </a:effectLst>
        </p:spPr>
      </p:sp>
      <p:sp>
        <p:nvSpPr>
          <p:cNvPr id="20" name="Text 9"/>
          <p:cNvSpPr txBox="1"/>
          <p:nvPr/>
        </p:nvSpPr>
        <p:spPr>
          <a:xfrm>
            <a:off x="3017520" y="2816352"/>
            <a:ext cx="1188720" cy="384048"/>
          </a:xfrm>
          <a:prstGeom prst="roundRect">
            <a:avLst>
              <a:gd name="adj" fmla="val 14286"/>
            </a:avLst>
          </a:prstGeom>
          <a:solidFill>
            <a:srgbClr val="2DE2E6"/>
          </a:solidFill>
          <a:ln/>
        </p:spPr>
        <p:txBody>
          <a:bodyPr wrap="square" lIns="0" tIns="0" rIns="0" bIns="0" rtlCol="0" anchor="ctr"/>
          <a:lstStyle/>
          <a:p>
            <a:pPr algn="ctr" indent="0" marL="0">
              <a:buNone/>
            </a:pPr>
            <a:r>
              <a:rPr lang="en-US" sz="1300" b="1" dirty="0">
                <a:solidFill>
                  <a:srgbClr val="0A0F24"/>
                </a:solidFill>
                <a:latin typeface="Courier New" pitchFamily="34" charset="0"/>
                <a:ea typeface="Courier New" pitchFamily="34" charset="-122"/>
                <a:cs typeface="Courier New" pitchFamily="34" charset="-120"/>
              </a:rPr>
              <a:t>BYTE</a:t>
            </a:r>
            <a:endParaRPr lang="en-US" sz="1300" dirty="0"/>
          </a:p>
        </p:txBody>
      </p:sp>
      <p:sp>
        <p:nvSpPr>
          <p:cNvPr id="21" name="Text 10"/>
          <p:cNvSpPr txBox="1"/>
          <p:nvPr/>
        </p:nvSpPr>
        <p:spPr>
          <a:xfrm>
            <a:off x="3063240" y="3364992"/>
            <a:ext cx="8348472" cy="1097280"/>
          </a:xfrm>
          <a:prstGeom prst="rect">
            <a:avLst/>
          </a:prstGeom>
          <a:noFill/>
          <a:ln/>
        </p:spPr>
        <p:txBody>
          <a:bodyPr wrap="square" lIns="0" tIns="0" rIns="0" bIns="0" rtlCol="0" anchor="t"/>
          <a:lstStyle/>
          <a:p>
            <a:pPr indent="0" marL="0">
              <a:spcAft>
                <a:spcPts val="400"/>
              </a:spcAft>
              <a:buNone/>
            </a:pPr>
            <a:r>
              <a:rPr lang="en-US" sz="1600" dirty="0">
                <a:solidFill>
                  <a:srgbClr val="EAF2FF"/>
                </a:solidFill>
                <a:latin typeface="Calibri" pitchFamily="34" charset="0"/>
                <a:ea typeface="Calibri" pitchFamily="34" charset="-122"/>
                <a:cs typeface="Calibri" pitchFamily="34" charset="-120"/>
              </a:rPr>
              <a:t>You made it to the heart of the system! NULL guards the ESC Gate here. Beat NULL's final question, then use your 4 Code Fragments to unlock the gate. Don't lose your shields now!</a:t>
            </a:r>
            <a:endParaRPr lang="en-US" sz="1600" dirty="0"/>
          </a:p>
        </p:txBody>
      </p:sp>
      <p:sp>
        <p:nvSpPr>
          <p:cNvPr id="22" name="Text 11"/>
          <p:cNvSpPr txBox="1"/>
          <p:nvPr/>
        </p:nvSpPr>
        <p:spPr>
          <a:xfrm>
            <a:off x="548640" y="4892040"/>
            <a:ext cx="2743200" cy="274320"/>
          </a:xfrm>
          <a:prstGeom prst="rect">
            <a:avLst/>
          </a:prstGeom>
          <a:noFill/>
          <a:ln/>
        </p:spPr>
        <p:txBody>
          <a:bodyPr wrap="square" lIns="0" tIns="0" rIns="0" bIns="0" rtlCol="0" anchor="t"/>
          <a:lstStyle/>
          <a:p>
            <a:pPr indent="0" marL="0">
              <a:buNone/>
            </a:pPr>
            <a:r>
              <a:rPr lang="en-US" sz="1000" b="1" dirty="0">
                <a:solidFill>
                  <a:srgbClr val="9AA6D9"/>
                </a:solidFill>
                <a:latin typeface="Courier New" pitchFamily="34" charset="0"/>
                <a:ea typeface="Courier New" pitchFamily="34" charset="-122"/>
                <a:cs typeface="Courier New" pitchFamily="34" charset="-120"/>
              </a:rPr>
              <a:t>MISSION MAP</a:t>
            </a:r>
            <a:endParaRPr lang="en-US" sz="1000" dirty="0"/>
          </a:p>
        </p:txBody>
      </p:sp>
      <p:sp>
        <p:nvSpPr>
          <p:cNvPr id="23" name="Shape 12"/>
          <p:cNvSpPr/>
          <p:nvPr/>
        </p:nvSpPr>
        <p:spPr>
          <a:xfrm>
            <a:off x="969264" y="5513832"/>
            <a:ext cx="6400800" cy="0"/>
          </a:xfrm>
          <a:prstGeom prst="line">
            <a:avLst/>
          </a:prstGeom>
          <a:noFill/>
          <a:ln w="38100">
            <a:solidFill>
              <a:srgbClr val="3A4370"/>
            </a:solidFill>
            <a:prstDash val="dash"/>
          </a:ln>
        </p:spPr>
      </p:sp>
      <p:sp>
        <p:nvSpPr>
          <p:cNvPr id="24" name="Shape 13"/>
          <p:cNvSpPr/>
          <p:nvPr/>
        </p:nvSpPr>
        <p:spPr>
          <a:xfrm>
            <a:off x="685800" y="5230368"/>
            <a:ext cx="566928" cy="566928"/>
          </a:xfrm>
          <a:prstGeom prst="ellipse">
            <a:avLst/>
          </a:prstGeom>
          <a:solidFill>
            <a:srgbClr val="4BF0A0"/>
          </a:solidFill>
          <a:ln w="25400">
            <a:solidFill>
              <a:srgbClr val="4BF0A0"/>
            </a:solidFill>
            <a:prstDash val="solid"/>
          </a:ln>
        </p:spPr>
      </p:sp>
      <p:pic>
        <p:nvPicPr>
          <p:cNvPr id="25" name="Image 9" descr="/tmp/claude-0/-home-user-ashton212123/6ae88841-e158-5430-ba3a-d930461fce9f/scratchpad/build/assets/icons/FaCheck_0A0F24.png">    </p:cNvPr>
          <p:cNvPicPr>
            <a:picLocks noChangeAspect="1"/>
          </p:cNvPicPr>
          <p:nvPr/>
        </p:nvPicPr>
        <p:blipFill>
          <a:blip r:embed="rId10"/>
          <a:stretch>
            <a:fillRect/>
          </a:stretch>
        </p:blipFill>
        <p:spPr>
          <a:xfrm>
            <a:off x="821863" y="5366431"/>
            <a:ext cx="294803" cy="294803"/>
          </a:xfrm>
          <a:prstGeom prst="rect">
            <a:avLst/>
          </a:prstGeom>
        </p:spPr>
      </p:pic>
      <p:sp>
        <p:nvSpPr>
          <p:cNvPr id="26" name="Text 14"/>
          <p:cNvSpPr txBox="1"/>
          <p:nvPr/>
        </p:nvSpPr>
        <p:spPr>
          <a:xfrm>
            <a:off x="2377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WEB</a:t>
            </a:r>
            <a:endParaRPr lang="en-US" sz="900" dirty="0"/>
          </a:p>
        </p:txBody>
      </p:sp>
      <p:sp>
        <p:nvSpPr>
          <p:cNvPr id="27" name="Shape 15"/>
          <p:cNvSpPr/>
          <p:nvPr/>
        </p:nvSpPr>
        <p:spPr>
          <a:xfrm>
            <a:off x="2286000" y="5230368"/>
            <a:ext cx="566928" cy="566928"/>
          </a:xfrm>
          <a:prstGeom prst="ellipse">
            <a:avLst/>
          </a:prstGeom>
          <a:solidFill>
            <a:srgbClr val="4BF0A0"/>
          </a:solidFill>
          <a:ln w="25400">
            <a:solidFill>
              <a:srgbClr val="4BF0A0"/>
            </a:solidFill>
            <a:prstDash val="solid"/>
          </a:ln>
        </p:spPr>
      </p:sp>
      <p:pic>
        <p:nvPicPr>
          <p:cNvPr id="28" name="Image 10" descr="/tmp/claude-0/-home-user-ashton212123/6ae88841-e158-5430-ba3a-d930461fce9f/scratchpad/build/assets/icons/FaCheck_0A0F24.png">    </p:cNvPr>
          <p:cNvPicPr>
            <a:picLocks noChangeAspect="1"/>
          </p:cNvPicPr>
          <p:nvPr/>
        </p:nvPicPr>
        <p:blipFill>
          <a:blip r:embed="rId11"/>
          <a:stretch>
            <a:fillRect/>
          </a:stretch>
        </p:blipFill>
        <p:spPr>
          <a:xfrm>
            <a:off x="2422063" y="5366431"/>
            <a:ext cx="294803" cy="294803"/>
          </a:xfrm>
          <a:prstGeom prst="rect">
            <a:avLst/>
          </a:prstGeom>
        </p:spPr>
      </p:pic>
      <p:sp>
        <p:nvSpPr>
          <p:cNvPr id="29" name="Text 16"/>
          <p:cNvSpPr txBox="1"/>
          <p:nvPr/>
        </p:nvSpPr>
        <p:spPr>
          <a:xfrm>
            <a:off x="18379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FIREWALL</a:t>
            </a:r>
            <a:endParaRPr lang="en-US" sz="900" dirty="0"/>
          </a:p>
        </p:txBody>
      </p:sp>
      <p:sp>
        <p:nvSpPr>
          <p:cNvPr id="30" name="Shape 17"/>
          <p:cNvSpPr/>
          <p:nvPr/>
        </p:nvSpPr>
        <p:spPr>
          <a:xfrm>
            <a:off x="3886200" y="5230368"/>
            <a:ext cx="566928" cy="566928"/>
          </a:xfrm>
          <a:prstGeom prst="ellipse">
            <a:avLst/>
          </a:prstGeom>
          <a:solidFill>
            <a:srgbClr val="4BF0A0"/>
          </a:solidFill>
          <a:ln w="25400">
            <a:solidFill>
              <a:srgbClr val="4BF0A0"/>
            </a:solidFill>
            <a:prstDash val="solid"/>
          </a:ln>
        </p:spPr>
      </p:sp>
      <p:pic>
        <p:nvPicPr>
          <p:cNvPr id="31" name="Image 11" descr="/tmp/claude-0/-home-user-ashton212123/6ae88841-e158-5430-ba3a-d930461fce9f/scratchpad/build/assets/icons/FaCheck_0A0F24.png">    </p:cNvPr>
          <p:cNvPicPr>
            <a:picLocks noChangeAspect="1"/>
          </p:cNvPicPr>
          <p:nvPr/>
        </p:nvPicPr>
        <p:blipFill>
          <a:blip r:embed="rId12"/>
          <a:stretch>
            <a:fillRect/>
          </a:stretch>
        </p:blipFill>
        <p:spPr>
          <a:xfrm>
            <a:off x="4022263" y="5366431"/>
            <a:ext cx="294803" cy="294803"/>
          </a:xfrm>
          <a:prstGeom prst="rect">
            <a:avLst/>
          </a:prstGeom>
        </p:spPr>
      </p:pic>
      <p:sp>
        <p:nvSpPr>
          <p:cNvPr id="32" name="Text 18"/>
          <p:cNvSpPr txBox="1"/>
          <p:nvPr/>
        </p:nvSpPr>
        <p:spPr>
          <a:xfrm>
            <a:off x="34381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ARCHIVES</a:t>
            </a:r>
            <a:endParaRPr lang="en-US" sz="900" dirty="0"/>
          </a:p>
        </p:txBody>
      </p:sp>
      <p:sp>
        <p:nvSpPr>
          <p:cNvPr id="33" name="Shape 19"/>
          <p:cNvSpPr/>
          <p:nvPr/>
        </p:nvSpPr>
        <p:spPr>
          <a:xfrm>
            <a:off x="5486400" y="5230368"/>
            <a:ext cx="566928" cy="566928"/>
          </a:xfrm>
          <a:prstGeom prst="ellipse">
            <a:avLst/>
          </a:prstGeom>
          <a:solidFill>
            <a:srgbClr val="4BF0A0"/>
          </a:solidFill>
          <a:ln w="25400">
            <a:solidFill>
              <a:srgbClr val="4BF0A0"/>
            </a:solidFill>
            <a:prstDash val="solid"/>
          </a:ln>
        </p:spPr>
      </p:sp>
      <p:pic>
        <p:nvPicPr>
          <p:cNvPr id="34" name="Image 12" descr="/tmp/claude-0/-home-user-ashton212123/6ae88841-e158-5430-ba3a-d930461fce9f/scratchpad/build/assets/icons/FaCheck_0A0F24.png">    </p:cNvPr>
          <p:cNvPicPr>
            <a:picLocks noChangeAspect="1"/>
          </p:cNvPicPr>
          <p:nvPr/>
        </p:nvPicPr>
        <p:blipFill>
          <a:blip r:embed="rId13"/>
          <a:stretch>
            <a:fillRect/>
          </a:stretch>
        </p:blipFill>
        <p:spPr>
          <a:xfrm>
            <a:off x="5622463" y="5366431"/>
            <a:ext cx="294803" cy="294803"/>
          </a:xfrm>
          <a:prstGeom prst="rect">
            <a:avLst/>
          </a:prstGeom>
        </p:spPr>
      </p:pic>
      <p:sp>
        <p:nvSpPr>
          <p:cNvPr id="35" name="Text 20"/>
          <p:cNvSpPr txBox="1"/>
          <p:nvPr/>
        </p:nvSpPr>
        <p:spPr>
          <a:xfrm>
            <a:off x="5038344" y="5852160"/>
            <a:ext cx="1463040" cy="256032"/>
          </a:xfrm>
          <a:prstGeom prst="rect">
            <a:avLst/>
          </a:prstGeom>
          <a:noFill/>
          <a:ln/>
        </p:spPr>
        <p:txBody>
          <a:bodyPr wrap="square" lIns="0" tIns="0" rIns="0" bIns="0" rtlCol="0" anchor="t"/>
          <a:lstStyle/>
          <a:p>
            <a:pPr algn="ctr" indent="0" marL="0">
              <a:buNone/>
            </a:pPr>
            <a:r>
              <a:rPr lang="en-US" sz="900" b="1" dirty="0">
                <a:solidFill>
                  <a:srgbClr val="4BF0A0"/>
                </a:solidFill>
                <a:latin typeface="Courier New" pitchFamily="34" charset="0"/>
                <a:ea typeface="Courier New" pitchFamily="34" charset="-122"/>
                <a:cs typeface="Courier New" pitchFamily="34" charset="-120"/>
              </a:rPr>
              <a:t>SEARCH</a:t>
            </a:r>
            <a:endParaRPr lang="en-US" sz="900" dirty="0"/>
          </a:p>
        </p:txBody>
      </p:sp>
      <p:sp>
        <p:nvSpPr>
          <p:cNvPr id="36" name="Shape 21"/>
          <p:cNvSpPr/>
          <p:nvPr/>
        </p:nvSpPr>
        <p:spPr>
          <a:xfrm>
            <a:off x="7086600" y="5230368"/>
            <a:ext cx="566928" cy="566928"/>
          </a:xfrm>
          <a:prstGeom prst="ellipse">
            <a:avLst/>
          </a:prstGeom>
          <a:solidFill>
            <a:srgbClr val="1A2353"/>
          </a:solidFill>
          <a:ln w="31750">
            <a:solidFill>
              <a:srgbClr val="F72585"/>
            </a:solidFill>
            <a:prstDash val="solid"/>
          </a:ln>
          <a:effectLst>
            <a:outerShdw sx="100000" sy="100000" kx="0" ky="0" algn="bl" rotWithShape="0" blurRad="152400" dist="50800" dir="5400000">
              <a:srgbClr val="F72585">
                <a:alpha val="45000"/>
              </a:srgbClr>
            </a:outerShdw>
          </a:effectLst>
        </p:spPr>
      </p:sp>
      <p:pic>
        <p:nvPicPr>
          <p:cNvPr id="37" name="Image 13" descr="/tmp/claude-0/-home-user-ashton212123/6ae88841-e158-5430-ba3a-d930461fce9f/scratchpad/build/assets/icons/FaBug_F72585.png">    </p:cNvPr>
          <p:cNvPicPr>
            <a:picLocks noChangeAspect="1"/>
          </p:cNvPicPr>
          <p:nvPr/>
        </p:nvPicPr>
        <p:blipFill>
          <a:blip r:embed="rId14"/>
          <a:stretch>
            <a:fillRect/>
          </a:stretch>
        </p:blipFill>
        <p:spPr>
          <a:xfrm>
            <a:off x="7199986" y="5343754"/>
            <a:ext cx="340157" cy="340157"/>
          </a:xfrm>
          <a:prstGeom prst="rect">
            <a:avLst/>
          </a:prstGeom>
        </p:spPr>
      </p:pic>
      <p:sp>
        <p:nvSpPr>
          <p:cNvPr id="38" name="Text 22"/>
          <p:cNvSpPr txBox="1"/>
          <p:nvPr/>
        </p:nvSpPr>
        <p:spPr>
          <a:xfrm>
            <a:off x="6638544" y="5852160"/>
            <a:ext cx="1463040" cy="256032"/>
          </a:xfrm>
          <a:prstGeom prst="rect">
            <a:avLst/>
          </a:prstGeom>
          <a:noFill/>
          <a:ln/>
        </p:spPr>
        <p:txBody>
          <a:bodyPr wrap="square" lIns="0" tIns="0" rIns="0" bIns="0" rtlCol="0" anchor="t"/>
          <a:lstStyle/>
          <a:p>
            <a:pPr algn="ctr" indent="0" marL="0">
              <a:buNone/>
            </a:pPr>
            <a:r>
              <a:rPr lang="en-US" sz="900" b="1" dirty="0">
                <a:solidFill>
                  <a:srgbClr val="F72585"/>
                </a:solidFill>
                <a:latin typeface="Courier New" pitchFamily="34" charset="0"/>
                <a:ea typeface="Courier New" pitchFamily="34" charset="-122"/>
                <a:cs typeface="Courier New" pitchFamily="34" charset="-120"/>
              </a:rPr>
              <a:t>CORE</a:t>
            </a:r>
            <a:endParaRPr lang="en-US" sz="900" dirty="0"/>
          </a:p>
        </p:txBody>
      </p:sp>
      <p:sp>
        <p:nvSpPr>
          <p:cNvPr id="39" name="Link - FACE NULL">
            <a:hlinkClick r:id="rId18" action="ppaction://hlinksldjump" highlightClick="1"/>
          </p:cNvPr>
          <p:cNvSpPr txBox="1"/>
          <p:nvPr/>
        </p:nvSpPr>
        <p:spPr>
          <a:xfrm>
            <a:off x="9144000" y="5257800"/>
            <a:ext cx="2587752" cy="731520"/>
          </a:xfrm>
          <a:prstGeom prst="roundRect">
            <a:avLst>
              <a:gd name="adj" fmla="val 12500"/>
            </a:avLst>
          </a:prstGeom>
          <a:solidFill>
            <a:srgbClr val="F72585"/>
          </a:solidFill>
          <a:ln w="25400">
            <a:solidFill>
              <a:srgbClr val="F72585"/>
            </a:solidFill>
          </a:ln>
          <a:effectLst>
            <a:outerShdw sx="100000" sy="100000" kx="0" ky="0" algn="bl" rotWithShape="0" blurRad="177800" dist="50800" dir="5400000">
              <a:srgbClr val="F7258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FACE NULL</a:t>
            </a:r>
            <a:endParaRPr lang="en-US" sz="1600" dirty="0"/>
          </a:p>
        </p:txBody>
      </p:sp>
    </p:spTree>
  </p:cSld>
  <p:clrMapOvr>
    <a:masterClrMapping/>
  </p:clrMapOvr>
  <p:transition spd="med" advClick="0">
    <p:fade/>
  </p:transition>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FINAL QUESTION</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"Before you leave, answer THIS! When my 'FREE PHONE' pop-up appeared, what SHOULD you have done?"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Click it fast before it disappears</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Close it without clicking and run an antivirus scan</a:t>
            </a:r>
            <a:endParaRPr lang="en-US" sz="16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Share it so your friends can win too</a:t>
            </a:r>
            <a:endParaRPr lang="en-US" sz="16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Type your name and address to claim it</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FINAL QUESTION</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"Before you leave, answer THIS! When my 'FREE PHONE' pop-up appeared, what SHOULD you have done?"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Click it fast before it disappears</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Close it without clicking and run an antivirus scan</a:t>
            </a:r>
            <a:endParaRPr lang="en-US" sz="16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Share it so your friends can win too</a:t>
            </a:r>
            <a:endParaRPr lang="en-US" sz="16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Type your name and address to claim it</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1"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FINAL QUESTION</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"Before you leave, answer THIS! When my 'FREE PHONE' pop-up appeared, what SHOULD you have done?"</a:t>
            </a:r>
            <a:endParaRPr lang="en-US" sz="2200" dirty="0"/>
          </a:p>
        </p:txBody>
      </p:sp>
      <p:sp>
        <p:nvSpPr>
          <p:cNvPr id="17" name="Link - Answer A">
            <a:hlinkClick r:id="rId12" action="ppaction://hlinksldjump" highlightClick="1"/>
          </p:cNvPr>
          <p:cNvSpPr txBox="1"/>
          <p:nvPr/>
        </p:nvSpPr>
        <p:spPr>
          <a:xfrm>
            <a:off x="457200"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Click it fast before it disappears</a:t>
            </a:r>
            <a:endParaRPr lang="en-US" sz="1600" dirty="0"/>
          </a:p>
        </p:txBody>
      </p:sp>
      <p:sp>
        <p:nvSpPr>
          <p:cNvPr id="18" name="Link - Answer A badge">
            <a:hlinkClick r:id="rId12" action="ppaction://hlinksldjump" highlightClick="1"/>
          </p:cNvPr>
          <p:cNvSpPr txBox="1"/>
          <p:nvPr/>
        </p:nvSpPr>
        <p:spPr>
          <a:xfrm>
            <a:off x="658368"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19" name="Link - Answer B">
            <a:hlinkClick r:id="rId13" action="ppaction://hlinksldjump" highlightClick="1"/>
          </p:cNvPr>
          <p:cNvSpPr txBox="1"/>
          <p:nvPr/>
        </p:nvSpPr>
        <p:spPr>
          <a:xfrm>
            <a:off x="6245352" y="347472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Close it without clicking and run an antivirus scan</a:t>
            </a:r>
            <a:endParaRPr lang="en-US" sz="1600" dirty="0"/>
          </a:p>
        </p:txBody>
      </p:sp>
      <p:sp>
        <p:nvSpPr>
          <p:cNvPr id="20" name="Link - Answer B badge">
            <a:hlinkClick r:id="rId13" action="ppaction://hlinksldjump" highlightClick="1"/>
          </p:cNvPr>
          <p:cNvSpPr txBox="1"/>
          <p:nvPr/>
        </p:nvSpPr>
        <p:spPr>
          <a:xfrm>
            <a:off x="6446520" y="381762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1" name="Link - Answer C">
            <a:hlinkClick r:id="rId12" action="ppaction://hlinksldjump" highlightClick="1"/>
          </p:cNvPr>
          <p:cNvSpPr txBox="1"/>
          <p:nvPr/>
        </p:nvSpPr>
        <p:spPr>
          <a:xfrm>
            <a:off x="457200"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Share it so your friends can win too</a:t>
            </a:r>
            <a:endParaRPr lang="en-US" sz="1600" dirty="0"/>
          </a:p>
        </p:txBody>
      </p:sp>
      <p:sp>
        <p:nvSpPr>
          <p:cNvPr id="22" name="Link - Answer C badge">
            <a:hlinkClick r:id="rId12" action="ppaction://hlinksldjump" highlightClick="1"/>
          </p:cNvPr>
          <p:cNvSpPr txBox="1"/>
          <p:nvPr/>
        </p:nvSpPr>
        <p:spPr>
          <a:xfrm>
            <a:off x="658368"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3" name="Link - Answer D">
            <a:hlinkClick r:id="rId12" action="ppaction://hlinksldjump" highlightClick="1"/>
          </p:cNvPr>
          <p:cNvSpPr txBox="1"/>
          <p:nvPr/>
        </p:nvSpPr>
        <p:spPr>
          <a:xfrm>
            <a:off x="6245352" y="4892040"/>
            <a:ext cx="5486400" cy="1234440"/>
          </a:xfrm>
          <a:prstGeom prst="roundRect">
            <a:avLst>
              <a:gd name="adj" fmla="val 7407"/>
            </a:avLst>
          </a:prstGeom>
          <a:solidFill>
            <a:srgbClr val="1A2353"/>
          </a:solidFill>
          <a:ln w="22225">
            <a:solidFill>
              <a:srgbClr val="F72585"/>
            </a:solidFill>
          </a:ln>
        </p:spPr>
        <p:txBody>
          <a:bodyPr wrap="square" lIns="863600" tIns="50800" rIns="127000" bIns="50800" rtlCol="0" anchor="ctr"/>
          <a:lstStyle/>
          <a:p>
            <a:pPr algn="l" indent="0" marL="0">
              <a:buNone/>
            </a:pPr>
            <a:r>
              <a:rPr lang="en-US" sz="1600" dirty="0">
                <a:solidFill>
                  <a:srgbClr val="EAF2FF"/>
                </a:solidFill>
                <a:latin typeface="Calibri" pitchFamily="34" charset="0"/>
                <a:ea typeface="Calibri" pitchFamily="34" charset="-122"/>
                <a:cs typeface="Calibri" pitchFamily="34" charset="-120"/>
              </a:rPr>
              <a:t>Type your name and address to claim it</a:t>
            </a:r>
            <a:endParaRPr lang="en-US" sz="1600" dirty="0"/>
          </a:p>
        </p:txBody>
      </p:sp>
      <p:sp>
        <p:nvSpPr>
          <p:cNvPr id="24" name="Link - Answer D badge">
            <a:hlinkClick r:id="rId12" action="ppaction://hlinksldjump" highlightClick="1"/>
          </p:cNvPr>
          <p:cNvSpPr txBox="1"/>
          <p:nvPr/>
        </p:nvSpPr>
        <p:spPr>
          <a:xfrm>
            <a:off x="6446520" y="5234940"/>
            <a:ext cx="548640" cy="54864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B. Close it without clicking and run an antivirus scan</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Never click suspicious pop-ups or 'You won!' offers. Close them safely, never enter personal information, and scan your device. THINK before you click!</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CORE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Text 12"/>
          <p:cNvSpPr txBox="1"/>
          <p:nvPr/>
        </p:nvSpPr>
        <p:spPr>
          <a:xfrm>
            <a:off x="46634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2 cleared</a:t>
            </a:r>
            <a:endParaRPr lang="en-US" sz="1200" dirty="0"/>
          </a:p>
        </p:txBody>
      </p:sp>
      <p:sp>
        <p:nvSpPr>
          <p:cNvPr id="24"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B. Close it without clicking and run an antivirus scan</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Never click suspicious pop-ups or 'You won!' offers. Close them safely, never enter personal information, and scan your device. THINK before you click!</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CORE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Text 12"/>
          <p:cNvSpPr txBox="1"/>
          <p:nvPr/>
        </p:nvSpPr>
        <p:spPr>
          <a:xfrm>
            <a:off x="46634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2 cleared</a:t>
            </a:r>
            <a:endParaRPr lang="en-US" sz="1200" dirty="0"/>
          </a:p>
        </p:txBody>
      </p:sp>
      <p:sp>
        <p:nvSpPr>
          <p:cNvPr id="24"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Check_4BF0A0.png">    </p:cNvPr>
          <p:cNvPicPr>
            <a:picLocks noChangeAspect="1"/>
          </p:cNvPicPr>
          <p:nvPr/>
        </p:nvPicPr>
        <p:blipFill>
          <a:blip r:embed="rId8"/>
          <a:stretch>
            <a:fillRect/>
          </a:stretch>
        </p:blipFill>
        <p:spPr>
          <a:xfrm>
            <a:off x="2743200" y="987552"/>
            <a:ext cx="603504" cy="603504"/>
          </a:xfrm>
          <a:prstGeom prst="rect">
            <a:avLst/>
          </a:prstGeom>
        </p:spPr>
      </p:pic>
      <p:sp>
        <p:nvSpPr>
          <p:cNvPr id="14" name="Text 4"/>
          <p:cNvSpPr txBox="1"/>
          <p:nvPr/>
        </p:nvSpPr>
        <p:spPr>
          <a:xfrm>
            <a:off x="3520440" y="914400"/>
            <a:ext cx="8229600" cy="777240"/>
          </a:xfrm>
          <a:prstGeom prst="rect">
            <a:avLst/>
          </a:prstGeom>
          <a:noFill/>
          <a:ln/>
        </p:spPr>
        <p:txBody>
          <a:bodyPr wrap="square" lIns="0" tIns="0" rIns="0" bIns="0" rtlCol="0" anchor="ctr"/>
          <a:lstStyle/>
          <a:p>
            <a:pPr indent="0" marL="0">
              <a:buNone/>
            </a:pPr>
            <a:r>
              <a:rPr lang="en-US" sz="3400" dirty="0">
                <a:solidFill>
                  <a:srgbClr val="4BF0A0"/>
                </a:solidFill>
                <a:latin typeface="Arial Black" pitchFamily="34" charset="0"/>
                <a:ea typeface="Arial Black" pitchFamily="34" charset="-122"/>
                <a:cs typeface="Arial Black" pitchFamily="34" charset="-120"/>
              </a:rPr>
              <a:t>ACCESS GRANTED!</a:t>
            </a:r>
            <a:endParaRPr lang="en-US" sz="3400" dirty="0"/>
          </a:p>
        </p:txBody>
      </p:sp>
      <p:pic>
        <p:nvPicPr>
          <p:cNvPr id="15" name="Image 8" descr="/tmp/claude-0/-home-user-ashton212123/6ae88841-e158-5430-ba3a-d930461fce9f/scratchpad/build/assets/kai.png">    </p:cNvPr>
          <p:cNvPicPr>
            <a:picLocks noChangeAspect="1"/>
          </p:cNvPicPr>
          <p:nvPr/>
        </p:nvPicPr>
        <p:blipFill>
          <a:blip r:embed="rId9"/>
          <a:stretch>
            <a:fillRect/>
          </a:stretch>
        </p:blipFill>
        <p:spPr>
          <a:xfrm>
            <a:off x="685800" y="1371600"/>
            <a:ext cx="1645920" cy="2569464"/>
          </a:xfrm>
          <a:prstGeom prst="rect">
            <a:avLst/>
          </a:prstGeom>
        </p:spPr>
      </p:pic>
      <p:sp>
        <p:nvSpPr>
          <p:cNvPr id="16" name="Text 5"/>
          <p:cNvSpPr txBox="1"/>
          <p:nvPr/>
        </p:nvSpPr>
        <p:spPr>
          <a:xfrm>
            <a:off x="2743200" y="1783080"/>
            <a:ext cx="8988552" cy="457200"/>
          </a:xfrm>
          <a:prstGeom prst="rect">
            <a:avLst/>
          </a:prstGeom>
          <a:noFill/>
          <a:ln/>
        </p:spPr>
        <p:txBody>
          <a:bodyPr wrap="square" lIns="0" tIns="0" rIns="0" bIns="0" rtlCol="0" anchor="ctr"/>
          <a:lstStyle/>
          <a:p>
            <a:pPr indent="0" marL="0">
              <a:buNone/>
            </a:pPr>
            <a:r>
              <a:rPr lang="en-US" sz="1800" b="1" dirty="0">
                <a:solidFill>
                  <a:srgbClr val="EAF2FF"/>
                </a:solidFill>
                <a:latin typeface="Calibri" pitchFamily="34" charset="0"/>
                <a:ea typeface="Calibri" pitchFamily="34" charset="-122"/>
                <a:cs typeface="Calibri" pitchFamily="34" charset="-120"/>
              </a:rPr>
              <a:t>Correct answer: B. Close it without clicking and run an antivirus scan</a:t>
            </a:r>
            <a:endParaRPr lang="en-US" sz="1800" dirty="0"/>
          </a:p>
        </p:txBody>
      </p:sp>
      <p:sp>
        <p:nvSpPr>
          <p:cNvPr id="17" name="Shape 6"/>
          <p:cNvSpPr/>
          <p:nvPr/>
        </p:nvSpPr>
        <p:spPr>
          <a:xfrm>
            <a:off x="2743200" y="2377440"/>
            <a:ext cx="8988552" cy="2103120"/>
          </a:xfrm>
          <a:prstGeom prst="roundRect">
            <a:avLst>
              <a:gd name="adj" fmla="val 5217"/>
            </a:avLst>
          </a:prstGeom>
          <a:solidFill>
            <a:srgbClr val="121A3F">
              <a:alpha val="94000"/>
            </a:srgbClr>
          </a:solidFill>
          <a:ln w="19050">
            <a:solidFill>
              <a:srgbClr val="4BF0A0"/>
            </a:solidFill>
            <a:prstDash val="solid"/>
          </a:ln>
        </p:spPr>
      </p:sp>
      <p:sp>
        <p:nvSpPr>
          <p:cNvPr id="18" name="Text 7"/>
          <p:cNvSpPr txBox="1"/>
          <p:nvPr/>
        </p:nvSpPr>
        <p:spPr>
          <a:xfrm>
            <a:off x="3017520" y="2542032"/>
            <a:ext cx="3657600" cy="274320"/>
          </a:xfrm>
          <a:prstGeom prst="rect">
            <a:avLst/>
          </a:prstGeom>
          <a:noFill/>
          <a:ln/>
        </p:spPr>
        <p:txBody>
          <a:bodyPr wrap="square" lIns="0" tIns="0" rIns="0" bIns="0" rtlCol="0" anchor="t"/>
          <a:lstStyle/>
          <a:p>
            <a:pPr indent="0" marL="0">
              <a:buNone/>
            </a:pPr>
            <a:r>
              <a:rPr lang="en-US" sz="1200" b="1" dirty="0">
                <a:solidFill>
                  <a:srgbClr val="2DE2E6"/>
                </a:solidFill>
                <a:latin typeface="Courier New" pitchFamily="34" charset="0"/>
                <a:ea typeface="Courier New" pitchFamily="34" charset="-122"/>
                <a:cs typeface="Courier New" pitchFamily="34" charset="-120"/>
              </a:rPr>
              <a:t>BYTE EXPLAINS</a:t>
            </a:r>
            <a:endParaRPr lang="en-US" sz="1200" dirty="0"/>
          </a:p>
        </p:txBody>
      </p:sp>
      <p:sp>
        <p:nvSpPr>
          <p:cNvPr id="19" name="Text 8"/>
          <p:cNvSpPr txBox="1"/>
          <p:nvPr/>
        </p:nvSpPr>
        <p:spPr>
          <a:xfrm>
            <a:off x="3017520" y="2880360"/>
            <a:ext cx="8458200" cy="146304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Never click suspicious pop-ups or 'You won!' offers. Close them safely, never enter personal information, and scan your device. THINK before you click!</a:t>
            </a:r>
            <a:endParaRPr lang="en-US" sz="1800" dirty="0"/>
          </a:p>
        </p:txBody>
      </p:sp>
      <p:sp>
        <p:nvSpPr>
          <p:cNvPr id="20" name="Text 9"/>
          <p:cNvSpPr txBox="1"/>
          <p:nvPr/>
        </p:nvSpPr>
        <p:spPr>
          <a:xfrm>
            <a:off x="2743200" y="4846320"/>
            <a:ext cx="3657600" cy="274320"/>
          </a:xfrm>
          <a:prstGeom prst="rect">
            <a:avLst/>
          </a:prstGeom>
          <a:noFill/>
          <a:ln/>
        </p:spPr>
        <p:txBody>
          <a:bodyPr wrap="square" lIns="0" tIns="0" rIns="0" bIns="0" rtlCol="0" anchor="t"/>
          <a:lstStyle/>
          <a:p>
            <a:pPr indent="0" marL="0">
              <a:buNone/>
            </a:pPr>
            <a:r>
              <a:rPr lang="en-US" sz="1100" b="1" dirty="0">
                <a:solidFill>
                  <a:srgbClr val="9AA6D9"/>
                </a:solidFill>
                <a:latin typeface="Courier New" pitchFamily="34" charset="0"/>
                <a:ea typeface="Courier New" pitchFamily="34" charset="-122"/>
                <a:cs typeface="Courier New" pitchFamily="34" charset="-120"/>
              </a:rPr>
              <a:t>CORE PROGRESS</a:t>
            </a:r>
            <a:endParaRPr lang="en-US" sz="1100" dirty="0"/>
          </a:p>
        </p:txBody>
      </p:sp>
      <p:sp>
        <p:nvSpPr>
          <p:cNvPr id="21" name="Shape 10"/>
          <p:cNvSpPr/>
          <p:nvPr/>
        </p:nvSpPr>
        <p:spPr>
          <a:xfrm>
            <a:off x="2743200" y="5230368"/>
            <a:ext cx="777240" cy="274320"/>
          </a:xfrm>
          <a:prstGeom prst="roundRect">
            <a:avLst>
              <a:gd name="adj" fmla="val 20000"/>
            </a:avLst>
          </a:prstGeom>
          <a:solidFill>
            <a:srgbClr val="4BF0A0"/>
          </a:solidFill>
          <a:ln w="12700">
            <a:solidFill>
              <a:srgbClr val="4BF0A0"/>
            </a:solidFill>
            <a:prstDash val="solid"/>
          </a:ln>
        </p:spPr>
      </p:sp>
      <p:sp>
        <p:nvSpPr>
          <p:cNvPr id="22" name="Shape 11"/>
          <p:cNvSpPr/>
          <p:nvPr/>
        </p:nvSpPr>
        <p:spPr>
          <a:xfrm>
            <a:off x="3657600" y="5230368"/>
            <a:ext cx="777240" cy="274320"/>
          </a:xfrm>
          <a:prstGeom prst="roundRect">
            <a:avLst>
              <a:gd name="adj" fmla="val 20000"/>
            </a:avLst>
          </a:prstGeom>
          <a:solidFill>
            <a:srgbClr val="1A2353"/>
          </a:solidFill>
          <a:ln w="12700">
            <a:solidFill>
              <a:srgbClr val="3A4370"/>
            </a:solidFill>
            <a:prstDash val="solid"/>
          </a:ln>
        </p:spPr>
      </p:sp>
      <p:sp>
        <p:nvSpPr>
          <p:cNvPr id="23" name="Text 12"/>
          <p:cNvSpPr txBox="1"/>
          <p:nvPr/>
        </p:nvSpPr>
        <p:spPr>
          <a:xfrm>
            <a:off x="4663440" y="5193792"/>
            <a:ext cx="2743200" cy="347472"/>
          </a:xfrm>
          <a:prstGeom prst="rect">
            <a:avLst/>
          </a:prstGeom>
          <a:noFill/>
          <a:ln/>
        </p:spPr>
        <p:txBody>
          <a:bodyPr wrap="square" lIns="0" tIns="0" rIns="0" bIns="0" rtlCol="0" anchor="ctr"/>
          <a:lstStyle/>
          <a:p>
            <a:pPr indent="0" marL="0">
              <a:buNone/>
            </a:pPr>
            <a:r>
              <a:rPr lang="en-US" sz="1200" dirty="0">
                <a:solidFill>
                  <a:srgbClr val="4BF0A0"/>
                </a:solidFill>
                <a:latin typeface="Courier New" pitchFamily="34" charset="0"/>
                <a:ea typeface="Courier New" pitchFamily="34" charset="-122"/>
                <a:cs typeface="Courier New" pitchFamily="34" charset="-120"/>
              </a:rPr>
              <a:t>1 of 2 cleared</a:t>
            </a:r>
            <a:endParaRPr lang="en-US" sz="1200" dirty="0"/>
          </a:p>
        </p:txBody>
      </p:sp>
      <p:sp>
        <p:nvSpPr>
          <p:cNvPr id="24" name="Link - CONTINUE">
            <a:hlinkClick r:id="rId13" action="ppaction://hlinksldjump" highlightClick="1"/>
          </p:cNvPr>
          <p:cNvSpPr txBox="1"/>
          <p:nvPr/>
        </p:nvSpPr>
        <p:spPr>
          <a:xfrm>
            <a:off x="9144000" y="5257800"/>
            <a:ext cx="2587752"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4" name="snd_correct.wav"/>
      </p:stSnd>
    </p:sndAc>
  </p:transition>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What would BYTE, the antivirus, tell you to do?</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"ERROR 404: Correct answer not found! Hahaha!"</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What would BYTE, the antivirus, tell you to do?</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ESC GATE LOCK</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"Fine! But I SCRAMBLED the ESC Gate! The code is your 4 fragments in REVERSE order. Hehehe!"</a:t>
            </a:r>
            <a:endParaRPr lang="en-US" sz="2200" dirty="0"/>
          </a:p>
        </p:txBody>
      </p:sp>
      <p:pic>
        <p:nvPicPr>
          <p:cNvPr id="17" name="Image 8" descr="/tmp/claude-0/-home-user-ashton212123/6ae88841-e158-5430-ba3a-d930461fce9f/scratchpad/build/assets/icons/FaLock_FFC233.png">    </p:cNvPr>
          <p:cNvPicPr>
            <a:picLocks noChangeAspect="1"/>
          </p:cNvPicPr>
          <p:nvPr/>
        </p:nvPicPr>
        <p:blipFill>
          <a:blip r:embed="rId9"/>
          <a:stretch>
            <a:fillRect/>
          </a:stretch>
        </p:blipFill>
        <p:spPr>
          <a:xfrm>
            <a:off x="457200" y="3456432"/>
            <a:ext cx="457200" cy="457200"/>
          </a:xfrm>
          <a:prstGeom prst="rect">
            <a:avLst/>
          </a:prstGeom>
        </p:spPr>
      </p:pic>
      <p:sp>
        <p:nvSpPr>
          <p:cNvPr id="18" name="Text 7"/>
          <p:cNvSpPr txBox="1"/>
          <p:nvPr/>
        </p:nvSpPr>
        <p:spPr>
          <a:xfrm>
            <a:off x="1051560" y="3456432"/>
            <a:ext cx="8229600" cy="457200"/>
          </a:xfrm>
          <a:prstGeom prst="rect">
            <a:avLst/>
          </a:prstGeom>
          <a:noFill/>
          <a:ln/>
        </p:spPr>
        <p:txBody>
          <a:bodyPr wrap="square" lIns="0" tIns="0" rIns="0" bIns="0" rtlCol="0" anchor="ctr"/>
          <a:lstStyle/>
          <a:p>
            <a:pPr indent="0" marL="0">
              <a:buNone/>
            </a:pPr>
            <a:r>
              <a:rPr lang="en-US" sz="1600" b="1" dirty="0">
                <a:solidFill>
                  <a:srgbClr val="FFC233"/>
                </a:solidFill>
                <a:latin typeface="Courier New" pitchFamily="34" charset="0"/>
                <a:ea typeface="Courier New" pitchFamily="34" charset="-122"/>
                <a:cs typeface="Courier New" pitchFamily="34" charset="-120"/>
              </a:rPr>
              <a:t>ESC GATE  //  ENTER THE 4-DIGIT CODE</a:t>
            </a:r>
            <a:endParaRPr lang="en-US" sz="1600" dirty="0"/>
          </a:p>
        </p:txBody>
      </p:sp>
      <p:sp>
        <p:nvSpPr>
          <p:cNvPr id="19" name="Link - Answer A">
            <a:hlinkClick r:id="rId13" action="ppaction://hlinksldjump" highlightClick="1"/>
          </p:cNvPr>
          <p:cNvSpPr txBox="1"/>
          <p:nvPr/>
        </p:nvSpPr>
        <p:spPr>
          <a:xfrm>
            <a:off x="457200"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3 8 1 6</a:t>
            </a:r>
            <a:endParaRPr lang="en-US" sz="4000" dirty="0"/>
          </a:p>
        </p:txBody>
      </p:sp>
      <p:sp>
        <p:nvSpPr>
          <p:cNvPr id="20" name="Link - Answer A badge">
            <a:hlinkClick r:id="rId13" action="ppaction://hlinksldjump" highlightClick="1"/>
          </p:cNvPr>
          <p:cNvSpPr txBox="1"/>
          <p:nvPr/>
        </p:nvSpPr>
        <p:spPr>
          <a:xfrm>
            <a:off x="594360"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1" name="Link - Answer B">
            <a:hlinkClick r:id="rId14" action="ppaction://hlinksldjump" highlightClick="1"/>
          </p:cNvPr>
          <p:cNvSpPr txBox="1"/>
          <p:nvPr/>
        </p:nvSpPr>
        <p:spPr>
          <a:xfrm>
            <a:off x="3331159"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6 1 8 3</a:t>
            </a:r>
            <a:endParaRPr lang="en-US" sz="4000" dirty="0"/>
          </a:p>
        </p:txBody>
      </p:sp>
      <p:sp>
        <p:nvSpPr>
          <p:cNvPr id="22" name="Link - Answer B badge">
            <a:hlinkClick r:id="rId14" action="ppaction://hlinksldjump" highlightClick="1"/>
          </p:cNvPr>
          <p:cNvSpPr txBox="1"/>
          <p:nvPr/>
        </p:nvSpPr>
        <p:spPr>
          <a:xfrm>
            <a:off x="3468319"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3" name="Link - Answer C">
            <a:hlinkClick r:id="rId13" action="ppaction://hlinksldjump" highlightClick="1"/>
          </p:cNvPr>
          <p:cNvSpPr txBox="1"/>
          <p:nvPr/>
        </p:nvSpPr>
        <p:spPr>
          <a:xfrm>
            <a:off x="620511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1 6 3 8</a:t>
            </a:r>
            <a:endParaRPr lang="en-US" sz="4000" dirty="0"/>
          </a:p>
        </p:txBody>
      </p:sp>
      <p:sp>
        <p:nvSpPr>
          <p:cNvPr id="24" name="Link - Answer C badge">
            <a:hlinkClick r:id="rId13" action="ppaction://hlinksldjump" highlightClick="1"/>
          </p:cNvPr>
          <p:cNvSpPr txBox="1"/>
          <p:nvPr/>
        </p:nvSpPr>
        <p:spPr>
          <a:xfrm>
            <a:off x="634227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5" name="Link - Answer D">
            <a:hlinkClick r:id="rId13" action="ppaction://hlinksldjump" highlightClick="1"/>
          </p:cNvPr>
          <p:cNvSpPr txBox="1"/>
          <p:nvPr/>
        </p:nvSpPr>
        <p:spPr>
          <a:xfrm>
            <a:off x="907907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8 3 6 1</a:t>
            </a:r>
            <a:endParaRPr lang="en-US" sz="4000" dirty="0"/>
          </a:p>
        </p:txBody>
      </p:sp>
      <p:sp>
        <p:nvSpPr>
          <p:cNvPr id="26" name="Link - Answer D badge">
            <a:hlinkClick r:id="rId13" action="ppaction://hlinksldjump" highlightClick="1"/>
          </p:cNvPr>
          <p:cNvSpPr txBox="1"/>
          <p:nvPr/>
        </p:nvSpPr>
        <p:spPr>
          <a:xfrm>
            <a:off x="921623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ESC GATE LOCK</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"Fine! But I SCRAMBLED the ESC Gate! The code is your 4 fragments in REVERSE order. Hehehe!"</a:t>
            </a:r>
            <a:endParaRPr lang="en-US" sz="2200" dirty="0"/>
          </a:p>
        </p:txBody>
      </p:sp>
      <p:pic>
        <p:nvPicPr>
          <p:cNvPr id="17" name="Image 8" descr="/tmp/claude-0/-home-user-ashton212123/6ae88841-e158-5430-ba3a-d930461fce9f/scratchpad/build/assets/icons/FaLock_FFC233.png">    </p:cNvPr>
          <p:cNvPicPr>
            <a:picLocks noChangeAspect="1"/>
          </p:cNvPicPr>
          <p:nvPr/>
        </p:nvPicPr>
        <p:blipFill>
          <a:blip r:embed="rId9"/>
          <a:stretch>
            <a:fillRect/>
          </a:stretch>
        </p:blipFill>
        <p:spPr>
          <a:xfrm>
            <a:off x="457200" y="3456432"/>
            <a:ext cx="457200" cy="457200"/>
          </a:xfrm>
          <a:prstGeom prst="rect">
            <a:avLst/>
          </a:prstGeom>
        </p:spPr>
      </p:pic>
      <p:sp>
        <p:nvSpPr>
          <p:cNvPr id="18" name="Text 7"/>
          <p:cNvSpPr txBox="1"/>
          <p:nvPr/>
        </p:nvSpPr>
        <p:spPr>
          <a:xfrm>
            <a:off x="1051560" y="3456432"/>
            <a:ext cx="8229600" cy="457200"/>
          </a:xfrm>
          <a:prstGeom prst="rect">
            <a:avLst/>
          </a:prstGeom>
          <a:noFill/>
          <a:ln/>
        </p:spPr>
        <p:txBody>
          <a:bodyPr wrap="square" lIns="0" tIns="0" rIns="0" bIns="0" rtlCol="0" anchor="ctr"/>
          <a:lstStyle/>
          <a:p>
            <a:pPr indent="0" marL="0">
              <a:buNone/>
            </a:pPr>
            <a:r>
              <a:rPr lang="en-US" sz="1600" b="1" dirty="0">
                <a:solidFill>
                  <a:srgbClr val="FFC233"/>
                </a:solidFill>
                <a:latin typeface="Courier New" pitchFamily="34" charset="0"/>
                <a:ea typeface="Courier New" pitchFamily="34" charset="-122"/>
                <a:cs typeface="Courier New" pitchFamily="34" charset="-120"/>
              </a:rPr>
              <a:t>ESC GATE  //  ENTER THE 4-DIGIT CODE</a:t>
            </a:r>
            <a:endParaRPr lang="en-US" sz="1600" dirty="0"/>
          </a:p>
        </p:txBody>
      </p:sp>
      <p:sp>
        <p:nvSpPr>
          <p:cNvPr id="19" name="Link - Answer A">
            <a:hlinkClick r:id="rId13" action="ppaction://hlinksldjump" highlightClick="1"/>
          </p:cNvPr>
          <p:cNvSpPr txBox="1"/>
          <p:nvPr/>
        </p:nvSpPr>
        <p:spPr>
          <a:xfrm>
            <a:off x="457200"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3 8 1 6</a:t>
            </a:r>
            <a:endParaRPr lang="en-US" sz="4000" dirty="0"/>
          </a:p>
        </p:txBody>
      </p:sp>
      <p:sp>
        <p:nvSpPr>
          <p:cNvPr id="20" name="Link - Answer A badge">
            <a:hlinkClick r:id="rId13" action="ppaction://hlinksldjump" highlightClick="1"/>
          </p:cNvPr>
          <p:cNvSpPr txBox="1"/>
          <p:nvPr/>
        </p:nvSpPr>
        <p:spPr>
          <a:xfrm>
            <a:off x="594360"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1" name="Link - Answer B">
            <a:hlinkClick r:id="rId14" action="ppaction://hlinksldjump" highlightClick="1"/>
          </p:cNvPr>
          <p:cNvSpPr txBox="1"/>
          <p:nvPr/>
        </p:nvSpPr>
        <p:spPr>
          <a:xfrm>
            <a:off x="3331159"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6 1 8 3</a:t>
            </a:r>
            <a:endParaRPr lang="en-US" sz="4000" dirty="0"/>
          </a:p>
        </p:txBody>
      </p:sp>
      <p:sp>
        <p:nvSpPr>
          <p:cNvPr id="22" name="Link - Answer B badge">
            <a:hlinkClick r:id="rId14" action="ppaction://hlinksldjump" highlightClick="1"/>
          </p:cNvPr>
          <p:cNvSpPr txBox="1"/>
          <p:nvPr/>
        </p:nvSpPr>
        <p:spPr>
          <a:xfrm>
            <a:off x="3468319"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3" name="Link - Answer C">
            <a:hlinkClick r:id="rId13" action="ppaction://hlinksldjump" highlightClick="1"/>
          </p:cNvPr>
          <p:cNvSpPr txBox="1"/>
          <p:nvPr/>
        </p:nvSpPr>
        <p:spPr>
          <a:xfrm>
            <a:off x="620511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1 6 3 8</a:t>
            </a:r>
            <a:endParaRPr lang="en-US" sz="4000" dirty="0"/>
          </a:p>
        </p:txBody>
      </p:sp>
      <p:sp>
        <p:nvSpPr>
          <p:cNvPr id="24" name="Link - Answer C badge">
            <a:hlinkClick r:id="rId13" action="ppaction://hlinksldjump" highlightClick="1"/>
          </p:cNvPr>
          <p:cNvSpPr txBox="1"/>
          <p:nvPr/>
        </p:nvSpPr>
        <p:spPr>
          <a:xfrm>
            <a:off x="634227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5" name="Link - Answer D">
            <a:hlinkClick r:id="rId13" action="ppaction://hlinksldjump" highlightClick="1"/>
          </p:cNvPr>
          <p:cNvSpPr txBox="1"/>
          <p:nvPr/>
        </p:nvSpPr>
        <p:spPr>
          <a:xfrm>
            <a:off x="907907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8 3 6 1</a:t>
            </a:r>
            <a:endParaRPr lang="en-US" sz="4000" dirty="0"/>
          </a:p>
        </p:txBody>
      </p:sp>
      <p:sp>
        <p:nvSpPr>
          <p:cNvPr id="26" name="Link - Answer D badge">
            <a:hlinkClick r:id="rId13" action="ppaction://hlinksldjump" highlightClick="1"/>
          </p:cNvPr>
          <p:cNvSpPr txBox="1"/>
          <p:nvPr/>
        </p:nvSpPr>
        <p:spPr>
          <a:xfrm>
            <a:off x="921623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2"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2148840" y="868680"/>
            <a:ext cx="4572000" cy="292608"/>
          </a:xfrm>
          <a:prstGeom prst="rect">
            <a:avLst/>
          </a:prstGeom>
          <a:noFill/>
          <a:ln/>
        </p:spPr>
        <p:txBody>
          <a:bodyPr wrap="square" lIns="0" tIns="0" rIns="0" bIns="0" rtlCol="0" anchor="t"/>
          <a:lstStyle/>
          <a:p>
            <a:pPr indent="0" marL="0">
              <a:buNone/>
            </a:pPr>
            <a:r>
              <a:rPr lang="en-US" sz="1300" b="1" dirty="0">
                <a:solidFill>
                  <a:srgbClr val="FFC233"/>
                </a:solidFill>
                <a:latin typeface="Courier New" pitchFamily="34" charset="0"/>
                <a:ea typeface="Courier New" pitchFamily="34" charset="-122"/>
                <a:cs typeface="Courier New" pitchFamily="34" charset="-120"/>
              </a:rPr>
              <a:t>ESC GATE LOCK</a:t>
            </a:r>
            <a:endParaRPr lang="en-US" sz="1300" dirty="0"/>
          </a:p>
        </p:txBody>
      </p:sp>
      <p:pic>
        <p:nvPicPr>
          <p:cNvPr id="14" name="Image 7" descr="/tmp/claude-0/-home-user-ashton212123/6ae88841-e158-5430-ba3a-d930461fce9f/scratchpad/build/assets/null.png">    </p:cNvPr>
          <p:cNvPicPr>
            <a:picLocks noChangeAspect="1"/>
          </p:cNvPicPr>
          <p:nvPr/>
        </p:nvPicPr>
        <p:blipFill>
          <a:blip r:embed="rId8"/>
          <a:stretch>
            <a:fillRect/>
          </a:stretch>
        </p:blipFill>
        <p:spPr>
          <a:xfrm>
            <a:off x="411480" y="1508760"/>
            <a:ext cx="1508760" cy="1435608"/>
          </a:xfrm>
          <a:prstGeom prst="rect">
            <a:avLst/>
          </a:prstGeom>
        </p:spPr>
      </p:pic>
      <p:sp>
        <p:nvSpPr>
          <p:cNvPr id="15" name="Shape 5"/>
          <p:cNvSpPr/>
          <p:nvPr/>
        </p:nvSpPr>
        <p:spPr>
          <a:xfrm>
            <a:off x="2148840" y="1234440"/>
            <a:ext cx="9582912" cy="1920240"/>
          </a:xfrm>
          <a:prstGeom prst="roundRect">
            <a:avLst>
              <a:gd name="adj" fmla="val 5714"/>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6" name="Text 6"/>
          <p:cNvSpPr txBox="1"/>
          <p:nvPr/>
        </p:nvSpPr>
        <p:spPr>
          <a:xfrm>
            <a:off x="2468880" y="1325880"/>
            <a:ext cx="9006840" cy="1737360"/>
          </a:xfrm>
          <a:prstGeom prst="rect">
            <a:avLst/>
          </a:prstGeom>
          <a:noFill/>
          <a:ln/>
        </p:spPr>
        <p:txBody>
          <a:bodyPr wrap="square" lIns="0" tIns="0" rIns="0" bIns="0" rtlCol="0" anchor="ctr"/>
          <a:lstStyle/>
          <a:p>
            <a:pPr indent="0" marL="0">
              <a:buNone/>
            </a:pPr>
            <a:r>
              <a:rPr lang="en-US" sz="2200" dirty="0">
                <a:solidFill>
                  <a:srgbClr val="EAF2FF"/>
                </a:solidFill>
                <a:latin typeface="Calibri" pitchFamily="34" charset="0"/>
                <a:ea typeface="Calibri" pitchFamily="34" charset="-122"/>
                <a:cs typeface="Calibri" pitchFamily="34" charset="-120"/>
              </a:rPr>
              <a:t>NULL: "Fine! But I SCRAMBLED the ESC Gate! The code is your 4 fragments in REVERSE order. Hehehe!"</a:t>
            </a:r>
            <a:endParaRPr lang="en-US" sz="2200" dirty="0"/>
          </a:p>
        </p:txBody>
      </p:sp>
      <p:pic>
        <p:nvPicPr>
          <p:cNvPr id="17" name="Image 8" descr="/tmp/claude-0/-home-user-ashton212123/6ae88841-e158-5430-ba3a-d930461fce9f/scratchpad/build/assets/icons/FaLock_FFC233.png">    </p:cNvPr>
          <p:cNvPicPr>
            <a:picLocks noChangeAspect="1"/>
          </p:cNvPicPr>
          <p:nvPr/>
        </p:nvPicPr>
        <p:blipFill>
          <a:blip r:embed="rId9"/>
          <a:stretch>
            <a:fillRect/>
          </a:stretch>
        </p:blipFill>
        <p:spPr>
          <a:xfrm>
            <a:off x="457200" y="3456432"/>
            <a:ext cx="457200" cy="457200"/>
          </a:xfrm>
          <a:prstGeom prst="rect">
            <a:avLst/>
          </a:prstGeom>
        </p:spPr>
      </p:pic>
      <p:sp>
        <p:nvSpPr>
          <p:cNvPr id="18" name="Text 7"/>
          <p:cNvSpPr txBox="1"/>
          <p:nvPr/>
        </p:nvSpPr>
        <p:spPr>
          <a:xfrm>
            <a:off x="1051560" y="3456432"/>
            <a:ext cx="8229600" cy="457200"/>
          </a:xfrm>
          <a:prstGeom prst="rect">
            <a:avLst/>
          </a:prstGeom>
          <a:noFill/>
          <a:ln/>
        </p:spPr>
        <p:txBody>
          <a:bodyPr wrap="square" lIns="0" tIns="0" rIns="0" bIns="0" rtlCol="0" anchor="ctr"/>
          <a:lstStyle/>
          <a:p>
            <a:pPr indent="0" marL="0">
              <a:buNone/>
            </a:pPr>
            <a:r>
              <a:rPr lang="en-US" sz="1600" b="1" dirty="0">
                <a:solidFill>
                  <a:srgbClr val="FFC233"/>
                </a:solidFill>
                <a:latin typeface="Courier New" pitchFamily="34" charset="0"/>
                <a:ea typeface="Courier New" pitchFamily="34" charset="-122"/>
                <a:cs typeface="Courier New" pitchFamily="34" charset="-120"/>
              </a:rPr>
              <a:t>ESC GATE  //  ENTER THE 4-DIGIT CODE</a:t>
            </a:r>
            <a:endParaRPr lang="en-US" sz="1600" dirty="0"/>
          </a:p>
        </p:txBody>
      </p:sp>
      <p:sp>
        <p:nvSpPr>
          <p:cNvPr id="19" name="Link - Answer A">
            <a:hlinkClick r:id="rId13" action="ppaction://hlinksldjump" highlightClick="1"/>
          </p:cNvPr>
          <p:cNvSpPr txBox="1"/>
          <p:nvPr/>
        </p:nvSpPr>
        <p:spPr>
          <a:xfrm>
            <a:off x="457200"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3 8 1 6</a:t>
            </a:r>
            <a:endParaRPr lang="en-US" sz="4000" dirty="0"/>
          </a:p>
        </p:txBody>
      </p:sp>
      <p:sp>
        <p:nvSpPr>
          <p:cNvPr id="20" name="Link - Answer A badge">
            <a:hlinkClick r:id="rId13" action="ppaction://hlinksldjump" highlightClick="1"/>
          </p:cNvPr>
          <p:cNvSpPr txBox="1"/>
          <p:nvPr/>
        </p:nvSpPr>
        <p:spPr>
          <a:xfrm>
            <a:off x="594360"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A</a:t>
            </a:r>
            <a:endParaRPr lang="en-US" sz="1600" dirty="0"/>
          </a:p>
        </p:txBody>
      </p:sp>
      <p:sp>
        <p:nvSpPr>
          <p:cNvPr id="21" name="Link - Answer B">
            <a:hlinkClick r:id="rId14" action="ppaction://hlinksldjump" highlightClick="1"/>
          </p:cNvPr>
          <p:cNvSpPr txBox="1"/>
          <p:nvPr/>
        </p:nvSpPr>
        <p:spPr>
          <a:xfrm>
            <a:off x="3331159"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6 1 8 3</a:t>
            </a:r>
            <a:endParaRPr lang="en-US" sz="4000" dirty="0"/>
          </a:p>
        </p:txBody>
      </p:sp>
      <p:sp>
        <p:nvSpPr>
          <p:cNvPr id="22" name="Link - Answer B badge">
            <a:hlinkClick r:id="rId14" action="ppaction://hlinksldjump" highlightClick="1"/>
          </p:cNvPr>
          <p:cNvSpPr txBox="1"/>
          <p:nvPr/>
        </p:nvSpPr>
        <p:spPr>
          <a:xfrm>
            <a:off x="3468319"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B</a:t>
            </a:r>
            <a:endParaRPr lang="en-US" sz="1600" dirty="0"/>
          </a:p>
        </p:txBody>
      </p:sp>
      <p:sp>
        <p:nvSpPr>
          <p:cNvPr id="23" name="Link - Answer C">
            <a:hlinkClick r:id="rId13" action="ppaction://hlinksldjump" highlightClick="1"/>
          </p:cNvPr>
          <p:cNvSpPr txBox="1"/>
          <p:nvPr/>
        </p:nvSpPr>
        <p:spPr>
          <a:xfrm>
            <a:off x="620511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1 6 3 8</a:t>
            </a:r>
            <a:endParaRPr lang="en-US" sz="4000" dirty="0"/>
          </a:p>
        </p:txBody>
      </p:sp>
      <p:sp>
        <p:nvSpPr>
          <p:cNvPr id="24" name="Link - Answer C badge">
            <a:hlinkClick r:id="rId13" action="ppaction://hlinksldjump" highlightClick="1"/>
          </p:cNvPr>
          <p:cNvSpPr txBox="1"/>
          <p:nvPr/>
        </p:nvSpPr>
        <p:spPr>
          <a:xfrm>
            <a:off x="634227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C</a:t>
            </a:r>
            <a:endParaRPr lang="en-US" sz="1600" dirty="0"/>
          </a:p>
        </p:txBody>
      </p:sp>
      <p:sp>
        <p:nvSpPr>
          <p:cNvPr id="25" name="Link - Answer D">
            <a:hlinkClick r:id="rId13" action="ppaction://hlinksldjump" highlightClick="1"/>
          </p:cNvPr>
          <p:cNvSpPr txBox="1"/>
          <p:nvPr/>
        </p:nvSpPr>
        <p:spPr>
          <a:xfrm>
            <a:off x="9079078" y="4160520"/>
            <a:ext cx="2651760" cy="1737360"/>
          </a:xfrm>
          <a:prstGeom prst="roundRect">
            <a:avLst>
              <a:gd name="adj" fmla="val 5263"/>
            </a:avLst>
          </a:prstGeom>
          <a:solidFill>
            <a:srgbClr val="1A2353"/>
          </a:solidFill>
          <a:ln w="22225">
            <a:solidFill>
              <a:srgbClr val="F72585"/>
            </a:solidFill>
          </a:ln>
        </p:spPr>
        <p:txBody>
          <a:bodyPr wrap="square" lIns="50800" tIns="50800" rIns="50800" bIns="50800" rtlCol="0" anchor="ctr"/>
          <a:lstStyle/>
          <a:p>
            <a:pPr algn="ctr" indent="0" marL="0">
              <a:buNone/>
            </a:pPr>
            <a:r>
              <a:rPr lang="en-US" sz="4000" b="1" dirty="0">
                <a:solidFill>
                  <a:srgbClr val="FFC233"/>
                </a:solidFill>
                <a:latin typeface="Courier New" pitchFamily="34" charset="0"/>
                <a:ea typeface="Courier New" pitchFamily="34" charset="-122"/>
                <a:cs typeface="Courier New" pitchFamily="34" charset="-120"/>
              </a:rPr>
              <a:t>8 3 6 1</a:t>
            </a:r>
            <a:endParaRPr lang="en-US" sz="4000" dirty="0"/>
          </a:p>
        </p:txBody>
      </p:sp>
      <p:sp>
        <p:nvSpPr>
          <p:cNvPr id="26" name="Link - Answer D badge">
            <a:hlinkClick r:id="rId13" action="ppaction://hlinksldjump" highlightClick="1"/>
          </p:cNvPr>
          <p:cNvSpPr txBox="1"/>
          <p:nvPr/>
        </p:nvSpPr>
        <p:spPr>
          <a:xfrm>
            <a:off x="9216238" y="4279392"/>
            <a:ext cx="457200" cy="457200"/>
          </a:xfrm>
          <a:prstGeom prst="ellipse">
            <a:avLst/>
          </a:prstGeom>
          <a:solidFill>
            <a:srgbClr val="F72585"/>
          </a:solidFill>
          <a:ln w="12700">
            <a:solidFill>
              <a:srgbClr val="F72585"/>
            </a:solidFill>
          </a:ln>
        </p:spPr>
        <p:txBody>
          <a:bodyPr wrap="square" lIns="0" tIns="0" rIns="0" bIns="0" rtlCol="0" anchor="ctr"/>
          <a:lstStyle/>
          <a:p>
            <a:pPr algn="ctr" indent="0" marL="0">
              <a:buNone/>
            </a:pPr>
            <a:r>
              <a:rPr lang="en-US" sz="1600" dirty="0">
                <a:solidFill>
                  <a:srgbClr val="0A0F24"/>
                </a:solidFill>
                <a:latin typeface="Arial Black" pitchFamily="34" charset="0"/>
                <a:ea typeface="Arial Black" pitchFamily="34" charset="-122"/>
                <a:cs typeface="Arial Black" pitchFamily="34" charset="-120"/>
              </a:rPr>
              <a:t>D</a:t>
            </a:r>
            <a:endParaRPr lang="en-US" sz="1600" dirty="0"/>
          </a:p>
        </p:txBody>
      </p:sp>
    </p:spTree>
  </p:cSld>
  <p:clrMapOvr>
    <a:masterClrMapping/>
  </p:clrMapOvr>
  <p:transition spd="med" advClick="0">
    <p:fade/>
  </p:transition>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4BF0A0"/>
                </a:solidFill>
                <a:latin typeface="Courier New" pitchFamily="34" charset="0"/>
                <a:ea typeface="Courier New" pitchFamily="34" charset="-122"/>
                <a:cs typeface="Courier New" pitchFamily="34" charset="-120"/>
              </a:rPr>
              <a:t>&gt; ESC GATE // UNLOCKED</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457200" y="914400"/>
            <a:ext cx="11274552" cy="822960"/>
          </a:xfrm>
          <a:prstGeom prst="rect">
            <a:avLst/>
          </a:prstGeom>
          <a:noFill/>
          <a:ln/>
        </p:spPr>
        <p:txBody>
          <a:bodyPr wrap="square" lIns="0" tIns="0" rIns="0" bIns="0" rtlCol="0" anchor="ctr"/>
          <a:lstStyle/>
          <a:p>
            <a:pPr algn="ctr" indent="0" marL="0">
              <a:buNone/>
            </a:pPr>
            <a:r>
              <a:rPr lang="en-US" sz="3800" dirty="0">
                <a:solidFill>
                  <a:srgbClr val="4BF0A0"/>
                </a:solidFill>
                <a:latin typeface="Arial Black" pitchFamily="34" charset="0"/>
                <a:ea typeface="Arial Black" pitchFamily="34" charset="-122"/>
                <a:cs typeface="Arial Black" pitchFamily="34" charset="-120"/>
              </a:rPr>
              <a:t>ESC GATE UNLOCKED!</a:t>
            </a:r>
            <a:endParaRPr lang="en-US" sz="3800" dirty="0"/>
          </a:p>
        </p:txBody>
      </p:sp>
      <p:sp>
        <p:nvSpPr>
          <p:cNvPr id="14" name="Text 5"/>
          <p:cNvSpPr txBox="1"/>
          <p:nvPr/>
        </p:nvSpPr>
        <p:spPr>
          <a:xfrm>
            <a:off x="457200" y="1737360"/>
            <a:ext cx="11274552" cy="411480"/>
          </a:xfrm>
          <a:prstGeom prst="rect">
            <a:avLst/>
          </a:prstGeom>
          <a:noFill/>
          <a:ln/>
        </p:spPr>
        <p:txBody>
          <a:bodyPr wrap="square" lIns="0" tIns="0" rIns="0" bIns="0" rtlCol="0" anchor="ctr"/>
          <a:lstStyle/>
          <a:p>
            <a:pPr algn="ctr" indent="0" marL="0">
              <a:buNone/>
            </a:pPr>
            <a:r>
              <a:rPr lang="en-US" sz="1600" b="1" dirty="0">
                <a:solidFill>
                  <a:srgbClr val="FFC233"/>
                </a:solidFill>
                <a:latin typeface="Courier New" pitchFamily="34" charset="0"/>
                <a:ea typeface="Courier New" pitchFamily="34" charset="-122"/>
                <a:cs typeface="Courier New" pitchFamily="34" charset="-120"/>
              </a:rPr>
              <a:t>CODE 6-1-8-3 ACCEPTED  //  YOU ESCAPED THE GLITCH!</a:t>
            </a:r>
            <a:endParaRPr lang="en-US" sz="1600" dirty="0"/>
          </a:p>
        </p:txBody>
      </p:sp>
      <p:pic>
        <p:nvPicPr>
          <p:cNvPr id="15" name="Image 7" descr="/tmp/claude-0/-home-user-ashton212123/6ae88841-e158-5430-ba3a-d930461fce9f/scratchpad/build/assets/icons/FaStar_FFC233.png">    </p:cNvPr>
          <p:cNvPicPr>
            <a:picLocks noChangeAspect="1"/>
          </p:cNvPicPr>
          <p:nvPr/>
        </p:nvPicPr>
        <p:blipFill>
          <a:blip r:embed="rId8"/>
          <a:stretch>
            <a:fillRect/>
          </a:stretch>
        </p:blipFill>
        <p:spPr>
          <a:xfrm>
            <a:off x="4450385" y="2423160"/>
            <a:ext cx="1005840" cy="1005840"/>
          </a:xfrm>
          <a:prstGeom prst="rect">
            <a:avLst/>
          </a:prstGeom>
        </p:spPr>
      </p:pic>
      <p:pic>
        <p:nvPicPr>
          <p:cNvPr id="16" name="Image 8" descr="/tmp/claude-0/-home-user-ashton212123/6ae88841-e158-5430-ba3a-d930461fce9f/scratchpad/build/assets/icons/FaStar_FFC233.png">    </p:cNvPr>
          <p:cNvPicPr>
            <a:picLocks noChangeAspect="1"/>
          </p:cNvPicPr>
          <p:nvPr/>
        </p:nvPicPr>
        <p:blipFill>
          <a:blip r:embed="rId9"/>
          <a:stretch>
            <a:fillRect/>
          </a:stretch>
        </p:blipFill>
        <p:spPr>
          <a:xfrm>
            <a:off x="5593385" y="2423160"/>
            <a:ext cx="1005840" cy="1005840"/>
          </a:xfrm>
          <a:prstGeom prst="rect">
            <a:avLst/>
          </a:prstGeom>
        </p:spPr>
      </p:pic>
      <p:pic>
        <p:nvPicPr>
          <p:cNvPr id="17" name="Image 9" descr="/tmp/claude-0/-home-user-ashton212123/6ae88841-e158-5430-ba3a-d930461fce9f/scratchpad/build/assets/icons/FaStar_FFC233.png">    </p:cNvPr>
          <p:cNvPicPr>
            <a:picLocks noChangeAspect="1"/>
          </p:cNvPicPr>
          <p:nvPr/>
        </p:nvPicPr>
        <p:blipFill>
          <a:blip r:embed="rId10"/>
          <a:stretch>
            <a:fillRect/>
          </a:stretch>
        </p:blipFill>
        <p:spPr>
          <a:xfrm>
            <a:off x="6736385" y="2423160"/>
            <a:ext cx="1005840" cy="1005840"/>
          </a:xfrm>
          <a:prstGeom prst="rect">
            <a:avLst/>
          </a:prstGeom>
        </p:spPr>
      </p:pic>
      <p:sp>
        <p:nvSpPr>
          <p:cNvPr id="18" name="Text 6"/>
          <p:cNvSpPr txBox="1"/>
          <p:nvPr/>
        </p:nvSpPr>
        <p:spPr>
          <a:xfrm>
            <a:off x="2926080" y="3566160"/>
            <a:ext cx="6336792" cy="640080"/>
          </a:xfrm>
          <a:prstGeom prst="rect">
            <a:avLst/>
          </a:prstGeom>
          <a:noFill/>
          <a:ln/>
        </p:spPr>
        <p:txBody>
          <a:bodyPr wrap="square" lIns="0" tIns="0" rIns="0" bIns="0" rtlCol="0" anchor="ctr"/>
          <a:lstStyle/>
          <a:p>
            <a:pPr algn="ctr" indent="0" marL="0">
              <a:buNone/>
            </a:pPr>
            <a:r>
              <a:rPr lang="en-US" sz="2800" dirty="0">
                <a:solidFill>
                  <a:srgbClr val="FFC233"/>
                </a:solidFill>
                <a:latin typeface="Arial Black" pitchFamily="34" charset="0"/>
                <a:ea typeface="Arial Black" pitchFamily="34" charset="-122"/>
                <a:cs typeface="Arial Black" pitchFamily="34" charset="-120"/>
              </a:rPr>
              <a:t>CYBER GUARDIAN</a:t>
            </a:r>
            <a:endParaRPr lang="en-US" sz="2800" dirty="0"/>
          </a:p>
        </p:txBody>
      </p:sp>
      <p:sp>
        <p:nvSpPr>
          <p:cNvPr id="19" name="Text 7"/>
          <p:cNvSpPr txBox="1"/>
          <p:nvPr/>
        </p:nvSpPr>
        <p:spPr>
          <a:xfrm>
            <a:off x="2926080" y="4206240"/>
            <a:ext cx="6336792" cy="457200"/>
          </a:xfrm>
          <a:prstGeom prst="rect">
            <a:avLst/>
          </a:prstGeom>
          <a:noFill/>
          <a:ln/>
        </p:spPr>
        <p:txBody>
          <a:bodyPr wrap="square" lIns="0" tIns="0" rIns="0" bIns="0" rtlCol="0" anchor="ctr"/>
          <a:lstStyle/>
          <a:p>
            <a:pPr algn="ctr" indent="0" marL="0">
              <a:buNone/>
            </a:pPr>
            <a:r>
              <a:rPr lang="en-US" sz="1800" dirty="0">
                <a:solidFill>
                  <a:srgbClr val="EAF2FF"/>
                </a:solidFill>
                <a:latin typeface="Calibri" pitchFamily="34" charset="0"/>
                <a:ea typeface="Calibri" pitchFamily="34" charset="-122"/>
                <a:cs typeface="Calibri" pitchFamily="34" charset="-120"/>
              </a:rPr>
              <a:t>A flawless escape. NULL never stood a chance!</a:t>
            </a:r>
            <a:endParaRPr lang="en-US" sz="1800" dirty="0"/>
          </a:p>
        </p:txBody>
      </p:sp>
      <p:sp>
        <p:nvSpPr>
          <p:cNvPr id="20" name="Text 8"/>
          <p:cNvSpPr txBox="1"/>
          <p:nvPr/>
        </p:nvSpPr>
        <p:spPr>
          <a:xfrm>
            <a:off x="2926080" y="4663440"/>
            <a:ext cx="6336792" cy="365760"/>
          </a:xfrm>
          <a:prstGeom prst="rect">
            <a:avLst/>
          </a:prstGeom>
          <a:noFill/>
          <a:ln/>
        </p:spPr>
        <p:txBody>
          <a:bodyPr wrap="square" lIns="0" tIns="0" rIns="0" bIns="0" rtlCol="0" anchor="ct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SHIELDS KEPT: 3 / 3</a:t>
            </a:r>
            <a:endParaRPr lang="en-US" sz="1300" dirty="0"/>
          </a:p>
        </p:txBody>
      </p:sp>
      <p:pic>
        <p:nvPicPr>
          <p:cNvPr id="21" name="Image 10" descr="/tmp/claude-0/-home-user-ashton212123/6ae88841-e158-5430-ba3a-d930461fce9f/scratchpad/build/assets/kai.png">    </p:cNvPr>
          <p:cNvPicPr>
            <a:picLocks noChangeAspect="1"/>
          </p:cNvPicPr>
          <p:nvPr/>
        </p:nvPicPr>
        <p:blipFill>
          <a:blip r:embed="rId11"/>
          <a:stretch>
            <a:fillRect/>
          </a:stretch>
        </p:blipFill>
        <p:spPr>
          <a:xfrm>
            <a:off x="1005840" y="2331720"/>
            <a:ext cx="1737360" cy="2715768"/>
          </a:xfrm>
          <a:prstGeom prst="rect">
            <a:avLst/>
          </a:prstGeom>
        </p:spPr>
      </p:pic>
      <p:pic>
        <p:nvPicPr>
          <p:cNvPr id="22" name="Image 11" descr="/tmp/claude-0/-home-user-ashton212123/6ae88841-e158-5430-ba3a-d930461fce9f/scratchpad/build/assets/byte.png">    </p:cNvPr>
          <p:cNvPicPr>
            <a:picLocks noChangeAspect="1"/>
          </p:cNvPicPr>
          <p:nvPr/>
        </p:nvPicPr>
        <p:blipFill>
          <a:blip r:embed="rId12"/>
          <a:stretch>
            <a:fillRect/>
          </a:stretch>
        </p:blipFill>
        <p:spPr>
          <a:xfrm>
            <a:off x="9445752" y="2331720"/>
            <a:ext cx="1737360" cy="2715768"/>
          </a:xfrm>
          <a:prstGeom prst="rect">
            <a:avLst/>
          </a:prstGeom>
        </p:spPr>
      </p:pic>
      <p:sp>
        <p:nvSpPr>
          <p:cNvPr id="23" name="Link - CONTINUE">
            <a:hlinkClick r:id="rId16" action="ppaction://hlinksldjump" highlightClick="1"/>
          </p:cNvPr>
          <p:cNvSpPr txBox="1"/>
          <p:nvPr/>
        </p:nvSpPr>
        <p:spPr>
          <a:xfrm>
            <a:off x="4727448" y="5349240"/>
            <a:ext cx="2743200"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7" name="snd_victory.wav"/>
      </p:stSnd>
    </p:sndAc>
  </p:transition>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4BF0A0"/>
                </a:solidFill>
                <a:latin typeface="Courier New" pitchFamily="34" charset="0"/>
                <a:ea typeface="Courier New" pitchFamily="34" charset="-122"/>
                <a:cs typeface="Courier New" pitchFamily="34" charset="-120"/>
              </a:rPr>
              <a:t>&gt; ESC GATE // UNLOCKED</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457200" y="914400"/>
            <a:ext cx="11274552" cy="822960"/>
          </a:xfrm>
          <a:prstGeom prst="rect">
            <a:avLst/>
          </a:prstGeom>
          <a:noFill/>
          <a:ln/>
        </p:spPr>
        <p:txBody>
          <a:bodyPr wrap="square" lIns="0" tIns="0" rIns="0" bIns="0" rtlCol="0" anchor="ctr"/>
          <a:lstStyle/>
          <a:p>
            <a:pPr algn="ctr" indent="0" marL="0">
              <a:buNone/>
            </a:pPr>
            <a:r>
              <a:rPr lang="en-US" sz="3800" dirty="0">
                <a:solidFill>
                  <a:srgbClr val="4BF0A0"/>
                </a:solidFill>
                <a:latin typeface="Arial Black" pitchFamily="34" charset="0"/>
                <a:ea typeface="Arial Black" pitchFamily="34" charset="-122"/>
                <a:cs typeface="Arial Black" pitchFamily="34" charset="-120"/>
              </a:rPr>
              <a:t>ESC GATE UNLOCKED!</a:t>
            </a:r>
            <a:endParaRPr lang="en-US" sz="3800" dirty="0"/>
          </a:p>
        </p:txBody>
      </p:sp>
      <p:sp>
        <p:nvSpPr>
          <p:cNvPr id="14" name="Text 5"/>
          <p:cNvSpPr txBox="1"/>
          <p:nvPr/>
        </p:nvSpPr>
        <p:spPr>
          <a:xfrm>
            <a:off x="457200" y="1737360"/>
            <a:ext cx="11274552" cy="411480"/>
          </a:xfrm>
          <a:prstGeom prst="rect">
            <a:avLst/>
          </a:prstGeom>
          <a:noFill/>
          <a:ln/>
        </p:spPr>
        <p:txBody>
          <a:bodyPr wrap="square" lIns="0" tIns="0" rIns="0" bIns="0" rtlCol="0" anchor="ctr"/>
          <a:lstStyle/>
          <a:p>
            <a:pPr algn="ctr" indent="0" marL="0">
              <a:buNone/>
            </a:pPr>
            <a:r>
              <a:rPr lang="en-US" sz="1600" b="1" dirty="0">
                <a:solidFill>
                  <a:srgbClr val="FFC233"/>
                </a:solidFill>
                <a:latin typeface="Courier New" pitchFamily="34" charset="0"/>
                <a:ea typeface="Courier New" pitchFamily="34" charset="-122"/>
                <a:cs typeface="Courier New" pitchFamily="34" charset="-120"/>
              </a:rPr>
              <a:t>CODE 6-1-8-3 ACCEPTED  //  YOU ESCAPED THE GLITCH!</a:t>
            </a:r>
            <a:endParaRPr lang="en-US" sz="1600" dirty="0"/>
          </a:p>
        </p:txBody>
      </p:sp>
      <p:pic>
        <p:nvPicPr>
          <p:cNvPr id="15" name="Image 7" descr="/tmp/claude-0/-home-user-ashton212123/6ae88841-e158-5430-ba3a-d930461fce9f/scratchpad/build/assets/icons/FaStar_FFC233.png">    </p:cNvPr>
          <p:cNvPicPr>
            <a:picLocks noChangeAspect="1"/>
          </p:cNvPicPr>
          <p:nvPr/>
        </p:nvPicPr>
        <p:blipFill>
          <a:blip r:embed="rId8"/>
          <a:stretch>
            <a:fillRect/>
          </a:stretch>
        </p:blipFill>
        <p:spPr>
          <a:xfrm>
            <a:off x="4450385" y="2423160"/>
            <a:ext cx="1005840" cy="1005840"/>
          </a:xfrm>
          <a:prstGeom prst="rect">
            <a:avLst/>
          </a:prstGeom>
        </p:spPr>
      </p:pic>
      <p:pic>
        <p:nvPicPr>
          <p:cNvPr id="16" name="Image 8" descr="/tmp/claude-0/-home-user-ashton212123/6ae88841-e158-5430-ba3a-d930461fce9f/scratchpad/build/assets/icons/FaStar_FFC233.png">    </p:cNvPr>
          <p:cNvPicPr>
            <a:picLocks noChangeAspect="1"/>
          </p:cNvPicPr>
          <p:nvPr/>
        </p:nvPicPr>
        <p:blipFill>
          <a:blip r:embed="rId9"/>
          <a:stretch>
            <a:fillRect/>
          </a:stretch>
        </p:blipFill>
        <p:spPr>
          <a:xfrm>
            <a:off x="5593385" y="2423160"/>
            <a:ext cx="1005840" cy="1005840"/>
          </a:xfrm>
          <a:prstGeom prst="rect">
            <a:avLst/>
          </a:prstGeom>
        </p:spPr>
      </p:pic>
      <p:pic>
        <p:nvPicPr>
          <p:cNvPr id="17" name="Image 9" descr="/tmp/claude-0/-home-user-ashton212123/6ae88841-e158-5430-ba3a-d930461fce9f/scratchpad/build/assets/icons/FaStar_3A4370.png">    </p:cNvPr>
          <p:cNvPicPr>
            <a:picLocks noChangeAspect="1"/>
          </p:cNvPicPr>
          <p:nvPr/>
        </p:nvPicPr>
        <p:blipFill>
          <a:blip r:embed="rId10"/>
          <a:stretch>
            <a:fillRect/>
          </a:stretch>
        </p:blipFill>
        <p:spPr>
          <a:xfrm>
            <a:off x="6736385" y="2423160"/>
            <a:ext cx="1005840" cy="1005840"/>
          </a:xfrm>
          <a:prstGeom prst="rect">
            <a:avLst/>
          </a:prstGeom>
        </p:spPr>
      </p:pic>
      <p:sp>
        <p:nvSpPr>
          <p:cNvPr id="18" name="Text 6"/>
          <p:cNvSpPr txBox="1"/>
          <p:nvPr/>
        </p:nvSpPr>
        <p:spPr>
          <a:xfrm>
            <a:off x="2926080" y="3566160"/>
            <a:ext cx="6336792" cy="640080"/>
          </a:xfrm>
          <a:prstGeom prst="rect">
            <a:avLst/>
          </a:prstGeom>
          <a:noFill/>
          <a:ln/>
        </p:spPr>
        <p:txBody>
          <a:bodyPr wrap="square" lIns="0" tIns="0" rIns="0" bIns="0" rtlCol="0" anchor="ctr"/>
          <a:lstStyle/>
          <a:p>
            <a:pPr algn="ctr" indent="0" marL="0">
              <a:buNone/>
            </a:pPr>
            <a:r>
              <a:rPr lang="en-US" sz="2800" dirty="0">
                <a:solidFill>
                  <a:srgbClr val="FFC233"/>
                </a:solidFill>
                <a:latin typeface="Arial Black" pitchFamily="34" charset="0"/>
                <a:ea typeface="Arial Black" pitchFamily="34" charset="-122"/>
                <a:cs typeface="Arial Black" pitchFamily="34" charset="-120"/>
              </a:rPr>
              <a:t>FIREWALL HERO</a:t>
            </a:r>
            <a:endParaRPr lang="en-US" sz="2800" dirty="0"/>
          </a:p>
        </p:txBody>
      </p:sp>
      <p:sp>
        <p:nvSpPr>
          <p:cNvPr id="19" name="Text 7"/>
          <p:cNvSpPr txBox="1"/>
          <p:nvPr/>
        </p:nvSpPr>
        <p:spPr>
          <a:xfrm>
            <a:off x="2926080" y="4206240"/>
            <a:ext cx="6336792" cy="457200"/>
          </a:xfrm>
          <a:prstGeom prst="rect">
            <a:avLst/>
          </a:prstGeom>
          <a:noFill/>
          <a:ln/>
        </p:spPr>
        <p:txBody>
          <a:bodyPr wrap="square" lIns="0" tIns="0" rIns="0" bIns="0" rtlCol="0" anchor="ctr"/>
          <a:lstStyle/>
          <a:p>
            <a:pPr algn="ctr" indent="0" marL="0">
              <a:buNone/>
            </a:pPr>
            <a:r>
              <a:rPr lang="en-US" sz="1800" dirty="0">
                <a:solidFill>
                  <a:srgbClr val="EAF2FF"/>
                </a:solidFill>
                <a:latin typeface="Calibri" pitchFamily="34" charset="0"/>
                <a:ea typeface="Calibri" pitchFamily="34" charset="-122"/>
                <a:cs typeface="Calibri" pitchFamily="34" charset="-120"/>
              </a:rPr>
              <a:t>A strong escape with only one broken shield!</a:t>
            </a:r>
            <a:endParaRPr lang="en-US" sz="1800" dirty="0"/>
          </a:p>
        </p:txBody>
      </p:sp>
      <p:sp>
        <p:nvSpPr>
          <p:cNvPr id="20" name="Text 8"/>
          <p:cNvSpPr txBox="1"/>
          <p:nvPr/>
        </p:nvSpPr>
        <p:spPr>
          <a:xfrm>
            <a:off x="2926080" y="4663440"/>
            <a:ext cx="6336792" cy="365760"/>
          </a:xfrm>
          <a:prstGeom prst="rect">
            <a:avLst/>
          </a:prstGeom>
          <a:noFill/>
          <a:ln/>
        </p:spPr>
        <p:txBody>
          <a:bodyPr wrap="square" lIns="0" tIns="0" rIns="0" bIns="0" rtlCol="0" anchor="ct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SHIELDS KEPT: 2 / 3</a:t>
            </a:r>
            <a:endParaRPr lang="en-US" sz="1300" dirty="0"/>
          </a:p>
        </p:txBody>
      </p:sp>
      <p:pic>
        <p:nvPicPr>
          <p:cNvPr id="21" name="Image 10" descr="/tmp/claude-0/-home-user-ashton212123/6ae88841-e158-5430-ba3a-d930461fce9f/scratchpad/build/assets/kai.png">    </p:cNvPr>
          <p:cNvPicPr>
            <a:picLocks noChangeAspect="1"/>
          </p:cNvPicPr>
          <p:nvPr/>
        </p:nvPicPr>
        <p:blipFill>
          <a:blip r:embed="rId11"/>
          <a:stretch>
            <a:fillRect/>
          </a:stretch>
        </p:blipFill>
        <p:spPr>
          <a:xfrm>
            <a:off x="1005840" y="2331720"/>
            <a:ext cx="1737360" cy="2715768"/>
          </a:xfrm>
          <a:prstGeom prst="rect">
            <a:avLst/>
          </a:prstGeom>
        </p:spPr>
      </p:pic>
      <p:pic>
        <p:nvPicPr>
          <p:cNvPr id="22" name="Image 11" descr="/tmp/claude-0/-home-user-ashton212123/6ae88841-e158-5430-ba3a-d930461fce9f/scratchpad/build/assets/byte.png">    </p:cNvPr>
          <p:cNvPicPr>
            <a:picLocks noChangeAspect="1"/>
          </p:cNvPicPr>
          <p:nvPr/>
        </p:nvPicPr>
        <p:blipFill>
          <a:blip r:embed="rId12"/>
          <a:stretch>
            <a:fillRect/>
          </a:stretch>
        </p:blipFill>
        <p:spPr>
          <a:xfrm>
            <a:off x="9445752" y="2331720"/>
            <a:ext cx="1737360" cy="2715768"/>
          </a:xfrm>
          <a:prstGeom prst="rect">
            <a:avLst/>
          </a:prstGeom>
        </p:spPr>
      </p:pic>
      <p:sp>
        <p:nvSpPr>
          <p:cNvPr id="23" name="Link - CONTINUE">
            <a:hlinkClick r:id="rId16" action="ppaction://hlinksldjump" highlightClick="1"/>
          </p:cNvPr>
          <p:cNvSpPr txBox="1"/>
          <p:nvPr/>
        </p:nvSpPr>
        <p:spPr>
          <a:xfrm>
            <a:off x="4727448" y="5349240"/>
            <a:ext cx="2743200"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7" name="snd_victory.wav"/>
      </p:stSnd>
    </p:sndAc>
  </p:transition>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4BF0A0"/>
                </a:solidFill>
                <a:latin typeface="Courier New" pitchFamily="34" charset="0"/>
                <a:ea typeface="Courier New" pitchFamily="34" charset="-122"/>
                <a:cs typeface="Courier New" pitchFamily="34" charset="-120"/>
              </a:rPr>
              <a:t>&gt; ESC GATE // UNLOCKED</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5"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sp>
        <p:nvSpPr>
          <p:cNvPr id="13" name="Text 4"/>
          <p:cNvSpPr txBox="1"/>
          <p:nvPr/>
        </p:nvSpPr>
        <p:spPr>
          <a:xfrm>
            <a:off x="457200" y="914400"/>
            <a:ext cx="11274552" cy="822960"/>
          </a:xfrm>
          <a:prstGeom prst="rect">
            <a:avLst/>
          </a:prstGeom>
          <a:noFill/>
          <a:ln/>
        </p:spPr>
        <p:txBody>
          <a:bodyPr wrap="square" lIns="0" tIns="0" rIns="0" bIns="0" rtlCol="0" anchor="ctr"/>
          <a:lstStyle/>
          <a:p>
            <a:pPr algn="ctr" indent="0" marL="0">
              <a:buNone/>
            </a:pPr>
            <a:r>
              <a:rPr lang="en-US" sz="3800" dirty="0">
                <a:solidFill>
                  <a:srgbClr val="4BF0A0"/>
                </a:solidFill>
                <a:latin typeface="Arial Black" pitchFamily="34" charset="0"/>
                <a:ea typeface="Arial Black" pitchFamily="34" charset="-122"/>
                <a:cs typeface="Arial Black" pitchFamily="34" charset="-120"/>
              </a:rPr>
              <a:t>ESC GATE UNLOCKED!</a:t>
            </a:r>
            <a:endParaRPr lang="en-US" sz="3800" dirty="0"/>
          </a:p>
        </p:txBody>
      </p:sp>
      <p:sp>
        <p:nvSpPr>
          <p:cNvPr id="14" name="Text 5"/>
          <p:cNvSpPr txBox="1"/>
          <p:nvPr/>
        </p:nvSpPr>
        <p:spPr>
          <a:xfrm>
            <a:off x="457200" y="1737360"/>
            <a:ext cx="11274552" cy="411480"/>
          </a:xfrm>
          <a:prstGeom prst="rect">
            <a:avLst/>
          </a:prstGeom>
          <a:noFill/>
          <a:ln/>
        </p:spPr>
        <p:txBody>
          <a:bodyPr wrap="square" lIns="0" tIns="0" rIns="0" bIns="0" rtlCol="0" anchor="ctr"/>
          <a:lstStyle/>
          <a:p>
            <a:pPr algn="ctr" indent="0" marL="0">
              <a:buNone/>
            </a:pPr>
            <a:r>
              <a:rPr lang="en-US" sz="1600" b="1" dirty="0">
                <a:solidFill>
                  <a:srgbClr val="FFC233"/>
                </a:solidFill>
                <a:latin typeface="Courier New" pitchFamily="34" charset="0"/>
                <a:ea typeface="Courier New" pitchFamily="34" charset="-122"/>
                <a:cs typeface="Courier New" pitchFamily="34" charset="-120"/>
              </a:rPr>
              <a:t>CODE 6-1-8-3 ACCEPTED  //  YOU ESCAPED THE GLITCH!</a:t>
            </a:r>
            <a:endParaRPr lang="en-US" sz="1600" dirty="0"/>
          </a:p>
        </p:txBody>
      </p:sp>
      <p:pic>
        <p:nvPicPr>
          <p:cNvPr id="15" name="Image 7" descr="/tmp/claude-0/-home-user-ashton212123/6ae88841-e158-5430-ba3a-d930461fce9f/scratchpad/build/assets/icons/FaStar_FFC233.png">    </p:cNvPr>
          <p:cNvPicPr>
            <a:picLocks noChangeAspect="1"/>
          </p:cNvPicPr>
          <p:nvPr/>
        </p:nvPicPr>
        <p:blipFill>
          <a:blip r:embed="rId8"/>
          <a:stretch>
            <a:fillRect/>
          </a:stretch>
        </p:blipFill>
        <p:spPr>
          <a:xfrm>
            <a:off x="4450385" y="2423160"/>
            <a:ext cx="1005840" cy="1005840"/>
          </a:xfrm>
          <a:prstGeom prst="rect">
            <a:avLst/>
          </a:prstGeom>
        </p:spPr>
      </p:pic>
      <p:pic>
        <p:nvPicPr>
          <p:cNvPr id="16" name="Image 8" descr="/tmp/claude-0/-home-user-ashton212123/6ae88841-e158-5430-ba3a-d930461fce9f/scratchpad/build/assets/icons/FaStar_3A4370.png">    </p:cNvPr>
          <p:cNvPicPr>
            <a:picLocks noChangeAspect="1"/>
          </p:cNvPicPr>
          <p:nvPr/>
        </p:nvPicPr>
        <p:blipFill>
          <a:blip r:embed="rId9"/>
          <a:stretch>
            <a:fillRect/>
          </a:stretch>
        </p:blipFill>
        <p:spPr>
          <a:xfrm>
            <a:off x="5593385" y="2423160"/>
            <a:ext cx="1005840" cy="1005840"/>
          </a:xfrm>
          <a:prstGeom prst="rect">
            <a:avLst/>
          </a:prstGeom>
        </p:spPr>
      </p:pic>
      <p:pic>
        <p:nvPicPr>
          <p:cNvPr id="17" name="Image 9" descr="/tmp/claude-0/-home-user-ashton212123/6ae88841-e158-5430-ba3a-d930461fce9f/scratchpad/build/assets/icons/FaStar_3A4370.png">    </p:cNvPr>
          <p:cNvPicPr>
            <a:picLocks noChangeAspect="1"/>
          </p:cNvPicPr>
          <p:nvPr/>
        </p:nvPicPr>
        <p:blipFill>
          <a:blip r:embed="rId10"/>
          <a:stretch>
            <a:fillRect/>
          </a:stretch>
        </p:blipFill>
        <p:spPr>
          <a:xfrm>
            <a:off x="6736385" y="2423160"/>
            <a:ext cx="1005840" cy="1005840"/>
          </a:xfrm>
          <a:prstGeom prst="rect">
            <a:avLst/>
          </a:prstGeom>
        </p:spPr>
      </p:pic>
      <p:sp>
        <p:nvSpPr>
          <p:cNvPr id="18" name="Text 6"/>
          <p:cNvSpPr txBox="1"/>
          <p:nvPr/>
        </p:nvSpPr>
        <p:spPr>
          <a:xfrm>
            <a:off x="2926080" y="3566160"/>
            <a:ext cx="6336792" cy="640080"/>
          </a:xfrm>
          <a:prstGeom prst="rect">
            <a:avLst/>
          </a:prstGeom>
          <a:noFill/>
          <a:ln/>
        </p:spPr>
        <p:txBody>
          <a:bodyPr wrap="square" lIns="0" tIns="0" rIns="0" bIns="0" rtlCol="0" anchor="ctr"/>
          <a:lstStyle/>
          <a:p>
            <a:pPr algn="ctr" indent="0" marL="0">
              <a:buNone/>
            </a:pPr>
            <a:r>
              <a:rPr lang="en-US" sz="2800" dirty="0">
                <a:solidFill>
                  <a:srgbClr val="FFC233"/>
                </a:solidFill>
                <a:latin typeface="Arial Black" pitchFamily="34" charset="0"/>
                <a:ea typeface="Arial Black" pitchFamily="34" charset="-122"/>
                <a:cs typeface="Arial Black" pitchFamily="34" charset="-120"/>
              </a:rPr>
              <a:t>LUCKY ESCAPER</a:t>
            </a:r>
            <a:endParaRPr lang="en-US" sz="2800" dirty="0"/>
          </a:p>
        </p:txBody>
      </p:sp>
      <p:sp>
        <p:nvSpPr>
          <p:cNvPr id="19" name="Text 7"/>
          <p:cNvSpPr txBox="1"/>
          <p:nvPr/>
        </p:nvSpPr>
        <p:spPr>
          <a:xfrm>
            <a:off x="2926080" y="4206240"/>
            <a:ext cx="6336792" cy="457200"/>
          </a:xfrm>
          <a:prstGeom prst="rect">
            <a:avLst/>
          </a:prstGeom>
          <a:noFill/>
          <a:ln/>
        </p:spPr>
        <p:txBody>
          <a:bodyPr wrap="square" lIns="0" tIns="0" rIns="0" bIns="0" rtlCol="0" anchor="ctr"/>
          <a:lstStyle/>
          <a:p>
            <a:pPr algn="ctr" indent="0" marL="0">
              <a:buNone/>
            </a:pPr>
            <a:r>
              <a:rPr lang="en-US" sz="1800" dirty="0">
                <a:solidFill>
                  <a:srgbClr val="EAF2FF"/>
                </a:solidFill>
                <a:latin typeface="Calibri" pitchFamily="34" charset="0"/>
                <a:ea typeface="Calibri" pitchFamily="34" charset="-122"/>
                <a:cs typeface="Calibri" pitchFamily="34" charset="-120"/>
              </a:rPr>
              <a:t>You made it out... with just one shield left!</a:t>
            </a:r>
            <a:endParaRPr lang="en-US" sz="1800" dirty="0"/>
          </a:p>
        </p:txBody>
      </p:sp>
      <p:sp>
        <p:nvSpPr>
          <p:cNvPr id="20" name="Text 8"/>
          <p:cNvSpPr txBox="1"/>
          <p:nvPr/>
        </p:nvSpPr>
        <p:spPr>
          <a:xfrm>
            <a:off x="2926080" y="4663440"/>
            <a:ext cx="6336792" cy="365760"/>
          </a:xfrm>
          <a:prstGeom prst="rect">
            <a:avLst/>
          </a:prstGeom>
          <a:noFill/>
          <a:ln/>
        </p:spPr>
        <p:txBody>
          <a:bodyPr wrap="square" lIns="0" tIns="0" rIns="0" bIns="0" rtlCol="0" anchor="ctr"/>
          <a:lstStyle/>
          <a:p>
            <a:pPr algn="ctr" indent="0" marL="0">
              <a:buNone/>
            </a:pPr>
            <a:r>
              <a:rPr lang="en-US" sz="1300" b="1" dirty="0">
                <a:solidFill>
                  <a:srgbClr val="9AA6D9"/>
                </a:solidFill>
                <a:latin typeface="Courier New" pitchFamily="34" charset="0"/>
                <a:ea typeface="Courier New" pitchFamily="34" charset="-122"/>
                <a:cs typeface="Courier New" pitchFamily="34" charset="-120"/>
              </a:rPr>
              <a:t>SHIELDS KEPT: 1 / 3</a:t>
            </a:r>
            <a:endParaRPr lang="en-US" sz="1300" dirty="0"/>
          </a:p>
        </p:txBody>
      </p:sp>
      <p:pic>
        <p:nvPicPr>
          <p:cNvPr id="21" name="Image 10" descr="/tmp/claude-0/-home-user-ashton212123/6ae88841-e158-5430-ba3a-d930461fce9f/scratchpad/build/assets/kai.png">    </p:cNvPr>
          <p:cNvPicPr>
            <a:picLocks noChangeAspect="1"/>
          </p:cNvPicPr>
          <p:nvPr/>
        </p:nvPicPr>
        <p:blipFill>
          <a:blip r:embed="rId11"/>
          <a:stretch>
            <a:fillRect/>
          </a:stretch>
        </p:blipFill>
        <p:spPr>
          <a:xfrm>
            <a:off x="1005840" y="2331720"/>
            <a:ext cx="1737360" cy="2715768"/>
          </a:xfrm>
          <a:prstGeom prst="rect">
            <a:avLst/>
          </a:prstGeom>
        </p:spPr>
      </p:pic>
      <p:pic>
        <p:nvPicPr>
          <p:cNvPr id="22" name="Image 11" descr="/tmp/claude-0/-home-user-ashton212123/6ae88841-e158-5430-ba3a-d930461fce9f/scratchpad/build/assets/byte.png">    </p:cNvPr>
          <p:cNvPicPr>
            <a:picLocks noChangeAspect="1"/>
          </p:cNvPicPr>
          <p:nvPr/>
        </p:nvPicPr>
        <p:blipFill>
          <a:blip r:embed="rId12"/>
          <a:stretch>
            <a:fillRect/>
          </a:stretch>
        </p:blipFill>
        <p:spPr>
          <a:xfrm>
            <a:off x="9445752" y="2331720"/>
            <a:ext cx="1737360" cy="2715768"/>
          </a:xfrm>
          <a:prstGeom prst="rect">
            <a:avLst/>
          </a:prstGeom>
        </p:spPr>
      </p:pic>
      <p:sp>
        <p:nvSpPr>
          <p:cNvPr id="23" name="Link - CONTINUE">
            <a:hlinkClick r:id="rId16" action="ppaction://hlinksldjump" highlightClick="1"/>
          </p:cNvPr>
          <p:cNvSpPr txBox="1"/>
          <p:nvPr/>
        </p:nvSpPr>
        <p:spPr>
          <a:xfrm>
            <a:off x="4727448" y="5349240"/>
            <a:ext cx="2743200" cy="731520"/>
          </a:xfrm>
          <a:prstGeom prst="roundRect">
            <a:avLst>
              <a:gd name="adj" fmla="val 12500"/>
            </a:avLst>
          </a:prstGeom>
          <a:solidFill>
            <a:srgbClr val="4BF0A0"/>
          </a:solidFill>
          <a:ln w="25400">
            <a:solidFill>
              <a:srgbClr val="4BF0A0"/>
            </a:solidFill>
          </a:ln>
          <a:effectLst>
            <a:outerShdw sx="100000" sy="100000" kx="0" ky="0" algn="bl" rotWithShape="0" blurRad="177800" dist="50800" dir="5400000">
              <a:srgbClr val="4BF0A0">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CONTINUE</a:t>
            </a:r>
            <a:endParaRPr lang="en-US" sz="1600" dirty="0"/>
          </a:p>
        </p:txBody>
      </p:sp>
    </p:spTree>
  </p:cSld>
  <p:clrMapOvr>
    <a:masterClrMapping/>
  </p:clrMapOvr>
  <p:transition spd="med" advClick="0">
    <p:fade/>
    <p:sndAc>
      <p:stSnd>
        <p:snd r:embed="rId17" name="snd_victory.wav"/>
      </p:stSnd>
    </p:sndAc>
  </p:transition>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"Click, click, CRASH! I love wrong answers!"</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EAF2FF"/>
                </a:solidFill>
                <a:latin typeface="Courier New" pitchFamily="34" charset="0"/>
                <a:ea typeface="Courier New" pitchFamily="34" charset="-122"/>
                <a:cs typeface="Courier New" pitchFamily="34" charset="-120"/>
              </a:rPr>
              <a:t>2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Write your fragments from Sector 1 to Sector 4, then read them from right to left.</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dirty="0">
                <a:solidFill>
                  <a:srgbClr val="9AA6D9"/>
                </a:solidFill>
                <a:latin typeface="Courier New" pitchFamily="34" charset="0"/>
                <a:ea typeface="Courier New" pitchFamily="34" charset="-122"/>
                <a:cs typeface="Courier New" pitchFamily="34" charset="-120"/>
              </a:rPr>
              <a:t>Retry the same question with one less shield.</a:t>
            </a:r>
            <a:endParaRPr lang="en-US" sz="1200" dirty="0"/>
          </a:p>
        </p:txBody>
      </p:sp>
    </p:spTree>
  </p:cSld>
  <p:clrMapOvr>
    <a:masterClrMapping/>
  </p:clrMapOvr>
  <p:transition spd="med" advClick="0">
    <p:fade/>
    <p:sndAc>
      <p:stSnd>
        <p:snd r:embed="rId18" name="snd_wrong.wav"/>
      </p:stSnd>
    </p:sndAc>
  </p:transition>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txBox="1"/>
          <p:nvPr/>
        </p:nvSpPr>
        <p:spPr>
          <a:xfrm>
            <a:off x="457200" y="292608"/>
            <a:ext cx="5120640" cy="384048"/>
          </a:xfrm>
          <a:prstGeom prst="rect">
            <a:avLst/>
          </a:prstGeom>
          <a:noFill/>
          <a:ln/>
        </p:spPr>
        <p:txBody>
          <a:bodyPr wrap="square" lIns="0" tIns="0" rIns="0" bIns="0" rtlCol="0" anchor="ctr"/>
          <a:lstStyle/>
          <a:p>
            <a:pPr indent="0" marL="0">
              <a:buNone/>
            </a:pPr>
            <a:r>
              <a:rPr lang="en-US" sz="1400" b="1" dirty="0">
                <a:solidFill>
                  <a:srgbClr val="F72585"/>
                </a:solidFill>
                <a:latin typeface="Courier New" pitchFamily="34" charset="0"/>
                <a:ea typeface="Courier New" pitchFamily="34" charset="-122"/>
                <a:cs typeface="Courier New" pitchFamily="34" charset="-120"/>
              </a:rPr>
              <a:t>&gt; NULL'S CORE // FINAL GATE</a:t>
            </a:r>
            <a:endParaRPr lang="en-US" sz="1400" dirty="0"/>
          </a:p>
        </p:txBody>
      </p:sp>
      <p:sp>
        <p:nvSpPr>
          <p:cNvPr id="3" name="Text 1"/>
          <p:cNvSpPr txBox="1"/>
          <p:nvPr/>
        </p:nvSpPr>
        <p:spPr>
          <a:xfrm>
            <a:off x="5669280" y="292608"/>
            <a:ext cx="123444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FRAGMENTS</a:t>
            </a:r>
            <a:endParaRPr lang="en-US" sz="1000" dirty="0"/>
          </a:p>
        </p:txBody>
      </p:sp>
      <p:pic>
        <p:nvPicPr>
          <p:cNvPr id="4" name="Image 0" descr="/tmp/claude-0/-home-user-ashton212123/6ae88841-e158-5430-ba3a-d930461fce9f/scratchpad/build/assets/chip.png">    </p:cNvPr>
          <p:cNvPicPr>
            <a:picLocks noChangeAspect="1"/>
          </p:cNvPicPr>
          <p:nvPr/>
        </p:nvPicPr>
        <p:blipFill>
          <a:blip r:embed="rId1"/>
          <a:stretch>
            <a:fillRect/>
          </a:stretch>
        </p:blipFill>
        <p:spPr>
          <a:xfrm>
            <a:off x="6995160" y="329184"/>
            <a:ext cx="347472" cy="318211"/>
          </a:xfrm>
          <a:prstGeom prst="rect">
            <a:avLst/>
          </a:prstGeom>
        </p:spPr>
      </p:pic>
      <p:pic>
        <p:nvPicPr>
          <p:cNvPr id="5" name="Image 1" descr="/tmp/claude-0/-home-user-ashton212123/6ae88841-e158-5430-ba3a-d930461fce9f/scratchpad/build/assets/chip.png">    </p:cNvPr>
          <p:cNvPicPr>
            <a:picLocks noChangeAspect="1"/>
          </p:cNvPicPr>
          <p:nvPr/>
        </p:nvPicPr>
        <p:blipFill>
          <a:blip r:embed="rId2"/>
          <a:stretch>
            <a:fillRect/>
          </a:stretch>
        </p:blipFill>
        <p:spPr>
          <a:xfrm>
            <a:off x="7379208" y="329184"/>
            <a:ext cx="347472" cy="318211"/>
          </a:xfrm>
          <a:prstGeom prst="rect">
            <a:avLst/>
          </a:prstGeom>
        </p:spPr>
      </p:pic>
      <p:pic>
        <p:nvPicPr>
          <p:cNvPr id="6" name="Image 2" descr="/tmp/claude-0/-home-user-ashton212123/6ae88841-e158-5430-ba3a-d930461fce9f/scratchpad/build/assets/chip.png">    </p:cNvPr>
          <p:cNvPicPr>
            <a:picLocks noChangeAspect="1"/>
          </p:cNvPicPr>
          <p:nvPr/>
        </p:nvPicPr>
        <p:blipFill>
          <a:blip r:embed="rId3"/>
          <a:stretch>
            <a:fillRect/>
          </a:stretch>
        </p:blipFill>
        <p:spPr>
          <a:xfrm>
            <a:off x="7763256" y="329184"/>
            <a:ext cx="347472" cy="318211"/>
          </a:xfrm>
          <a:prstGeom prst="rect">
            <a:avLst/>
          </a:prstGeom>
        </p:spPr>
      </p:pic>
      <p:pic>
        <p:nvPicPr>
          <p:cNvPr id="7" name="Image 3" descr="/tmp/claude-0/-home-user-ashton212123/6ae88841-e158-5430-ba3a-d930461fce9f/scratchpad/build/assets/chip.png">    </p:cNvPr>
          <p:cNvPicPr>
            <a:picLocks noChangeAspect="1"/>
          </p:cNvPicPr>
          <p:nvPr/>
        </p:nvPicPr>
        <p:blipFill>
          <a:blip r:embed="rId4"/>
          <a:stretch>
            <a:fillRect/>
          </a:stretch>
        </p:blipFill>
        <p:spPr>
          <a:xfrm>
            <a:off x="8147304" y="329184"/>
            <a:ext cx="347472" cy="318211"/>
          </a:xfrm>
          <a:prstGeom prst="rect">
            <a:avLst/>
          </a:prstGeom>
        </p:spPr>
      </p:pic>
      <p:sp>
        <p:nvSpPr>
          <p:cNvPr id="8" name="Text 2"/>
          <p:cNvSpPr txBox="1"/>
          <p:nvPr/>
        </p:nvSpPr>
        <p:spPr>
          <a:xfrm>
            <a:off x="8549640" y="292608"/>
            <a:ext cx="914400" cy="384048"/>
          </a:xfrm>
          <a:prstGeom prst="rect">
            <a:avLst/>
          </a:prstGeom>
          <a:noFill/>
          <a:ln/>
        </p:spPr>
        <p:txBody>
          <a:bodyPr wrap="square" lIns="0" tIns="0" rIns="0" bIns="0" rtlCol="0" anchor="ctr"/>
          <a:lstStyle/>
          <a:p>
            <a:pPr algn="r" indent="0" marL="0">
              <a:buNone/>
            </a:pPr>
            <a:r>
              <a:rPr lang="en-US" sz="1000" dirty="0">
                <a:solidFill>
                  <a:srgbClr val="9AA6D9"/>
                </a:solidFill>
                <a:latin typeface="Courier New" pitchFamily="34" charset="0"/>
                <a:ea typeface="Courier New" pitchFamily="34" charset="-122"/>
                <a:cs typeface="Courier New" pitchFamily="34" charset="-120"/>
              </a:rPr>
              <a:t>SHIELDS</a:t>
            </a:r>
            <a:endParaRPr lang="en-US" sz="1000" dirty="0"/>
          </a:p>
        </p:txBody>
      </p:sp>
      <p:pic>
        <p:nvPicPr>
          <p:cNvPr id="9" name="Image 4" descr="/tmp/claude-0/-home-user-ashton212123/6ae88841-e158-5430-ba3a-d930461fce9f/scratchpad/build/assets/shield.png">    </p:cNvPr>
          <p:cNvPicPr>
            <a:picLocks noChangeAspect="1"/>
          </p:cNvPicPr>
          <p:nvPr/>
        </p:nvPicPr>
        <p:blipFill>
          <a:blip r:embed="rId5"/>
          <a:stretch>
            <a:fillRect/>
          </a:stretch>
        </p:blipFill>
        <p:spPr>
          <a:xfrm>
            <a:off x="9555480" y="301752"/>
            <a:ext cx="365760" cy="365760"/>
          </a:xfrm>
          <a:prstGeom prst="rect">
            <a:avLst/>
          </a:prstGeom>
        </p:spPr>
      </p:pic>
      <p:pic>
        <p:nvPicPr>
          <p:cNvPr id="10" name="Image 5" descr="/tmp/claude-0/-home-user-ashton212123/6ae88841-e158-5430-ba3a-d930461fce9f/scratchpad/build/assets/shield_empty.png">    </p:cNvPr>
          <p:cNvPicPr>
            <a:picLocks noChangeAspect="1"/>
          </p:cNvPicPr>
          <p:nvPr/>
        </p:nvPicPr>
        <p:blipFill>
          <a:blip r:embed="rId6"/>
          <a:stretch>
            <a:fillRect/>
          </a:stretch>
        </p:blipFill>
        <p:spPr>
          <a:xfrm>
            <a:off x="9985248" y="301752"/>
            <a:ext cx="365760" cy="365760"/>
          </a:xfrm>
          <a:prstGeom prst="rect">
            <a:avLst/>
          </a:prstGeom>
        </p:spPr>
      </p:pic>
      <p:pic>
        <p:nvPicPr>
          <p:cNvPr id="11" name="Image 6" descr="/tmp/claude-0/-home-user-ashton212123/6ae88841-e158-5430-ba3a-d930461fce9f/scratchpad/build/assets/shield_empty.png">    </p:cNvPr>
          <p:cNvPicPr>
            <a:picLocks noChangeAspect="1"/>
          </p:cNvPicPr>
          <p:nvPr/>
        </p:nvPicPr>
        <p:blipFill>
          <a:blip r:embed="rId7"/>
          <a:stretch>
            <a:fillRect/>
          </a:stretch>
        </p:blipFill>
        <p:spPr>
          <a:xfrm>
            <a:off x="10415016" y="301752"/>
            <a:ext cx="365760" cy="365760"/>
          </a:xfrm>
          <a:prstGeom prst="rect">
            <a:avLst/>
          </a:prstGeom>
        </p:spPr>
      </p:pic>
      <p:sp>
        <p:nvSpPr>
          <p:cNvPr id="12" name="Link - Help">
            <a:hlinkClick r:id="rId16" action="ppaction://hlinksldjump" highlightClick="1"/>
          </p:cNvPr>
          <p:cNvSpPr txBox="1"/>
          <p:nvPr/>
        </p:nvSpPr>
        <p:spPr>
          <a:xfrm>
            <a:off x="11274552" y="256032"/>
            <a:ext cx="457200" cy="457200"/>
          </a:xfrm>
          <a:prstGeom prst="ellipse">
            <a:avLst/>
          </a:prstGeom>
          <a:solidFill>
            <a:srgbClr val="1A2353"/>
          </a:solidFill>
          <a:ln w="22225">
            <a:solidFill>
              <a:srgbClr val="2DE2E6"/>
            </a:solidFill>
          </a:ln>
        </p:spPr>
        <p:txBody>
          <a:bodyPr wrap="square" lIns="0" tIns="0" rIns="0" bIns="0" rtlCol="0" anchor="ctr"/>
          <a:lstStyle/>
          <a:p>
            <a:pPr algn="ctr" indent="0" marL="0">
              <a:buNone/>
            </a:pPr>
            <a:r>
              <a:rPr lang="en-US" sz="1600" dirty="0">
                <a:solidFill>
                  <a:srgbClr val="2DE2E6"/>
                </a:solidFill>
                <a:latin typeface="Arial Black" pitchFamily="34" charset="0"/>
                <a:ea typeface="Arial Black" pitchFamily="34" charset="-122"/>
                <a:cs typeface="Arial Black" pitchFamily="34" charset="-120"/>
              </a:rPr>
              <a:t>?</a:t>
            </a:r>
            <a:endParaRPr lang="en-US" sz="1600" dirty="0"/>
          </a:p>
        </p:txBody>
      </p:sp>
      <p:pic>
        <p:nvPicPr>
          <p:cNvPr id="13" name="Image 7" descr="/tmp/claude-0/-home-user-ashton212123/6ae88841-e158-5430-ba3a-d930461fce9f/scratchpad/build/assets/icons/FaExclamationTriangle_F72585.png">    </p:cNvPr>
          <p:cNvPicPr>
            <a:picLocks noChangeAspect="1"/>
          </p:cNvPicPr>
          <p:nvPr/>
        </p:nvPicPr>
        <p:blipFill>
          <a:blip r:embed="rId8"/>
          <a:stretch>
            <a:fillRect/>
          </a:stretch>
        </p:blipFill>
        <p:spPr>
          <a:xfrm>
            <a:off x="457200" y="1005840"/>
            <a:ext cx="603504" cy="603504"/>
          </a:xfrm>
          <a:prstGeom prst="rect">
            <a:avLst/>
          </a:prstGeom>
        </p:spPr>
      </p:pic>
      <p:sp>
        <p:nvSpPr>
          <p:cNvPr id="14" name="Text 4"/>
          <p:cNvSpPr txBox="1"/>
          <p:nvPr/>
        </p:nvSpPr>
        <p:spPr>
          <a:xfrm>
            <a:off x="1234440" y="914400"/>
            <a:ext cx="7498080" cy="777240"/>
          </a:xfrm>
          <a:prstGeom prst="rect">
            <a:avLst/>
          </a:prstGeom>
          <a:noFill/>
          <a:ln/>
        </p:spPr>
        <p:txBody>
          <a:bodyPr wrap="square" lIns="0" tIns="0" rIns="0" bIns="0" rtlCol="0" anchor="ctr"/>
          <a:lstStyle/>
          <a:p>
            <a:pPr indent="0" marL="0">
              <a:buNone/>
            </a:pPr>
            <a:r>
              <a:rPr lang="en-US" sz="3400" dirty="0">
                <a:solidFill>
                  <a:srgbClr val="F72585"/>
                </a:solidFill>
                <a:latin typeface="Arial Black" pitchFamily="34" charset="0"/>
                <a:ea typeface="Arial Black" pitchFamily="34" charset="-122"/>
                <a:cs typeface="Arial Black" pitchFamily="34" charset="-120"/>
              </a:rPr>
              <a:t>GLITCH DETECTED!</a:t>
            </a:r>
            <a:endParaRPr lang="en-US" sz="3400" dirty="0"/>
          </a:p>
        </p:txBody>
      </p:sp>
      <p:sp>
        <p:nvSpPr>
          <p:cNvPr id="15" name="Text 5"/>
          <p:cNvSpPr txBox="1"/>
          <p:nvPr/>
        </p:nvSpPr>
        <p:spPr>
          <a:xfrm>
            <a:off x="457200" y="1719072"/>
            <a:ext cx="8138160" cy="457200"/>
          </a:xfrm>
          <a:prstGeom prst="rect">
            <a:avLst/>
          </a:prstGeom>
          <a:noFill/>
          <a:ln/>
        </p:spPr>
        <p:txBody>
          <a:bodyPr wrap="square" lIns="0" tIns="0" rIns="0" bIns="0" rtlCol="0" anchor="ctr"/>
          <a:lstStyle/>
          <a:p>
            <a:pPr indent="0" marL="0">
              <a:buNone/>
            </a:pPr>
            <a:r>
              <a:rPr lang="en-US" sz="1500" b="1" dirty="0">
                <a:solidFill>
                  <a:srgbClr val="FF8FC7"/>
                </a:solidFill>
                <a:latin typeface="Courier New" pitchFamily="34" charset="0"/>
                <a:ea typeface="Courier New" pitchFamily="34" charset="-122"/>
                <a:cs typeface="Courier New" pitchFamily="34" charset="-120"/>
              </a:rPr>
              <a:t>NULL: "Your shield just crashed. Want to try again?"</a:t>
            </a:r>
            <a:endParaRPr lang="en-US" sz="1500" dirty="0"/>
          </a:p>
        </p:txBody>
      </p:sp>
      <p:sp>
        <p:nvSpPr>
          <p:cNvPr id="16" name="Shape 6"/>
          <p:cNvSpPr/>
          <p:nvPr/>
        </p:nvSpPr>
        <p:spPr>
          <a:xfrm>
            <a:off x="457200" y="2331720"/>
            <a:ext cx="8138160" cy="1188720"/>
          </a:xfrm>
          <a:prstGeom prst="roundRect">
            <a:avLst>
              <a:gd name="adj" fmla="val 9231"/>
            </a:avLst>
          </a:prstGeom>
          <a:solidFill>
            <a:srgbClr val="121A3F">
              <a:alpha val="94000"/>
            </a:srgbClr>
          </a:solidFill>
          <a:ln w="22225">
            <a:solidFill>
              <a:srgbClr val="F72585"/>
            </a:solidFill>
            <a:prstDash val="solid"/>
          </a:ln>
          <a:effectLst>
            <a:outerShdw sx="100000" sy="100000" kx="0" ky="0" algn="bl" rotWithShape="0" blurRad="203200" dist="50800" dir="5400000">
              <a:srgbClr val="F72585">
                <a:alpha val="45000"/>
              </a:srgbClr>
            </a:outerShdw>
          </a:effectLst>
        </p:spPr>
      </p:sp>
      <p:sp>
        <p:nvSpPr>
          <p:cNvPr id="17" name="Text 7"/>
          <p:cNvSpPr txBox="1"/>
          <p:nvPr/>
        </p:nvSpPr>
        <p:spPr>
          <a:xfrm>
            <a:off x="731520" y="2331720"/>
            <a:ext cx="2743200" cy="1188720"/>
          </a:xfrm>
          <a:prstGeom prst="rect">
            <a:avLst/>
          </a:prstGeom>
          <a:noFill/>
          <a:ln/>
        </p:spPr>
        <p:txBody>
          <a:bodyPr wrap="square" lIns="0" tIns="0" rIns="0" bIns="0" rtlCol="0" anchor="ctr"/>
          <a:lstStyle/>
          <a:p>
            <a:pPr indent="0" marL="0">
              <a:buNone/>
            </a:pPr>
            <a:r>
              <a:rPr lang="en-US" sz="2400" dirty="0">
                <a:solidFill>
                  <a:srgbClr val="F72585"/>
                </a:solidFill>
                <a:latin typeface="Arial Black" pitchFamily="34" charset="0"/>
                <a:ea typeface="Arial Black" pitchFamily="34" charset="-122"/>
                <a:cs typeface="Arial Black" pitchFamily="34" charset="-120"/>
              </a:rPr>
              <a:t>-1 SHIELD</a:t>
            </a:r>
            <a:endParaRPr lang="en-US" sz="2400" dirty="0"/>
          </a:p>
        </p:txBody>
      </p:sp>
      <p:pic>
        <p:nvPicPr>
          <p:cNvPr id="18" name="Image 8" descr="/tmp/claude-0/-home-user-ashton212123/6ae88841-e158-5430-ba3a-d930461fce9f/scratchpad/build/assets/shield.png">    </p:cNvPr>
          <p:cNvPicPr>
            <a:picLocks noChangeAspect="1"/>
          </p:cNvPicPr>
          <p:nvPr/>
        </p:nvPicPr>
        <p:blipFill>
          <a:blip r:embed="rId9"/>
          <a:stretch>
            <a:fillRect/>
          </a:stretch>
        </p:blipFill>
        <p:spPr>
          <a:xfrm>
            <a:off x="3566160" y="2560320"/>
            <a:ext cx="731520" cy="731520"/>
          </a:xfrm>
          <a:prstGeom prst="rect">
            <a:avLst/>
          </a:prstGeom>
        </p:spPr>
      </p:pic>
      <p:pic>
        <p:nvPicPr>
          <p:cNvPr id="19" name="Image 9" descr="/tmp/claude-0/-home-user-ashton212123/6ae88841-e158-5430-ba3a-d930461fce9f/scratchpad/build/assets/shield_empty.png">    </p:cNvPr>
          <p:cNvPicPr>
            <a:picLocks noChangeAspect="1"/>
          </p:cNvPicPr>
          <p:nvPr/>
        </p:nvPicPr>
        <p:blipFill>
          <a:blip r:embed="rId10"/>
          <a:stretch>
            <a:fillRect/>
          </a:stretch>
        </p:blipFill>
        <p:spPr>
          <a:xfrm>
            <a:off x="4434840" y="2560320"/>
            <a:ext cx="731520" cy="731520"/>
          </a:xfrm>
          <a:prstGeom prst="rect">
            <a:avLst/>
          </a:prstGeom>
        </p:spPr>
      </p:pic>
      <p:pic>
        <p:nvPicPr>
          <p:cNvPr id="20" name="Image 10" descr="/tmp/claude-0/-home-user-ashton212123/6ae88841-e158-5430-ba3a-d930461fce9f/scratchpad/build/assets/shield_empty.png">    </p:cNvPr>
          <p:cNvPicPr>
            <a:picLocks noChangeAspect="1"/>
          </p:cNvPicPr>
          <p:nvPr/>
        </p:nvPicPr>
        <p:blipFill>
          <a:blip r:embed="rId11"/>
          <a:stretch>
            <a:fillRect/>
          </a:stretch>
        </p:blipFill>
        <p:spPr>
          <a:xfrm>
            <a:off x="5303520" y="2560320"/>
            <a:ext cx="731520" cy="731520"/>
          </a:xfrm>
          <a:prstGeom prst="rect">
            <a:avLst/>
          </a:prstGeom>
        </p:spPr>
      </p:pic>
      <p:sp>
        <p:nvSpPr>
          <p:cNvPr id="21" name="Text 8"/>
          <p:cNvSpPr txBox="1"/>
          <p:nvPr/>
        </p:nvSpPr>
        <p:spPr>
          <a:xfrm>
            <a:off x="6263640" y="2331720"/>
            <a:ext cx="2103120" cy="1188720"/>
          </a:xfrm>
          <a:prstGeom prst="rect">
            <a:avLst/>
          </a:prstGeom>
          <a:noFill/>
          <a:ln/>
        </p:spPr>
        <p:txBody>
          <a:bodyPr wrap="square" lIns="0" tIns="0" rIns="0" bIns="0" rtlCol="0" anchor="ctr"/>
          <a:lstStyle/>
          <a:p>
            <a:pPr indent="0" marL="0">
              <a:buNone/>
            </a:pPr>
            <a:r>
              <a:rPr lang="en-US" sz="1800" b="1" dirty="0">
                <a:solidFill>
                  <a:srgbClr val="F72585"/>
                </a:solidFill>
                <a:latin typeface="Courier New" pitchFamily="34" charset="0"/>
                <a:ea typeface="Courier New" pitchFamily="34" charset="-122"/>
                <a:cs typeface="Courier New" pitchFamily="34" charset="-120"/>
              </a:rPr>
              <a:t>1 LEFT</a:t>
            </a:r>
            <a:endParaRPr lang="en-US" sz="1800" dirty="0"/>
          </a:p>
        </p:txBody>
      </p:sp>
      <p:sp>
        <p:nvSpPr>
          <p:cNvPr id="22" name="Shape 9"/>
          <p:cNvSpPr/>
          <p:nvPr/>
        </p:nvSpPr>
        <p:spPr>
          <a:xfrm>
            <a:off x="457200" y="3749040"/>
            <a:ext cx="8138160" cy="1417320"/>
          </a:xfrm>
          <a:prstGeom prst="roundRect">
            <a:avLst>
              <a:gd name="adj" fmla="val 7742"/>
            </a:avLst>
          </a:prstGeom>
          <a:solidFill>
            <a:srgbClr val="121A3F">
              <a:alpha val="94000"/>
            </a:srgbClr>
          </a:solidFill>
          <a:ln w="19050">
            <a:solidFill>
              <a:srgbClr val="FFC233"/>
            </a:solidFill>
            <a:prstDash val="solid"/>
          </a:ln>
        </p:spPr>
      </p:sp>
      <p:pic>
        <p:nvPicPr>
          <p:cNvPr id="23" name="Image 11" descr="/tmp/claude-0/-home-user-ashton212123/6ae88841-e158-5430-ba3a-d930461fce9f/scratchpad/build/assets/icons/FaLightbulb_FFC233.png">    </p:cNvPr>
          <p:cNvPicPr>
            <a:picLocks noChangeAspect="1"/>
          </p:cNvPicPr>
          <p:nvPr/>
        </p:nvPicPr>
        <p:blipFill>
          <a:blip r:embed="rId12"/>
          <a:stretch>
            <a:fillRect/>
          </a:stretch>
        </p:blipFill>
        <p:spPr>
          <a:xfrm>
            <a:off x="731520" y="3931920"/>
            <a:ext cx="384048" cy="384048"/>
          </a:xfrm>
          <a:prstGeom prst="rect">
            <a:avLst/>
          </a:prstGeom>
        </p:spPr>
      </p:pic>
      <p:sp>
        <p:nvSpPr>
          <p:cNvPr id="24" name="Text 10"/>
          <p:cNvSpPr txBox="1"/>
          <p:nvPr/>
        </p:nvSpPr>
        <p:spPr>
          <a:xfrm>
            <a:off x="1234440" y="3931920"/>
            <a:ext cx="3657600" cy="384048"/>
          </a:xfrm>
          <a:prstGeom prst="rect">
            <a:avLst/>
          </a:prstGeom>
          <a:noFill/>
          <a:ln/>
        </p:spPr>
        <p:txBody>
          <a:bodyPr wrap="square" lIns="0" tIns="0" rIns="0" bIns="0" rtlCol="0" anchor="ctr"/>
          <a:lstStyle/>
          <a:p>
            <a:pPr indent="0" marL="0">
              <a:buNone/>
            </a:pPr>
            <a:r>
              <a:rPr lang="en-US" sz="1200" b="1" dirty="0">
                <a:solidFill>
                  <a:srgbClr val="FFC233"/>
                </a:solidFill>
                <a:latin typeface="Courier New" pitchFamily="34" charset="0"/>
                <a:ea typeface="Courier New" pitchFamily="34" charset="-122"/>
                <a:cs typeface="Courier New" pitchFamily="34" charset="-120"/>
              </a:rPr>
              <a:t>BYTE'S HINT</a:t>
            </a:r>
            <a:endParaRPr lang="en-US" sz="1200" dirty="0"/>
          </a:p>
        </p:txBody>
      </p:sp>
      <p:sp>
        <p:nvSpPr>
          <p:cNvPr id="25" name="Text 11"/>
          <p:cNvSpPr txBox="1"/>
          <p:nvPr/>
        </p:nvSpPr>
        <p:spPr>
          <a:xfrm>
            <a:off x="731520" y="4389120"/>
            <a:ext cx="7635240" cy="68580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Write your fragments from Sector 1 to Sector 4, then read them from right to left.</a:t>
            </a:r>
            <a:endParaRPr lang="en-US" sz="1800" dirty="0"/>
          </a:p>
        </p:txBody>
      </p:sp>
      <p:pic>
        <p:nvPicPr>
          <p:cNvPr id="26" name="Image 12" descr="/tmp/claude-0/-home-user-ashton212123/6ae88841-e158-5430-ba3a-d930461fce9f/scratchpad/build/assets/null_glitch.png">    </p:cNvPr>
          <p:cNvPicPr>
            <a:picLocks noChangeAspect="1"/>
          </p:cNvPicPr>
          <p:nvPr/>
        </p:nvPicPr>
        <p:blipFill>
          <a:blip r:embed="rId13"/>
          <a:stretch>
            <a:fillRect/>
          </a:stretch>
        </p:blipFill>
        <p:spPr>
          <a:xfrm>
            <a:off x="8915400" y="1554480"/>
            <a:ext cx="2834640" cy="2240280"/>
          </a:xfrm>
          <a:prstGeom prst="rect">
            <a:avLst/>
          </a:prstGeom>
        </p:spPr>
      </p:pic>
      <p:sp>
        <p:nvSpPr>
          <p:cNvPr id="27" name="Link - TRY AGAIN">
            <a:hlinkClick r:id="rId17" action="ppaction://hlinksldjump" highlightClick="1"/>
          </p:cNvPr>
          <p:cNvSpPr txBox="1"/>
          <p:nvPr/>
        </p:nvSpPr>
        <p:spPr>
          <a:xfrm>
            <a:off x="457200" y="5440680"/>
            <a:ext cx="3108960" cy="731520"/>
          </a:xfrm>
          <a:prstGeom prst="roundRect">
            <a:avLst>
              <a:gd name="adj" fmla="val 12500"/>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TRY AGAIN</a:t>
            </a:r>
            <a:endParaRPr lang="en-US" sz="1600" dirty="0"/>
          </a:p>
        </p:txBody>
      </p:sp>
      <p:sp>
        <p:nvSpPr>
          <p:cNvPr id="28" name="Text 13"/>
          <p:cNvSpPr txBox="1"/>
          <p:nvPr/>
        </p:nvSpPr>
        <p:spPr>
          <a:xfrm>
            <a:off x="3794760" y="5440680"/>
            <a:ext cx="4846320" cy="731520"/>
          </a:xfrm>
          <a:prstGeom prst="rect">
            <a:avLst/>
          </a:prstGeom>
          <a:noFill/>
          <a:ln/>
        </p:spPr>
        <p:txBody>
          <a:bodyPr wrap="square" lIns="0" tIns="0" rIns="0" bIns="0" rtlCol="0" anchor="ctr"/>
          <a:lstStyle/>
          <a:p>
            <a:pPr indent="0" marL="0">
              <a:buNone/>
            </a:pPr>
            <a:r>
              <a:rPr lang="en-US" sz="1200" b="1" dirty="0">
                <a:solidFill>
                  <a:srgbClr val="F72585"/>
                </a:solidFill>
                <a:latin typeface="Courier New" pitchFamily="34" charset="0"/>
                <a:ea typeface="Courier New" pitchFamily="34" charset="-122"/>
                <a:cs typeface="Courier New" pitchFamily="34" charset="-120"/>
              </a:rPr>
              <a:t>Careful! This is your LAST shield.</a:t>
            </a:r>
            <a:endParaRPr lang="en-US" sz="1200" dirty="0"/>
          </a:p>
        </p:txBody>
      </p:sp>
    </p:spTree>
  </p:cSld>
  <p:clrMapOvr>
    <a:masterClrMapping/>
  </p:clrMapOvr>
  <p:transition spd="med" advClick="0">
    <p:fade/>
    <p:sndAc>
      <p:stSnd>
        <p:snd r:embed="rId18" name="snd_wrong.wav"/>
      </p:stSnd>
    </p:sndAc>
  </p:transition>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txBox="1"/>
          <p:nvPr/>
        </p:nvSpPr>
        <p:spPr>
          <a:xfrm>
            <a:off x="548640" y="548640"/>
            <a:ext cx="5486400" cy="365760"/>
          </a:xfrm>
          <a:prstGeom prst="rect">
            <a:avLst/>
          </a:prstGeom>
          <a:noFill/>
          <a:ln/>
        </p:spPr>
        <p:txBody>
          <a:bodyPr wrap="square" lIns="0" tIns="0" rIns="0" bIns="0" rtlCol="0" anchor="t"/>
          <a:lstStyle/>
          <a:p>
            <a:pPr indent="0" marL="0">
              <a:buNone/>
            </a:pPr>
            <a:r>
              <a:rPr lang="en-US" sz="1400" b="1" dirty="0">
                <a:solidFill>
                  <a:srgbClr val="F72585"/>
                </a:solidFill>
                <a:latin typeface="Courier New" pitchFamily="34" charset="0"/>
                <a:ea typeface="Courier New" pitchFamily="34" charset="-122"/>
                <a:cs typeface="Courier New" pitchFamily="34" charset="-120"/>
              </a:rPr>
              <a:t>&gt; FATAL ERROR 0x000NULL</a:t>
            </a:r>
            <a:endParaRPr lang="en-US" sz="1400" dirty="0"/>
          </a:p>
        </p:txBody>
      </p:sp>
      <p:sp>
        <p:nvSpPr>
          <p:cNvPr id="3" name="Text 1"/>
          <p:cNvSpPr txBox="1"/>
          <p:nvPr/>
        </p:nvSpPr>
        <p:spPr>
          <a:xfrm>
            <a:off x="548640" y="1005840"/>
            <a:ext cx="6583680" cy="1005840"/>
          </a:xfrm>
          <a:prstGeom prst="rect">
            <a:avLst/>
          </a:prstGeom>
          <a:noFill/>
          <a:ln/>
        </p:spPr>
        <p:txBody>
          <a:bodyPr wrap="square" lIns="0" tIns="0" rIns="0" bIns="0" rtlCol="0" anchor="t"/>
          <a:lstStyle/>
          <a:p>
            <a:pPr indent="0" marL="0">
              <a:buNone/>
            </a:pPr>
            <a:r>
              <a:rPr lang="en-US" sz="5000" dirty="0">
                <a:solidFill>
                  <a:srgbClr val="F72585"/>
                </a:solidFill>
                <a:latin typeface="Arial Black" pitchFamily="34" charset="0"/>
                <a:ea typeface="Arial Black" pitchFamily="34" charset="-122"/>
                <a:cs typeface="Arial Black" pitchFamily="34" charset="-120"/>
              </a:rPr>
              <a:t>SYSTEM CRASH</a:t>
            </a:r>
            <a:endParaRPr lang="en-US" sz="5000" dirty="0"/>
          </a:p>
        </p:txBody>
      </p:sp>
      <p:sp>
        <p:nvSpPr>
          <p:cNvPr id="4" name="Text 2"/>
          <p:cNvSpPr txBox="1"/>
          <p:nvPr/>
        </p:nvSpPr>
        <p:spPr>
          <a:xfrm>
            <a:off x="548640" y="2194560"/>
            <a:ext cx="6035040" cy="1188720"/>
          </a:xfrm>
          <a:prstGeom prst="rect">
            <a:avLst/>
          </a:prstGeom>
          <a:noFill/>
          <a:ln/>
        </p:spPr>
        <p:txBody>
          <a:bodyPr wrap="square" lIns="0" tIns="0" rIns="0" bIns="0" rtlCol="0" anchor="t"/>
          <a:lstStyle/>
          <a:p>
            <a:pPr indent="0" marL="0">
              <a:buNone/>
            </a:pPr>
            <a:r>
              <a:rPr lang="en-US" sz="1900" dirty="0">
                <a:solidFill>
                  <a:srgbClr val="EAF2FF"/>
                </a:solidFill>
                <a:latin typeface="Calibri" pitchFamily="34" charset="0"/>
                <a:ea typeface="Calibri" pitchFamily="34" charset="-122"/>
                <a:cs typeface="Calibri" pitchFamily="34" charset="-120"/>
              </a:rPr>
              <a:t>All 3 shields are broken. NULL has taken over the computer... but every player deserves a second chance. Reboot and try again!</a:t>
            </a:r>
            <a:endParaRPr lang="en-US" sz="1900" dirty="0"/>
          </a:p>
        </p:txBody>
      </p:sp>
      <p:pic>
        <p:nvPicPr>
          <p:cNvPr id="5" name="Image 0" descr="/tmp/claude-0/-home-user-ashton212123/6ae88841-e158-5430-ba3a-d930461fce9f/scratchpad/build/assets/shield_empty.png">    </p:cNvPr>
          <p:cNvPicPr>
            <a:picLocks noChangeAspect="1"/>
          </p:cNvPicPr>
          <p:nvPr/>
        </p:nvPicPr>
        <p:blipFill>
          <a:blip r:embed="rId1"/>
          <a:stretch>
            <a:fillRect/>
          </a:stretch>
        </p:blipFill>
        <p:spPr>
          <a:xfrm>
            <a:off x="548640" y="3611880"/>
            <a:ext cx="548640" cy="548640"/>
          </a:xfrm>
          <a:prstGeom prst="rect">
            <a:avLst/>
          </a:prstGeom>
        </p:spPr>
      </p:pic>
      <p:pic>
        <p:nvPicPr>
          <p:cNvPr id="6" name="Image 1" descr="/tmp/claude-0/-home-user-ashton212123/6ae88841-e158-5430-ba3a-d930461fce9f/scratchpad/build/assets/shield_empty.png">    </p:cNvPr>
          <p:cNvPicPr>
            <a:picLocks noChangeAspect="1"/>
          </p:cNvPicPr>
          <p:nvPr/>
        </p:nvPicPr>
        <p:blipFill>
          <a:blip r:embed="rId2"/>
          <a:stretch>
            <a:fillRect/>
          </a:stretch>
        </p:blipFill>
        <p:spPr>
          <a:xfrm>
            <a:off x="1234440" y="3611880"/>
            <a:ext cx="548640" cy="548640"/>
          </a:xfrm>
          <a:prstGeom prst="rect">
            <a:avLst/>
          </a:prstGeom>
        </p:spPr>
      </p:pic>
      <p:pic>
        <p:nvPicPr>
          <p:cNvPr id="7" name="Image 2" descr="/tmp/claude-0/-home-user-ashton212123/6ae88841-e158-5430-ba3a-d930461fce9f/scratchpad/build/assets/shield_empty.png">    </p:cNvPr>
          <p:cNvPicPr>
            <a:picLocks noChangeAspect="1"/>
          </p:cNvPicPr>
          <p:nvPr/>
        </p:nvPicPr>
        <p:blipFill>
          <a:blip r:embed="rId3"/>
          <a:stretch>
            <a:fillRect/>
          </a:stretch>
        </p:blipFill>
        <p:spPr>
          <a:xfrm>
            <a:off x="1920240" y="3611880"/>
            <a:ext cx="548640" cy="548640"/>
          </a:xfrm>
          <a:prstGeom prst="rect">
            <a:avLst/>
          </a:prstGeom>
        </p:spPr>
      </p:pic>
      <p:sp>
        <p:nvSpPr>
          <p:cNvPr id="8" name="Text 3"/>
          <p:cNvSpPr txBox="1"/>
          <p:nvPr/>
        </p:nvSpPr>
        <p:spPr>
          <a:xfrm>
            <a:off x="2697480" y="3611880"/>
            <a:ext cx="2743200" cy="548640"/>
          </a:xfrm>
          <a:prstGeom prst="rect">
            <a:avLst/>
          </a:prstGeom>
          <a:noFill/>
          <a:ln/>
        </p:spPr>
        <p:txBody>
          <a:bodyPr wrap="square" lIns="0" tIns="0" rIns="0" bIns="0" rtlCol="0" anchor="ctr"/>
          <a:lstStyle/>
          <a:p>
            <a:pPr indent="0" marL="0">
              <a:buNone/>
            </a:pPr>
            <a:r>
              <a:rPr lang="en-US" sz="1400" b="1" dirty="0">
                <a:solidFill>
                  <a:srgbClr val="9AA6D9"/>
                </a:solidFill>
                <a:latin typeface="Courier New" pitchFamily="34" charset="0"/>
                <a:ea typeface="Courier New" pitchFamily="34" charset="-122"/>
                <a:cs typeface="Courier New" pitchFamily="34" charset="-120"/>
              </a:rPr>
              <a:t>SHIELDS: 0 / 3</a:t>
            </a:r>
            <a:endParaRPr lang="en-US" sz="1400" dirty="0"/>
          </a:p>
        </p:txBody>
      </p:sp>
      <p:sp>
        <p:nvSpPr>
          <p:cNvPr id="9" name="Link - RETRY MISSION">
            <a:hlinkClick r:id="rId7" action="ppaction://hlinksldjump" highlightClick="1"/>
          </p:cNvPr>
          <p:cNvSpPr txBox="1"/>
          <p:nvPr/>
        </p:nvSpPr>
        <p:spPr>
          <a:xfrm>
            <a:off x="548640" y="4663440"/>
            <a:ext cx="3017520" cy="731520"/>
          </a:xfrm>
          <a:prstGeom prst="roundRect">
            <a:avLst>
              <a:gd name="adj" fmla="val 12500"/>
            </a:avLst>
          </a:prstGeom>
          <a:solidFill>
            <a:srgbClr val="F72585"/>
          </a:solidFill>
          <a:ln w="25400">
            <a:solidFill>
              <a:srgbClr val="F72585"/>
            </a:solidFill>
          </a:ln>
          <a:effectLst>
            <a:outerShdw sx="100000" sy="100000" kx="0" ky="0" algn="bl" rotWithShape="0" blurRad="177800" dist="50800" dir="5400000">
              <a:srgbClr val="F72585">
                <a:alpha val="60000"/>
              </a:srgbClr>
            </a:outerShdw>
          </a:effectLst>
        </p:spPr>
        <p:txBody>
          <a:bodyPr wrap="square" lIns="0" tIns="0" rIns="0" bIns="0" rtlCol="0" anchor="ctr"/>
          <a:lstStyle/>
          <a:p>
            <a:pPr algn="ctr" indent="0" marL="0">
              <a:buNone/>
            </a:pPr>
            <a:r>
              <a:rPr lang="en-US" sz="1600" spc="100" kern="0" dirty="0">
                <a:solidFill>
                  <a:srgbClr val="0A0F24"/>
                </a:solidFill>
                <a:latin typeface="Arial Black" pitchFamily="34" charset="0"/>
                <a:ea typeface="Arial Black" pitchFamily="34" charset="-122"/>
                <a:cs typeface="Arial Black" pitchFamily="34" charset="-120"/>
              </a:rPr>
              <a:t>RETRY MISSION</a:t>
            </a:r>
            <a:endParaRPr lang="en-US" sz="1600" dirty="0"/>
          </a:p>
        </p:txBody>
      </p:sp>
      <p:sp>
        <p:nvSpPr>
          <p:cNvPr id="10" name="Link - MAIN MENU">
            <a:hlinkClick r:id="rId8" action="ppaction://hlinksldjump" highlightClick="1"/>
          </p:cNvPr>
          <p:cNvSpPr txBox="1"/>
          <p:nvPr/>
        </p:nvSpPr>
        <p:spPr>
          <a:xfrm>
            <a:off x="3794760" y="4663440"/>
            <a:ext cx="2560320" cy="731520"/>
          </a:xfrm>
          <a:prstGeom prst="roundRect">
            <a:avLst>
              <a:gd name="adj" fmla="val 12500"/>
            </a:avLst>
          </a:prstGeom>
          <a:solidFill>
            <a:srgbClr val="1A2353"/>
          </a:solidFill>
          <a:ln w="25400">
            <a:solidFill>
              <a:srgbClr val="F72585"/>
            </a:solidFill>
          </a:ln>
          <a:effectLst>
            <a:outerShdw sx="100000" sy="100000" kx="0" ky="0" algn="bl" rotWithShape="0" blurRad="177800" dist="50800" dir="5400000">
              <a:srgbClr val="F72585">
                <a:alpha val="35000"/>
              </a:srgbClr>
            </a:outerShdw>
          </a:effectLst>
        </p:spPr>
        <p:txBody>
          <a:bodyPr wrap="square" lIns="0" tIns="0" rIns="0" bIns="0" rtlCol="0" anchor="ctr"/>
          <a:lstStyle/>
          <a:p>
            <a:pPr algn="ctr" indent="0" marL="0">
              <a:buNone/>
            </a:pPr>
            <a:r>
              <a:rPr lang="en-US" sz="1600" spc="100" kern="0" dirty="0">
                <a:solidFill>
                  <a:srgbClr val="EAF2FF"/>
                </a:solidFill>
                <a:latin typeface="Arial Black" pitchFamily="34" charset="0"/>
                <a:ea typeface="Arial Black" pitchFamily="34" charset="-122"/>
                <a:cs typeface="Arial Black" pitchFamily="34" charset="-120"/>
              </a:rPr>
              <a:t>MAIN MENU</a:t>
            </a:r>
            <a:endParaRPr lang="en-US" sz="1600" dirty="0"/>
          </a:p>
        </p:txBody>
      </p:sp>
      <p:pic>
        <p:nvPicPr>
          <p:cNvPr id="11" name="Image 3" descr="/tmp/claude-0/-home-user-ashton212123/6ae88841-e158-5430-ba3a-d930461fce9f/scratchpad/build/assets/null_glitch.png">    </p:cNvPr>
          <p:cNvPicPr>
            <a:picLocks noChangeAspect="1"/>
          </p:cNvPicPr>
          <p:nvPr/>
        </p:nvPicPr>
        <p:blipFill>
          <a:blip r:embed="rId4"/>
          <a:stretch>
            <a:fillRect/>
          </a:stretch>
        </p:blipFill>
        <p:spPr>
          <a:xfrm>
            <a:off x="7086600" y="1188720"/>
            <a:ext cx="4480560" cy="3547872"/>
          </a:xfrm>
          <a:prstGeom prst="rect">
            <a:avLst/>
          </a:prstGeom>
        </p:spPr>
      </p:pic>
      <p:sp>
        <p:nvSpPr>
          <p:cNvPr id="12" name="Text 6"/>
          <p:cNvSpPr txBox="1"/>
          <p:nvPr/>
        </p:nvSpPr>
        <p:spPr>
          <a:xfrm>
            <a:off x="6949440" y="4892040"/>
            <a:ext cx="4754880" cy="457200"/>
          </a:xfrm>
          <a:prstGeom prst="rect">
            <a:avLst/>
          </a:prstGeom>
          <a:noFill/>
          <a:ln/>
        </p:spPr>
        <p:txBody>
          <a:bodyPr wrap="square" lIns="0" tIns="0" rIns="0" bIns="0" rtlCol="0" anchor="t"/>
          <a:lstStyle/>
          <a:p>
            <a:pPr algn="ctr" indent="0" marL="0">
              <a:buNone/>
            </a:pPr>
            <a:r>
              <a:rPr lang="en-US" sz="1300" dirty="0">
                <a:solidFill>
                  <a:srgbClr val="FF8FC7"/>
                </a:solidFill>
                <a:latin typeface="Courier New" pitchFamily="34" charset="0"/>
                <a:ea typeface="Courier New" pitchFamily="34" charset="-122"/>
                <a:cs typeface="Courier New" pitchFamily="34" charset="-120"/>
              </a:rPr>
              <a:t>"Better luck next time, player. Hehehe!"</a:t>
            </a:r>
            <a:endParaRPr lang="en-US" sz="1300" dirty="0"/>
          </a:p>
        </p:txBody>
      </p:sp>
    </p:spTree>
  </p:cSld>
  <p:clrMapOvr>
    <a:masterClrMapping/>
  </p:clrMapOvr>
  <p:transition spd="med" advClick="0">
    <p:fade/>
    <p:sndAc>
      <p:stSnd>
        <p:snd r:embed="rId9" name="snd_gameover.wav"/>
      </p:stSnd>
    </p:sndAc>
  </p:transition>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txBox="1"/>
          <p:nvPr/>
        </p:nvSpPr>
        <p:spPr>
          <a:xfrm>
            <a:off x="457200" y="320040"/>
            <a:ext cx="4572000" cy="365760"/>
          </a:xfrm>
          <a:prstGeom prst="rect">
            <a:avLst/>
          </a:prstGeom>
          <a:noFill/>
          <a:ln/>
        </p:spPr>
        <p:txBody>
          <a:bodyPr wrap="square" lIns="0" tIns="0" rIns="0" bIns="0" rtlCol="0" anchor="t"/>
          <a:lstStyle/>
          <a:p>
            <a:pPr indent="0" marL="0">
              <a:buNone/>
            </a:pPr>
            <a:r>
              <a:rPr lang="en-US" sz="1400" b="1" dirty="0">
                <a:solidFill>
                  <a:srgbClr val="4BF0A0"/>
                </a:solidFill>
                <a:latin typeface="Courier New" pitchFamily="34" charset="0"/>
                <a:ea typeface="Courier New" pitchFamily="34" charset="-122"/>
                <a:cs typeface="Courier New" pitchFamily="34" charset="-120"/>
              </a:rPr>
              <a:t>&gt; SYSTEM RESTORED</a:t>
            </a:r>
            <a:endParaRPr lang="en-US" sz="1400" dirty="0"/>
          </a:p>
        </p:txBody>
      </p:sp>
      <p:sp>
        <p:nvSpPr>
          <p:cNvPr id="3" name="Text 1"/>
          <p:cNvSpPr txBox="1"/>
          <p:nvPr/>
        </p:nvSpPr>
        <p:spPr>
          <a:xfrm>
            <a:off x="457200" y="713232"/>
            <a:ext cx="6858000" cy="731520"/>
          </a:xfrm>
          <a:prstGeom prst="rect">
            <a:avLst/>
          </a:prstGeom>
          <a:noFill/>
          <a:ln/>
        </p:spPr>
        <p:txBody>
          <a:bodyPr wrap="square" lIns="0" tIns="0" rIns="0" bIns="0" rtlCol="0" anchor="t"/>
          <a:lstStyle/>
          <a:p>
            <a:pPr indent="0" marL="0">
              <a:buNone/>
            </a:pPr>
            <a:r>
              <a:rPr lang="en-US" sz="3400" dirty="0">
                <a:solidFill>
                  <a:srgbClr val="EAF2FF"/>
                </a:solidFill>
                <a:latin typeface="Arial Black" pitchFamily="34" charset="0"/>
                <a:ea typeface="Arial Black" pitchFamily="34" charset="-122"/>
                <a:cs typeface="Arial Black" pitchFamily="34" charset="-120"/>
              </a:rPr>
              <a:t>BACK TO REALITY</a:t>
            </a:r>
            <a:endParaRPr lang="en-US" sz="3400" dirty="0"/>
          </a:p>
        </p:txBody>
      </p:sp>
      <p:sp>
        <p:nvSpPr>
          <p:cNvPr id="4" name="Text 2"/>
          <p:cNvSpPr txBox="1"/>
          <p:nvPr/>
        </p:nvSpPr>
        <p:spPr>
          <a:xfrm>
            <a:off x="457200" y="1508760"/>
            <a:ext cx="6583680" cy="1097280"/>
          </a:xfrm>
          <a:prstGeom prst="rect">
            <a:avLst/>
          </a:prstGeom>
          <a:noFill/>
          <a:ln/>
        </p:spPr>
        <p:txBody>
          <a:bodyPr wrap="square" lIns="0" tIns="0" rIns="0" bIns="0" rtlCol="0" anchor="t"/>
          <a:lstStyle/>
          <a:p>
            <a:pPr indent="0" marL="0">
              <a:buNone/>
            </a:pPr>
            <a:r>
              <a:rPr lang="en-US" sz="1800" dirty="0">
                <a:solidFill>
                  <a:srgbClr val="EAF2FF"/>
                </a:solidFill>
                <a:latin typeface="Calibri" pitchFamily="34" charset="0"/>
                <a:ea typeface="Calibri" pitchFamily="34" charset="-122"/>
                <a:cs typeface="Calibri" pitchFamily="34" charset="-120"/>
              </a:rPr>
              <a:t>Kai blinks and wakes up at the desk. The game file is saved, the virus is gone, and a sticky note on the monitor says: THINK BEFORE YOU CLICK.</a:t>
            </a:r>
            <a:endParaRPr lang="en-US" sz="1800" dirty="0"/>
          </a:p>
        </p:txBody>
      </p:sp>
      <p:sp>
        <p:nvSpPr>
          <p:cNvPr id="5" name="Shape 3"/>
          <p:cNvSpPr/>
          <p:nvPr/>
        </p:nvSpPr>
        <p:spPr>
          <a:xfrm>
            <a:off x="457200" y="2834640"/>
            <a:ext cx="749808" cy="749808"/>
          </a:xfrm>
          <a:prstGeom prst="ellipse">
            <a:avLst/>
          </a:prstGeom>
          <a:solidFill>
            <a:srgbClr val="1A2353"/>
          </a:solidFill>
          <a:ln w="25400">
            <a:solidFill>
              <a:srgbClr val="F72585"/>
            </a:solidFill>
            <a:prstDash val="solid"/>
          </a:ln>
          <a:effectLst>
            <a:outerShdw sx="100000" sy="100000" kx="0" ky="0" algn="bl" rotWithShape="0" blurRad="152400" dist="50800" dir="5400000">
              <a:srgbClr val="F72585">
                <a:alpha val="45000"/>
              </a:srgbClr>
            </a:outerShdw>
          </a:effectLst>
        </p:spPr>
      </p:sp>
      <p:pic>
        <p:nvPicPr>
          <p:cNvPr id="6" name="Image 0" descr="/tmp/claude-0/-home-user-ashton212123/6ae88841-e158-5430-ba3a-d930461fce9f/scratchpad/build/assets/icons/FaBan_F72585.png">    </p:cNvPr>
          <p:cNvPicPr>
            <a:picLocks noChangeAspect="1"/>
          </p:cNvPicPr>
          <p:nvPr/>
        </p:nvPicPr>
        <p:blipFill>
          <a:blip r:embed="rId1"/>
          <a:stretch>
            <a:fillRect/>
          </a:stretch>
        </p:blipFill>
        <p:spPr>
          <a:xfrm>
            <a:off x="637154" y="3014594"/>
            <a:ext cx="389900" cy="389900"/>
          </a:xfrm>
          <a:prstGeom prst="rect">
            <a:avLst/>
          </a:prstGeom>
        </p:spPr>
      </p:pic>
      <p:sp>
        <p:nvSpPr>
          <p:cNvPr id="7" name="Text 4"/>
          <p:cNvSpPr txBox="1"/>
          <p:nvPr/>
        </p:nvSpPr>
        <p:spPr>
          <a:xfrm>
            <a:off x="1417320" y="2852928"/>
            <a:ext cx="5669280" cy="384048"/>
          </a:xfrm>
          <a:prstGeom prst="rect">
            <a:avLst/>
          </a:prstGeom>
          <a:noFill/>
          <a:ln/>
        </p:spPr>
        <p:txBody>
          <a:bodyPr wrap="square" lIns="0" tIns="0" rIns="0" bIns="0" rtlCol="0" anchor="t"/>
          <a:lstStyle/>
          <a:p>
            <a:pPr indent="0" marL="0">
              <a:buNone/>
            </a:pPr>
            <a:r>
              <a:rPr lang="en-US" sz="1800" b="1" dirty="0">
                <a:solidFill>
                  <a:srgbClr val="F72585"/>
                </a:solidFill>
                <a:latin typeface="Calibri" pitchFamily="34" charset="0"/>
                <a:ea typeface="Calibri" pitchFamily="34" charset="-122"/>
                <a:cs typeface="Calibri" pitchFamily="34" charset="-120"/>
              </a:rPr>
              <a:t>Never click 'You won!' pop-ups</a:t>
            </a:r>
            <a:endParaRPr lang="en-US" sz="1800" dirty="0"/>
          </a:p>
        </p:txBody>
      </p:sp>
      <p:sp>
        <p:nvSpPr>
          <p:cNvPr id="8" name="Text 5"/>
          <p:cNvSpPr txBox="1"/>
          <p:nvPr/>
        </p:nvSpPr>
        <p:spPr>
          <a:xfrm>
            <a:off x="1417320" y="3218688"/>
            <a:ext cx="5669280" cy="347472"/>
          </a:xfrm>
          <a:prstGeom prst="rect">
            <a:avLst/>
          </a:prstGeom>
          <a:noFill/>
          <a:ln/>
        </p:spPr>
        <p:txBody>
          <a:bodyPr wrap="square" lIns="0" tIns="0" rIns="0" bIns="0" rtlCol="0" anchor="t"/>
          <a:lstStyle/>
          <a:p>
            <a:pPr indent="0" marL="0">
              <a:buNone/>
            </a:pPr>
            <a:r>
              <a:rPr lang="en-US" sz="1500" dirty="0">
                <a:solidFill>
                  <a:srgbClr val="9AA6D9"/>
                </a:solidFill>
                <a:latin typeface="Calibri" pitchFamily="34" charset="0"/>
                <a:ea typeface="Calibri" pitchFamily="34" charset="-122"/>
                <a:cs typeface="Calibri" pitchFamily="34" charset="-120"/>
              </a:rPr>
              <a:t>Close them safely and scan your device.</a:t>
            </a:r>
            <a:endParaRPr lang="en-US" sz="1500" dirty="0"/>
          </a:p>
        </p:txBody>
      </p:sp>
      <p:sp>
        <p:nvSpPr>
          <p:cNvPr id="9" name="Shape 6"/>
          <p:cNvSpPr/>
          <p:nvPr/>
        </p:nvSpPr>
        <p:spPr>
          <a:xfrm>
            <a:off x="457200" y="3858768"/>
            <a:ext cx="749808" cy="749808"/>
          </a:xfrm>
          <a:prstGeom prst="ellipse">
            <a:avLst/>
          </a:prstGeom>
          <a:solidFill>
            <a:srgbClr val="1A2353"/>
          </a:solidFill>
          <a:ln w="25400">
            <a:solidFill>
              <a:srgbClr val="FFC233"/>
            </a:solidFill>
            <a:prstDash val="solid"/>
          </a:ln>
          <a:effectLst>
            <a:outerShdw sx="100000" sy="100000" kx="0" ky="0" algn="bl" rotWithShape="0" blurRad="152400" dist="50800" dir="5400000">
              <a:srgbClr val="FFC233">
                <a:alpha val="45000"/>
              </a:srgbClr>
            </a:outerShdw>
          </a:effectLst>
        </p:spPr>
      </p:sp>
      <p:pic>
        <p:nvPicPr>
          <p:cNvPr id="10" name="Image 1" descr="/tmp/claude-0/-home-user-ashton212123/6ae88841-e158-5430-ba3a-d930461fce9f/scratchpad/build/assets/icons/FaKey_FFC233.png">    </p:cNvPr>
          <p:cNvPicPr>
            <a:picLocks noChangeAspect="1"/>
          </p:cNvPicPr>
          <p:nvPr/>
        </p:nvPicPr>
        <p:blipFill>
          <a:blip r:embed="rId2"/>
          <a:stretch>
            <a:fillRect/>
          </a:stretch>
        </p:blipFill>
        <p:spPr>
          <a:xfrm>
            <a:off x="637154" y="4038722"/>
            <a:ext cx="389900" cy="389900"/>
          </a:xfrm>
          <a:prstGeom prst="rect">
            <a:avLst/>
          </a:prstGeom>
        </p:spPr>
      </p:pic>
      <p:sp>
        <p:nvSpPr>
          <p:cNvPr id="11" name="Text 7"/>
          <p:cNvSpPr txBox="1"/>
          <p:nvPr/>
        </p:nvSpPr>
        <p:spPr>
          <a:xfrm>
            <a:off x="1417320" y="3877056"/>
            <a:ext cx="5669280" cy="384048"/>
          </a:xfrm>
          <a:prstGeom prst="rect">
            <a:avLst/>
          </a:prstGeom>
          <a:noFill/>
          <a:ln/>
        </p:spPr>
        <p:txBody>
          <a:bodyPr wrap="square" lIns="0" tIns="0" rIns="0" bIns="0" rtlCol="0" anchor="t"/>
          <a:lstStyle/>
          <a:p>
            <a:pPr indent="0" marL="0">
              <a:buNone/>
            </a:pPr>
            <a:r>
              <a:rPr lang="en-US" sz="1800" b="1" dirty="0">
                <a:solidFill>
                  <a:srgbClr val="FFC233"/>
                </a:solidFill>
                <a:latin typeface="Calibri" pitchFamily="34" charset="0"/>
                <a:ea typeface="Calibri" pitchFamily="34" charset="-122"/>
                <a:cs typeface="Calibri" pitchFamily="34" charset="-120"/>
              </a:rPr>
              <a:t>Guard your passwords</a:t>
            </a:r>
            <a:endParaRPr lang="en-US" sz="1800" dirty="0"/>
          </a:p>
        </p:txBody>
      </p:sp>
      <p:sp>
        <p:nvSpPr>
          <p:cNvPr id="12" name="Text 8"/>
          <p:cNvSpPr txBox="1"/>
          <p:nvPr/>
        </p:nvSpPr>
        <p:spPr>
          <a:xfrm>
            <a:off x="1417320" y="4242816"/>
            <a:ext cx="5669280" cy="347472"/>
          </a:xfrm>
          <a:prstGeom prst="rect">
            <a:avLst/>
          </a:prstGeom>
          <a:noFill/>
          <a:ln/>
        </p:spPr>
        <p:txBody>
          <a:bodyPr wrap="square" lIns="0" tIns="0" rIns="0" bIns="0" rtlCol="0" anchor="t"/>
          <a:lstStyle/>
          <a:p>
            <a:pPr indent="0" marL="0">
              <a:buNone/>
            </a:pPr>
            <a:r>
              <a:rPr lang="en-US" sz="1500" dirty="0">
                <a:solidFill>
                  <a:srgbClr val="9AA6D9"/>
                </a:solidFill>
                <a:latin typeface="Calibri" pitchFamily="34" charset="0"/>
                <a:ea typeface="Calibri" pitchFamily="34" charset="-122"/>
                <a:cs typeface="Calibri" pitchFamily="34" charset="-120"/>
              </a:rPr>
              <a:t>Use strong passwords and learn to spot phishing.</a:t>
            </a:r>
            <a:endParaRPr lang="en-US" sz="1500" dirty="0"/>
          </a:p>
        </p:txBody>
      </p:sp>
      <p:sp>
        <p:nvSpPr>
          <p:cNvPr id="13" name="Shape 9"/>
          <p:cNvSpPr/>
          <p:nvPr/>
        </p:nvSpPr>
        <p:spPr>
          <a:xfrm>
            <a:off x="457200" y="4882896"/>
            <a:ext cx="749808" cy="749808"/>
          </a:xfrm>
          <a:prstGeom prst="ellipse">
            <a:avLst/>
          </a:prstGeom>
          <a:solidFill>
            <a:srgbClr val="1A2353"/>
          </a:solidFill>
          <a:ln w="25400">
            <a:solidFill>
              <a:srgbClr val="9BE564"/>
            </a:solidFill>
            <a:prstDash val="solid"/>
          </a:ln>
          <a:effectLst>
            <a:outerShdw sx="100000" sy="100000" kx="0" ky="0" algn="bl" rotWithShape="0" blurRad="152400" dist="50800" dir="5400000">
              <a:srgbClr val="9BE564">
                <a:alpha val="45000"/>
              </a:srgbClr>
            </a:outerShdw>
          </a:effectLst>
        </p:spPr>
      </p:sp>
      <p:pic>
        <p:nvPicPr>
          <p:cNvPr id="14" name="Image 2" descr="/tmp/claude-0/-home-user-ashton212123/6ae88841-e158-5430-ba3a-d930461fce9f/scratchpad/build/assets/icons/FaSearch_9BE564.png">    </p:cNvPr>
          <p:cNvPicPr>
            <a:picLocks noChangeAspect="1"/>
          </p:cNvPicPr>
          <p:nvPr/>
        </p:nvPicPr>
        <p:blipFill>
          <a:blip r:embed="rId3"/>
          <a:stretch>
            <a:fillRect/>
          </a:stretch>
        </p:blipFill>
        <p:spPr>
          <a:xfrm>
            <a:off x="637154" y="5062850"/>
            <a:ext cx="389900" cy="389900"/>
          </a:xfrm>
          <a:prstGeom prst="rect">
            <a:avLst/>
          </a:prstGeom>
        </p:spPr>
      </p:pic>
      <p:sp>
        <p:nvSpPr>
          <p:cNvPr id="15" name="Text 10"/>
          <p:cNvSpPr txBox="1"/>
          <p:nvPr/>
        </p:nvSpPr>
        <p:spPr>
          <a:xfrm>
            <a:off x="1417320" y="4901184"/>
            <a:ext cx="5669280" cy="384048"/>
          </a:xfrm>
          <a:prstGeom prst="rect">
            <a:avLst/>
          </a:prstGeom>
          <a:noFill/>
          <a:ln/>
        </p:spPr>
        <p:txBody>
          <a:bodyPr wrap="square" lIns="0" tIns="0" rIns="0" bIns="0" rtlCol="0" anchor="t"/>
          <a:lstStyle/>
          <a:p>
            <a:pPr indent="0" marL="0">
              <a:buNone/>
            </a:pPr>
            <a:r>
              <a:rPr lang="en-US" sz="1800" b="1" dirty="0">
                <a:solidFill>
                  <a:srgbClr val="9BE564"/>
                </a:solidFill>
                <a:latin typeface="Calibri" pitchFamily="34" charset="0"/>
                <a:ea typeface="Calibri" pitchFamily="34" charset="-122"/>
                <a:cs typeface="Calibri" pitchFamily="34" charset="-120"/>
              </a:rPr>
              <a:t>Search smart, credit your sources</a:t>
            </a:r>
            <a:endParaRPr lang="en-US" sz="1800" dirty="0"/>
          </a:p>
        </p:txBody>
      </p:sp>
      <p:sp>
        <p:nvSpPr>
          <p:cNvPr id="16" name="Text 11"/>
          <p:cNvSpPr txBox="1"/>
          <p:nvPr/>
        </p:nvSpPr>
        <p:spPr>
          <a:xfrm>
            <a:off x="1417320" y="5266944"/>
            <a:ext cx="5669280" cy="347472"/>
          </a:xfrm>
          <a:prstGeom prst="rect">
            <a:avLst/>
          </a:prstGeom>
          <a:noFill/>
          <a:ln/>
        </p:spPr>
        <p:txBody>
          <a:bodyPr wrap="square" lIns="0" tIns="0" rIns="0" bIns="0" rtlCol="0" anchor="t"/>
          <a:lstStyle/>
          <a:p>
            <a:pPr indent="0" marL="0">
              <a:buNone/>
            </a:pPr>
            <a:r>
              <a:rPr lang="en-US" sz="1500" dirty="0">
                <a:solidFill>
                  <a:srgbClr val="9AA6D9"/>
                </a:solidFill>
                <a:latin typeface="Calibri" pitchFamily="34" charset="0"/>
                <a:ea typeface="Calibri" pitchFamily="34" charset="-122"/>
                <a:cs typeface="Calibri" pitchFamily="34" charset="-120"/>
              </a:rPr>
              <a:t>Use reliable websites and respect creators' work.</a:t>
            </a:r>
            <a:endParaRPr lang="en-US" sz="1500" dirty="0"/>
          </a:p>
        </p:txBody>
      </p:sp>
      <p:sp>
        <p:nvSpPr>
          <p:cNvPr id="17" name="Shape 12"/>
          <p:cNvSpPr/>
          <p:nvPr/>
        </p:nvSpPr>
        <p:spPr>
          <a:xfrm>
            <a:off x="7589520" y="822960"/>
            <a:ext cx="4142232" cy="2743200"/>
          </a:xfrm>
          <a:prstGeom prst="roundRect">
            <a:avLst>
              <a:gd name="adj" fmla="val 4000"/>
            </a:avLst>
          </a:prstGeom>
          <a:solidFill>
            <a:srgbClr val="161D42"/>
          </a:solidFill>
          <a:ln w="50800">
            <a:solidFill>
              <a:srgbClr val="3A4370"/>
            </a:solidFill>
            <a:prstDash val="solid"/>
          </a:ln>
        </p:spPr>
      </p:sp>
      <p:sp>
        <p:nvSpPr>
          <p:cNvPr id="18" name="Shape 13"/>
          <p:cNvSpPr/>
          <p:nvPr/>
        </p:nvSpPr>
        <p:spPr>
          <a:xfrm>
            <a:off x="7772400" y="1005840"/>
            <a:ext cx="3776472" cy="2377440"/>
          </a:xfrm>
          <a:prstGeom prst="rect">
            <a:avLst/>
          </a:prstGeom>
          <a:solidFill>
            <a:srgbClr val="0B1430"/>
          </a:solidFill>
          <a:ln w="12700">
            <a:solidFill>
              <a:srgbClr val="0B1430"/>
            </a:solidFill>
            <a:prstDash val="solid"/>
          </a:ln>
        </p:spPr>
      </p:sp>
      <p:pic>
        <p:nvPicPr>
          <p:cNvPr id="19" name="Image 3" descr="/tmp/claude-0/-home-user-ashton212123/6ae88841-e158-5430-ba3a-d930461fce9f/scratchpad/build/assets/icons/FaCheckCircle_4BF0A0.png">    </p:cNvPr>
          <p:cNvPicPr>
            <a:picLocks noChangeAspect="1"/>
          </p:cNvPicPr>
          <p:nvPr/>
        </p:nvPicPr>
        <p:blipFill>
          <a:blip r:embed="rId4"/>
          <a:stretch>
            <a:fillRect/>
          </a:stretch>
        </p:blipFill>
        <p:spPr>
          <a:xfrm>
            <a:off x="8001000" y="1234440"/>
            <a:ext cx="548640" cy="548640"/>
          </a:xfrm>
          <a:prstGeom prst="rect">
            <a:avLst/>
          </a:prstGeom>
        </p:spPr>
      </p:pic>
      <p:sp>
        <p:nvSpPr>
          <p:cNvPr id="20" name="Text 14"/>
          <p:cNvSpPr txBox="1"/>
          <p:nvPr/>
        </p:nvSpPr>
        <p:spPr>
          <a:xfrm>
            <a:off x="8641080" y="1234440"/>
            <a:ext cx="2743200" cy="548640"/>
          </a:xfrm>
          <a:prstGeom prst="rect">
            <a:avLst/>
          </a:prstGeom>
          <a:noFill/>
          <a:ln/>
        </p:spPr>
        <p:txBody>
          <a:bodyPr wrap="square" lIns="0" tIns="0" rIns="0" bIns="0" rtlCol="0" anchor="ctr"/>
          <a:lstStyle/>
          <a:p>
            <a:pPr indent="0" marL="0">
              <a:buNone/>
            </a:pPr>
            <a:r>
              <a:rPr lang="en-US" sz="1500" b="1" dirty="0">
                <a:solidFill>
                  <a:srgbClr val="4BF0A0"/>
                </a:solidFill>
                <a:latin typeface="Courier New" pitchFamily="34" charset="0"/>
                <a:ea typeface="Courier New" pitchFamily="34" charset="-122"/>
                <a:cs typeface="Courier New" pitchFamily="34" charset="-120"/>
              </a:rPr>
              <a:t>PROJECT SAVED</a:t>
            </a:r>
            <a:endParaRPr lang="en-US" sz="1500" dirty="0"/>
          </a:p>
        </p:txBody>
      </p:sp>
      <p:sp>
        <p:nvSpPr>
          <p:cNvPr id="21" name="Text 15"/>
          <p:cNvSpPr txBox="1"/>
          <p:nvPr/>
        </p:nvSpPr>
        <p:spPr>
          <a:xfrm>
            <a:off x="8001000" y="1874520"/>
            <a:ext cx="2743200" cy="320040"/>
          </a:xfrm>
          <a:prstGeom prst="rect">
            <a:avLst/>
          </a:prstGeom>
          <a:noFill/>
          <a:ln/>
        </p:spPr>
        <p:txBody>
          <a:bodyPr wrap="square" lIns="0" tIns="0" rIns="0" bIns="0" rtlCol="0" anchor="t"/>
          <a:lstStyle/>
          <a:p>
            <a:pPr indent="0" marL="0">
              <a:buNone/>
            </a:pPr>
            <a:r>
              <a:rPr lang="en-US" sz="1100" dirty="0">
                <a:solidFill>
                  <a:srgbClr val="9AA6D9"/>
                </a:solidFill>
                <a:latin typeface="Courier New" pitchFamily="34" charset="0"/>
                <a:ea typeface="Courier New" pitchFamily="34" charset="-122"/>
                <a:cs typeface="Courier New" pitchFamily="34" charset="-120"/>
              </a:rPr>
              <a:t>0 viruses found</a:t>
            </a:r>
            <a:endParaRPr lang="en-US" sz="1100" dirty="0"/>
          </a:p>
        </p:txBody>
      </p:sp>
      <p:sp>
        <p:nvSpPr>
          <p:cNvPr id="22" name="Text 16"/>
          <p:cNvSpPr txBox="1"/>
          <p:nvPr/>
        </p:nvSpPr>
        <p:spPr>
          <a:xfrm rot="300000">
            <a:off x="9646920" y="2057400"/>
            <a:ext cx="1737360" cy="1188720"/>
          </a:xfrm>
          <a:prstGeom prst="rect">
            <a:avLst/>
          </a:prstGeom>
          <a:solidFill>
            <a:srgbClr val="FFE27A"/>
          </a:solidFill>
          <a:ln/>
          <a:effectLst>
            <a:outerShdw sx="100000" sy="100000" kx="0" ky="0" algn="bl" rotWithShape="0" blurRad="101600" dist="50800" dir="5400000">
              <a:srgbClr val="000000">
                <a:alpha val="50000"/>
              </a:srgbClr>
            </a:outerShdw>
          </a:effectLst>
        </p:spPr>
        <p:txBody>
          <a:bodyPr wrap="square" lIns="50800" tIns="50800" rIns="50800" bIns="50800" rtlCol="0" anchor="ctr"/>
          <a:lstStyle/>
          <a:p>
            <a:pPr algn="ctr" indent="0" marL="0">
              <a:buNone/>
            </a:pPr>
            <a:r>
              <a:rPr lang="en-US" sz="1100" b="1" dirty="0">
                <a:solidFill>
                  <a:srgbClr val="2B2B2B"/>
                </a:solidFill>
                <a:latin typeface="Courier New" pitchFamily="34" charset="0"/>
                <a:ea typeface="Courier New" pitchFamily="34" charset="-122"/>
                <a:cs typeface="Courier New" pitchFamily="34" charset="-120"/>
              </a:rPr>
              <a:t>THINK BEFORE YOU CLICK!</a:t>
            </a:r>
            <a:endParaRPr lang="en-US" sz="1100" dirty="0"/>
          </a:p>
          <a:p>
            <a:pPr algn="ctr" indent="0" marL="0">
              <a:buNone/>
            </a:pPr>
            <a:r>
              <a:rPr lang="en-US" sz="1100" b="1" dirty="0">
                <a:solidFill>
                  <a:srgbClr val="2B2B2B"/>
                </a:solidFill>
                <a:latin typeface="Courier New" pitchFamily="34" charset="0"/>
                <a:ea typeface="Courier New" pitchFamily="34" charset="-122"/>
                <a:cs typeface="Courier New" pitchFamily="34" charset="-120"/>
              </a:rPr>
              <a:t>- BYTE</a:t>
            </a:r>
            <a:endParaRPr lang="en-US" sz="1100" dirty="0"/>
          </a:p>
        </p:txBody>
      </p:sp>
      <p:sp>
        <p:nvSpPr>
          <p:cNvPr id="23" name="Link - PLAY AGAIN">
            <a:hlinkClick r:id="rId8" action="ppaction://hlinksldjump" highlightClick="1"/>
          </p:cNvPr>
          <p:cNvSpPr txBox="1"/>
          <p:nvPr/>
        </p:nvSpPr>
        <p:spPr>
          <a:xfrm>
            <a:off x="7589520" y="4069080"/>
            <a:ext cx="2286000" cy="685800"/>
          </a:xfrm>
          <a:prstGeom prst="roundRect">
            <a:avLst>
              <a:gd name="adj" fmla="val 13333"/>
            </a:avLst>
          </a:prstGeom>
          <a:solidFill>
            <a:srgbClr val="2DE2E6"/>
          </a:solidFill>
          <a:ln w="25400">
            <a:solidFill>
              <a:srgbClr val="2DE2E6"/>
            </a:solidFill>
          </a:ln>
          <a:effectLst>
            <a:outerShdw sx="100000" sy="100000" kx="0" ky="0" algn="bl" rotWithShape="0" blurRad="177800" dist="50800" dir="5400000">
              <a:srgbClr val="2DE2E6">
                <a:alpha val="60000"/>
              </a:srgbClr>
            </a:outerShdw>
          </a:effectLst>
        </p:spPr>
        <p:txBody>
          <a:bodyPr wrap="square" lIns="0" tIns="0" rIns="0" bIns="0" rtlCol="0" anchor="ctr"/>
          <a:lstStyle/>
          <a:p>
            <a:pPr algn="ctr" indent="0" marL="0">
              <a:buNone/>
            </a:pPr>
            <a:r>
              <a:rPr lang="en-US" sz="1500" spc="100" kern="0" dirty="0">
                <a:solidFill>
                  <a:srgbClr val="0A0F24"/>
                </a:solidFill>
                <a:latin typeface="Arial Black" pitchFamily="34" charset="0"/>
                <a:ea typeface="Arial Black" pitchFamily="34" charset="-122"/>
                <a:cs typeface="Arial Black" pitchFamily="34" charset="-120"/>
              </a:rPr>
              <a:t>PLAY AGAIN</a:t>
            </a:r>
            <a:endParaRPr lang="en-US" sz="1500" dirty="0"/>
          </a:p>
        </p:txBody>
      </p:sp>
      <p:sp>
        <p:nvSpPr>
          <p:cNvPr id="24" name="Link - EXIT GAME">
            <a:hlinkClick r:id="" action="ppaction://hlinkshowjump?jump=endshow" highlightClick="1"/>
          </p:cNvPr>
          <p:cNvSpPr txBox="1"/>
          <p:nvPr/>
        </p:nvSpPr>
        <p:spPr>
          <a:xfrm>
            <a:off x="7589520" y="4937760"/>
            <a:ext cx="2286000" cy="685800"/>
          </a:xfrm>
          <a:prstGeom prst="roundRect">
            <a:avLst>
              <a:gd name="adj" fmla="val 13333"/>
            </a:avLst>
          </a:prstGeom>
          <a:solidFill>
            <a:srgbClr val="1A2353"/>
          </a:solidFill>
          <a:ln w="25400">
            <a:solidFill>
              <a:srgbClr val="2DE2E6"/>
            </a:solidFill>
          </a:ln>
          <a:effectLst>
            <a:outerShdw sx="100000" sy="100000" kx="0" ky="0" algn="bl" rotWithShape="0" blurRad="177800" dist="50800" dir="5400000">
              <a:srgbClr val="2DE2E6">
                <a:alpha val="35000"/>
              </a:srgbClr>
            </a:outerShdw>
          </a:effectLst>
        </p:spPr>
        <p:txBody>
          <a:bodyPr wrap="square" lIns="0" tIns="0" rIns="0" bIns="0" rtlCol="0" anchor="ctr"/>
          <a:lstStyle/>
          <a:p>
            <a:pPr algn="ctr" indent="0" marL="0">
              <a:buNone/>
            </a:pPr>
            <a:r>
              <a:rPr lang="en-US" sz="1500" spc="100" kern="0" dirty="0">
                <a:solidFill>
                  <a:srgbClr val="EAF2FF"/>
                </a:solidFill>
                <a:latin typeface="Arial Black" pitchFamily="34" charset="0"/>
                <a:ea typeface="Arial Black" pitchFamily="34" charset="-122"/>
                <a:cs typeface="Arial Black" pitchFamily="34" charset="-120"/>
              </a:rPr>
              <a:t>EXIT GAME</a:t>
            </a:r>
            <a:endParaRPr lang="en-US" sz="1500" dirty="0"/>
          </a:p>
        </p:txBody>
      </p:sp>
      <p:pic>
        <p:nvPicPr>
          <p:cNvPr id="25" name="Image 4" descr="/tmp/claude-0/-home-user-ashton212123/6ae88841-e158-5430-ba3a-d930461fce9f/scratchpad/build/assets/kai.png">    </p:cNvPr>
          <p:cNvPicPr>
            <a:picLocks noChangeAspect="1"/>
          </p:cNvPicPr>
          <p:nvPr/>
        </p:nvPicPr>
        <p:blipFill>
          <a:blip r:embed="rId5"/>
          <a:stretch>
            <a:fillRect/>
          </a:stretch>
        </p:blipFill>
        <p:spPr>
          <a:xfrm>
            <a:off x="10195560" y="3840480"/>
            <a:ext cx="1417320" cy="2212848"/>
          </a:xfrm>
          <a:prstGeom prst="rect">
            <a:avLst/>
          </a:prstGeom>
        </p:spPr>
      </p:pic>
      <p:sp>
        <p:nvSpPr>
          <p:cNvPr id="26" name="Text 19"/>
          <p:cNvSpPr txBox="1"/>
          <p:nvPr/>
        </p:nvSpPr>
        <p:spPr>
          <a:xfrm>
            <a:off x="457200" y="6080760"/>
            <a:ext cx="6583680" cy="365760"/>
          </a:xfrm>
          <a:prstGeom prst="rect">
            <a:avLst/>
          </a:prstGeom>
          <a:noFill/>
          <a:ln/>
        </p:spPr>
        <p:txBody>
          <a:bodyPr wrap="square" lIns="0" tIns="0" rIns="0" bIns="0" rtlCol="0" anchor="t"/>
          <a:lstStyle/>
          <a:p>
            <a:pPr indent="0" marL="0">
              <a:buNone/>
            </a:pPr>
            <a:r>
              <a:rPr lang="en-US" sz="1300" b="1" spc="600" kern="0" dirty="0">
                <a:solidFill>
                  <a:srgbClr val="FFC233"/>
                </a:solidFill>
                <a:latin typeface="Courier New" pitchFamily="34" charset="0"/>
                <a:ea typeface="Courier New" pitchFamily="34" charset="-122"/>
                <a:cs typeface="Courier New" pitchFamily="34" charset="-120"/>
              </a:rPr>
              <a:t>THE END</a:t>
            </a:r>
            <a:endParaRPr lang="en-US" sz="1300" dirty="0"/>
          </a:p>
        </p:txBody>
      </p:sp>
    </p:spTree>
  </p:cSld>
  <p:clrMapOvr>
    <a:masterClrMapping/>
  </p:clrMapOvr>
  <p:transition spd="med" advClick="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133</Slides>
  <Notes>133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133</vt:i4>
      </vt:variant>
    </vt:vector>
  </HeadingPairs>
  <TitlesOfParts>
    <vt:vector size="1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vector>
  </TitlesOfParts>
  <Company>Empowerment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CTRL + ESCAPE: The Glitch Within</dc:title>
  <dc:subject>Empowerment Technologies - GameCraft Performance Task</dc:subject>
  <dc:creator>[Group Name]</dc:creator>
  <cp:lastModifiedBy>[Group Name]</cp:lastModifiedBy>
  <cp:revision>1</cp:revision>
  <dcterms:created xsi:type="dcterms:W3CDTF">2026-10-01T16:09:41Z</dcterms:created>
  <dcterms:modified xsi:type="dcterms:W3CDTF">2026-10-01T16:09:41Z</dcterms:modified>
</cp:coreProperties>
</file>