
<file path=[Content_Types].xml><?xml version="1.0" encoding="utf-8"?>
<Types xmlns="http://schemas.openxmlformats.org/package/2006/content-types">
  <Default Extension="wav" ContentType="audio/wav"/>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Lst>
  <p:notesMasterIdLst>
    <p:notesMasterId r:id="rId1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Menu" id="{e44e5f14-8419-010b-b133-f05a62d05c98}">
          <p14:sldIdLst>
            <p14:sldId id="256"/>
            <p14:sldId id="257"/>
            <p14:sldId id="258"/>
          </p14:sldIdLst>
        </p14:section>
        <p14:section name="Story" id="{34b89ed9-5c05-6ab2-8837-2ab0861d3a0c}">
          <p14:sldIdLst>
            <p14:sldId id="259"/>
            <p14:sldId id="260"/>
            <p14:sldId id="261"/>
          </p14:sldIdLst>
        </p14:section>
        <p14:section name="Sector 1 - Science Lab" id="{fa60ba28-27cf-3d06-6e41-2aab4367cf59}">
          <p14:sldIdLst>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Lst>
        </p14:section>
        <p14:section name="Sector 2 - Time Vault" id="{c13ebdc4-f72c-fe29-763f-85e00a655886}">
          <p14:sldIdLst>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Lst>
        </p14:section>
        <p14:section name="Sector 3 - Fun Zone" id="{bb06cd4f-0881-76ba-024a-710382e7f216}">
          <p14:sldIdLst>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 id="337"/>
            <p14:sldId id="338"/>
            <p14:sldId id="339"/>
            <p14:sldId id="340"/>
          </p14:sldIdLst>
        </p14:section>
        <p14:section name="Sector 4 - World Map" id="{79813ee2-2e74-9315-ca96-7ebe7be783ae}">
          <p14:sldIdLst>
            <p14:sldId id="341"/>
            <p14:sldId id="342"/>
            <p14:sldId id="343"/>
            <p14:sldId id="344"/>
            <p14:sldId id="345"/>
            <p14:sldId id="346"/>
            <p14:sldId id="347"/>
            <p14:sldId id="348"/>
            <p14:sldId id="349"/>
            <p14:sldId id="350"/>
            <p14:sldId id="351"/>
            <p14:sldId id="352"/>
            <p14:sldId id="353"/>
            <p14:sldId id="354"/>
            <p14:sldId id="355"/>
            <p14:sldId id="356"/>
            <p14:sldId id="357"/>
            <p14:sldId id="358"/>
            <p14:sldId id="359"/>
            <p14:sldId id="360"/>
            <p14:sldId id="361"/>
            <p14:sldId id="362"/>
            <p14:sldId id="363"/>
            <p14:sldId id="364"/>
            <p14:sldId id="365"/>
            <p14:sldId id="366"/>
            <p14:sldId id="367"/>
          </p14:sldIdLst>
        </p14:section>
        <p14:section name="NULL's Core (Final)" id="{972a083b-30ed-69c9-f543-fd688d9acd87}">
          <p14:sldIdLst>
            <p14:sldId id="368"/>
            <p14:sldId id="369"/>
            <p14:sldId id="370"/>
            <p14:sldId id="371"/>
            <p14:sldId id="372"/>
            <p14:sldId id="373"/>
            <p14:sldId id="374"/>
            <p14:sldId id="375"/>
            <p14:sldId id="376"/>
            <p14:sldId id="377"/>
            <p14:sldId id="378"/>
            <p14:sldId id="379"/>
            <p14:sldId id="380"/>
            <p14:sldId id="381"/>
            <p14:sldId id="382"/>
            <p14:sldId id="383"/>
            <p14:sldId id="384"/>
            <p14:sldId id="385"/>
            <p14:sldId id="386"/>
          </p14:sldIdLst>
        </p14:section>
        <p14:section name="Endings" id="{35486326-4117-be46-d6cb-fe5dcd55e91f}">
          <p14:sldIdLst>
            <p14:sldId id="387"/>
            <p14:sldId id="3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notesMaster" Target="notesMasters/notesMaster1.xml"/><Relationship Id="rId136" Type="http://schemas.openxmlformats.org/officeDocument/2006/relationships/presProps" Target="presProps.xml"/><Relationship Id="rId137" Type="http://schemas.openxmlformats.org/officeDocument/2006/relationships/viewProps" Target="viewProps.xml"/><Relationship Id="rId138" Type="http://schemas.openxmlformats.org/officeDocument/2006/relationships/theme" Target="theme/theme1.xml"/><Relationship Id="rId1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ID: title] TITLE SCREEN. Start Game goes to the story, How to Play opens the rules, Credits shows the team, and Exit Game ends the slide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ID: howto] HOW TO PLAY. The Back button uses the 'Last Slide Viewed' action, so it always returns the player to the slide they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ID: credits] CREDITS. Replace the [Member Name] placeholders with your group members. The documentation button opens the Word file, which must be saved in the same folder as this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ID: story1] STORY 1 of 3. Kai clicks a fake 'You won!' pop-up. Next continues the story; Skip Story jumps straight to Sector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ID: story2] STORY 2 of 3. The virus NULL pulls Kai inside the computer.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ID: story3] STORY 3 of 3. BYTE explains the mission. Begin Mission starts Sector 1 with 3 shields.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ID: intro_s1_3] SECTOR INTRO: THE SCIENCE LAB | Shields: 3 | Enter goes to the first question (shield level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ID: q_s1q1_3] QUESTION: THE SCIENCE LAB - QUESTION 1 OF 3 | Shields: 3 | Correct answer: B (Mars)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ID: q_s1q1_2] QUESTION: THE SCIENCE LAB - QUESTION 1 OF 3 | Shields: 2 | Correct answer: B (Mars)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ID: q_s1q1_1] QUESTION: THE SCIENCE LAB - QUESTION 1 OF 3 | Shields: 1 | Correct answer: B (Mars)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ID: ok_s1q1_3] CORRECT: THE SCIENCE LAB - s1q1 | Shields: 3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ID: ok_s1q1_2] CORRECT: THE SCIENCE LAB - s1q1 | Shields: 2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ID: ok_s1q1_1] CORRECT: THE SCIENCE LAB - s1q1 | Shields: 1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ID: bad_s1q1_2] WRONG ANSWER: THE SCIENCE LAB - s1q1 | Shields left: 2 | Try Again returns to the same question at shield level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ID: bad_s1q1_1] WRONG ANSWER: THE SCIENCE LAB - s1q1 | Shields left: 1 | Try Again returns to the same question at shield level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ID: q_s1q2_3] QUESTION: THE SCIENCE LAB - QUESTION 2 OF 3 | Shields: 3 | Correct answer: B (MYTH)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ID: q_s1q2_2] QUESTION: THE SCIENCE LAB - QUESTION 2 OF 3 | Shields: 2 | Correct answer: B (MYTH)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ID: q_s1q2_1] QUESTION: THE SCIENCE LAB - QUESTION 2 OF 3 | Shields: 1 | Correct answer: B (MYTH)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 ID: ok_s1q2_3] CORRECT: THE SCIENCE LAB - s1q2 | Shields: 3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 ID: ok_s1q2_2] CORRECT: THE SCIENCE LAB - s1q2 | Shields: 2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21 | ID: ok_s1q2_1] CORRECT: THE SCIENCE LAB - s1q2 | Shields: 1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22 | ID: bad_s1q2_2] WRONG ANSWER: THE SCIENCE LAB - s1q2 | Shields left: 2 | Try Again returns to the same question at shield level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23 | ID: bad_s1q2_1] WRONG ANSWER: THE SCIENCE LAB - s1q2 | Shields left: 1 | Try Again returns to the same question at shield level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24 | ID: q_s1q3_3] QUESTION: THE SCIENCE LAB - QUESTION 3 OF 3 | Shields: 3 | Correct answer: C (Carbon dioxide)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25 | ID: q_s1q3_2] QUESTION: THE SCIENCE LAB - QUESTION 3 OF 3 | Shields: 2 | Correct answer: C (Carbon dioxide)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26 | ID: q_s1q3_1] QUESTION: THE SCIENCE LAB - QUESTION 3 OF 3 | Shields: 1 | Correct answer: C (Carbon dioxide)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27 | ID: ok_s1q3_3] CORRECT: THE SCIENCE LAB - s1q3 | Shields: 3 | Gives Code Fragment 1: 3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28 | ID: ok_s1q3_2] CORRECT: THE SCIENCE LAB - s1q3 | Shields: 2 | Gives Code Fragment 1: 3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29 | ID: ok_s1q3_1] CORRECT: THE SCIENCE LAB - s1q3 | Shields: 1 | Gives Code Fragment 1: 3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30 | ID: bad_s1q3_2] WRONG ANSWER: THE SCIENCE LAB - s1q3 | Shields left: 2 | Try Again returns to the same question at shield level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31 | ID: bad_s1q3_1] WRONG ANSWER: THE SCIENCE LAB - s1q3 | Shields left: 1 | Try Again returns to the same question at shield level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32 | ID: intro_s2_3] SECTOR INTRO: THE TIME VAULT | Shields: 3 | Enter goes to the first question (shield level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33 | ID: intro_s2_2] SECTOR INTRO: THE TIME VAULT | Shields: 2 | Enter goes to the first question (shield level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34 | ID: intro_s2_1] SECTOR INTRO: THE TIME VAULT | Shields: 1 | Enter goes to the first question (shield level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35 | ID: q_s2q1_3] QUESTION: THE TIME VAULT - QUESTION 1 OF 3 | Shields: 3 | Correct answer: D (Jose Rizal)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36 | ID: q_s2q1_2] QUESTION: THE TIME VAULT - QUESTION 1 OF 3 | Shields: 2 | Correct answer: D (Jose Rizal)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37 | ID: q_s2q1_1] QUESTION: THE TIME VAULT - QUESTION 1 OF 3 | Shields: 1 | Correct answer: D (Jose Rizal)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38 | ID: ok_s2q1_3] CORRECT: THE TIME VAULT - s2q1 | Shields: 3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39 | ID: ok_s2q1_2] CORRECT: THE TIME VAULT - s2q1 | Shields: 2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40 | ID: ok_s2q1_1] CORRECT: THE TIME VAULT - s2q1 | Shields: 1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41 | ID: bad_s2q1_2] WRONG ANSWER: THE TIME VAULT - s2q1 | Shields left: 2 | Try Again returns to the same question at shield level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42 | ID: bad_s2q1_1] WRONG ANSWER: THE TIME VAULT - s2q1 | Shields left: 1 | Try Again returns to the same question at shield level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43 | ID: q_s2q2_3] QUESTION: THE TIME VAULT - QUESTION 2 OF 3 | Shields: 3 | Correct answer: A (FACT)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44 | ID: q_s2q2_2] QUESTION: THE TIME VAULT - QUESTION 2 OF 3 | Shields: 2 | Correct answer: A (FACT)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45 | ID: q_s2q2_1] QUESTION: THE TIME VAULT - QUESTION 2 OF 3 | Shields: 1 | Correct answer: A (FACT)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46 | ID: ok_s2q2_3] CORRECT: THE TIME VAULT - s2q2 | Shields: 3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47 | ID: ok_s2q2_2] CORRECT: THE TIME VAULT - s2q2 | Shields: 2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48 | ID: ok_s2q2_1] CORRECT: THE TIME VAULT - s2q2 | Shields: 1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49 | ID: bad_s2q2_2] WRONG ANSWER: THE TIME VAULT - s2q2 | Shields left: 2 | Try Again returns to the same question at shield level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50 | ID: bad_s2q2_1] WRONG ANSWER: THE TIME VAULT - s2q2 | Shields left: 1 | Try Again returns to the same question at shield level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51 | ID: q_s2q3_3] QUESTION: THE TIME VAULT - QUESTION 3 OF 3 | Shields: 3 | Correct answer: B (June 12)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52 | ID: q_s2q3_2] QUESTION: THE TIME VAULT - QUESTION 3 OF 3 | Shields: 2 | Correct answer: B (June 12)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53 | ID: q_s2q3_1] QUESTION: THE TIME VAULT - QUESTION 3 OF 3 | Shields: 1 | Correct answer: B (June 12)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54 | ID: ok_s2q3_3] CORRECT: THE TIME VAULT - s2q3 | Shields: 3 | Gives Code Fragment 2: 8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55 | ID: ok_s2q3_2] CORRECT: THE TIME VAULT - s2q3 | Shields: 2 | Gives Code Fragment 2: 8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56 | ID: ok_s2q3_1] CORRECT: THE TIME VAULT - s2q3 | Shields: 1 | Gives Code Fragment 2: 8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57 | ID: bad_s2q3_2] WRONG ANSWER: THE TIME VAULT - s2q3 | Shields left: 2 | Try Again returns to the same question at shield level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58 | ID: bad_s2q3_1] WRONG ANSWER: THE TIME VAULT - s2q3 | Shields left: 1 | Try Again returns to the same question at shield level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59 | ID: intro_s3_3] SECTOR INTRO: THE FUN ZONE | Shields: 3 | Enter goes to the first question (shield level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60 | ID: intro_s3_2] SECTOR INTRO: THE FUN ZONE | Shields: 2 | Enter goes to the first question (shield level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61 | ID: intro_s3_1] SECTOR INTRO: THE FUN ZONE | Shields: 1 | Enter goes to the first question (shield level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62 | ID: q_s3q1_3] QUESTION: THE FUN ZONE - QUESTION 1 OF 3 | Shields: 3 | Correct answer: A (5)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63 | ID: q_s3q1_2] QUESTION: THE FUN ZONE - QUESTION 1 OF 3 | Shields: 2 | Correct answer: A (5)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64 | ID: q_s3q1_1] QUESTION: THE FUN ZONE - QUESTION 1 OF 3 | Shields: 1 | Correct answer: A (5)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65 | ID: ok_s3q1_3] CORRECT: THE FUN ZONE - s3q1 | Shields: 3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66 | ID: ok_s3q1_2] CORRECT: THE FUN ZONE - s3q1 | Shields: 2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67 | ID: ok_s3q1_1] CORRECT: THE FUN ZONE - s3q1 | Shields: 1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68 | ID: bad_s3q1_2] WRONG ANSWER: THE FUN ZONE - s3q1 | Shields left: 2 | Try Again returns to the same question at shield level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69 | ID: bad_s3q1_1] WRONG ANSWER: THE FUN ZONE - s3q1 | Shields left: 1 | Try Again returns to the same question at shield level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70 | ID: q_s3q2_3] QUESTION: THE FUN ZONE - QUESTION 2 OF 3 | Shields: 3 | Correct answer: C (PHP 115)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71 | ID: q_s3q2_2] QUESTION: THE FUN ZONE - QUESTION 2 OF 3 | Shields: 2 | Correct answer: C (PHP 115)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72 | ID: q_s3q2_1] QUESTION: THE FUN ZONE - QUESTION 2 OF 3 | Shields: 1 | Correct answer: C (PHP 115)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73 | ID: ok_s3q2_3] CORRECT: THE FUN ZONE - s3q2 | Shields: 3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74 | ID: ok_s3q2_2] CORRECT: THE FUN ZONE - s3q2 | Shields: 2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75 | ID: ok_s3q2_1] CORRECT: THE FUN ZONE - s3q2 | Shields: 1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76 | ID: bad_s3q2_2] WRONG ANSWER: THE FUN ZONE - s3q2 | Shields left: 2 | Try Again returns to the same question at shield level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77 | ID: bad_s3q2_1] WRONG ANSWER: THE FUN ZONE - s3q2 | Shields left: 1 | Try Again returns to the same question at shield level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78 | ID: q_s3q3_3] QUESTION: THE FUN ZONE - QUESTION 3 OF 3 | Shields: 3 | Correct answer: D (Tamarind (sampalok))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79 | ID: q_s3q3_2] QUESTION: THE FUN ZONE - QUESTION 3 OF 3 | Shields: 2 | Correct answer: D (Tamarind (sampalok))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80 | ID: q_s3q3_1] QUESTION: THE FUN ZONE - QUESTION 3 OF 3 | Shields: 1 | Correct answer: D (Tamarind (sampalok))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81 | ID: ok_s3q3_3] CORRECT: THE FUN ZONE - s3q3 | Shields: 3 | Gives Code Fragment 3: 1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82 | ID: ok_s3q3_2] CORRECT: THE FUN ZONE - s3q3 | Shields: 2 | Gives Code Fragment 3: 1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83 | ID: ok_s3q3_1] CORRECT: THE FUN ZONE - s3q3 | Shields: 1 | Gives Code Fragment 3: 1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84 | ID: bad_s3q3_2] WRONG ANSWER: THE FUN ZONE - s3q3 | Shields left: 2 | Try Again returns to the same question at shield level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85 | ID: bad_s3q3_1] WRONG ANSWER: THE FUN ZONE - s3q3 | Shields left: 1 | Try Again returns to the same question at shield level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86 | ID: intro_s4_3] SECTOR INTRO: THE WORLD MAP | Shields: 3 | Enter goes to the first question (shield level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87 | ID: intro_s4_2] SECTOR INTRO: THE WORLD MAP | Shields: 2 | Enter goes to the first question (shield level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88 | ID: intro_s4_1] SECTOR INTRO: THE WORLD MAP | Shields: 1 | Enter goes to the first question (shield level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89 | ID: q_s4q1_3] QUESTION: THE WORLD MAP - QUESTION 1 OF 3 | Shields: 3 | Correct answer: B (Tokyo)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90 | ID: q_s4q1_2] QUESTION: THE WORLD MAP - QUESTION 1 OF 3 | Shields: 2 | Correct answer: B (Tokyo)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91 | ID: q_s4q1_1] QUESTION: THE WORLD MAP - QUESTION 1 OF 3 | Shields: 1 | Correct answer: B (Tokyo)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92 | ID: ok_s4q1_3] CORRECT: THE WORLD MAP - s4q1 | Shields: 3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93 | ID: ok_s4q1_2] CORRECT: THE WORLD MAP - s4q1 | Shields: 2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94 | ID: ok_s4q1_1] CORRECT: THE WORLD MAP - s4q1 | Shields: 1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95 | ID: bad_s4q1_2] WRONG ANSWER: THE WORLD MAP - s4q1 | Shields left: 2 | Try Again returns to the same question at shield level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96 | ID: bad_s4q1_1] WRONG ANSWER: THE WORLD MAP - s4q1 | Shields left: 1 | Try Again returns to the same question at shield level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97 | ID: q_s4q2_3] QUESTION: THE WORLD MAP - QUESTION 2 OF 3 | Shields: 3 | Correct answer: A (Pacific Ocean)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98 | ID: q_s4q2_2] QUESTION: THE WORLD MAP - QUESTION 2 OF 3 | Shields: 2 | Correct answer: A (Pacific Ocean)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99 | ID: q_s4q2_1] QUESTION: THE WORLD MAP - QUESTION 2 OF 3 | Shields: 1 | Correct answer: A (Pacific Ocean)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100 | ID: ok_s4q2_3] CORRECT: THE WORLD MAP - s4q2 | Shields: 3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101 | ID: ok_s4q2_2] CORRECT: THE WORLD MAP - s4q2 | Shields: 2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102 | ID: ok_s4q2_1] CORRECT: THE WORLD MAP - s4q2 | Shields: 1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103 | ID: bad_s4q2_2] WRONG ANSWER: THE WORLD MAP - s4q2 | Shields left: 2 | Try Again returns to the same question at shield level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104 | ID: bad_s4q2_1] WRONG ANSWER: THE WORLD MAP - s4q2 | Shields left: 1 | Try Again returns to the same question at shield level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105 | ID: q_s4q3_3] QUESTION: THE WORLD MAP - QUESTION 3 OF 3 | Shields: 3 | Correct answer: C (Mount Apo)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106 | ID: q_s4q3_2] QUESTION: THE WORLD MAP - QUESTION 3 OF 3 | Shields: 2 | Correct answer: C (Mount Apo)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107 | ID: q_s4q3_1] QUESTION: THE WORLD MAP - QUESTION 3 OF 3 | Shields: 1 | Correct answer: C (Mount Apo)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108 | ID: ok_s4q3_3] CORRECT: THE WORLD MAP - s4q3 | Shields: 3 | Gives Code Fragment 4: 6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109 | ID: ok_s4q3_2] CORRECT: THE WORLD MAP - s4q3 | Shields: 2 | Gives Code Fragment 4: 6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110 | ID: ok_s4q3_1] CORRECT: THE WORLD MAP - s4q3 | Shields: 1 | Gives Code Fragment 4: 6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111 | ID: bad_s4q3_2] WRONG ANSWER: THE WORLD MAP - s4q3 | Shields left: 2 | Try Again returns to the same question at shield level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112 | ID: bad_s4q3_1] WRONG ANSWER: THE WORLD MAP - s4q3 | Shields left: 1 | Try Again returns to the same question at shield level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113 | ID: intro_core_3] SECTOR INTRO: NULL'S CORE | Shields: 3 | Enter goes to the first question (shield level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114 | ID: intro_core_2] SECTOR INTRO: NULL'S CORE | Shields: 2 | Enter goes to the first question (shield level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115 | ID: intro_core_1] SECTOR INTRO: NULL'S CORE | Shields: 1 | Enter goes to the first question (shield level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116 | ID: q_boss_3] QUESTION: NULL'S CORE - FINAL QUESTION | Shields: 3 | Correct answer: C (Close it without clicking and run an antivirus scan)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117 | ID: q_boss_2] QUESTION: NULL'S CORE - FINAL QUESTION | Shields: 2 | Correct answer: C (Close it without clicking and run an antivirus scan)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118 | ID: q_boss_1] QUESTION: NULL'S CORE - FINAL QUESTION | Shields: 1 | Correct answer: C (Close it without clicking and run an antivirus scan)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119 | ID: ok_boss_3] CORRECT: NULL'S CORE - boss | Shields: 3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120 | ID: ok_boss_2] CORRECT: NULL'S CORE - boss | Shields: 2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121 | ID: ok_boss_1] CORRECT: NULL'S CORE - boss | Shields: 1 | Continue goes to the next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122 | ID: bad_boss_2] WRONG ANSWER: NULL'S CORE - boss | Shields left: 2 | Try Again returns to the same question at shield level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123 | ID: bad_boss_1] WRONG ANSWER: NULL'S CORE - boss | Shields left: 1 | Try Again returns to the same question at shield level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124 | ID: q_lock_3] QUESTION: NULL'S CORE - ESC GATE LOCK | Shields: 3 | Correct answer: B (6183)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125 | ID: q_lock_2] QUESTION: NULL'S CORE - ESC GATE LOCK | Shields: 2 | Correct answer: B (6183)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126 | ID: q_lock_1] QUESTION: NULL'S CORE - ESC GATE LOCK | Shields: 1 | Correct answer: B (6183) | Each answer button is linked with Insert &gt; Action &gt; Hyperlink to: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127 | ID: ok_lock_3] VICTORY: escaped with 3 shield(s) = 3 star(s), rank CYBER GUARDIAN. Continue goes to the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128 | ID: ok_lock_2] VICTORY: escaped with 2 shield(s) = 2 star(s), rank GLITCH BUSTER. Continue goes to the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129 | ID: ok_lock_1] VICTORY: escaped with 1 shield(s) = 1 star(s), rank LUCKY ESCAPER. Continue goes to the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130 | ID: bad_lock_2] WRONG ANSWER: NULL'S CORE - lock | Shields left: 2 | Try Again returns to the same question at shield level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131 | ID: bad_lock_1] WRONG ANSWER: NULL'S CORE - lock | Shields left: 1 | Try Again returns to the same question at shield level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132 | ID: gameover] GAME OVER. Reached when the player loses the last shield. Retry Mission restarts Sector 1 with 3 shields.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133 | ID: ending] ENDING. Play Again returns to the title screen. Exit Game ends the slide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MENU-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1-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S2-image-1.jpe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S3-image-1.jpe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S4-image-1.jpe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CORE-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ENU">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R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 Id="rId5" Type="http://schemas.openxmlformats.org/officeDocument/2006/relationships/slide" Target="slide4.xml"/><Relationship Id="rId6" Type="http://schemas.openxmlformats.org/officeDocument/2006/relationships/slide" Target="slide2.xml"/><Relationship Id="rId7" Type="http://schemas.openxmlformats.org/officeDocument/2006/relationships/slide" Target="slide3.xml"/><Relationship Id="rId8" Type="http://schemas.openxmlformats.org/officeDocument/2006/relationships/audio" Target="../media/snd_start.wav"/></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 Id="rId7" Type="http://schemas.openxmlformats.org/officeDocument/2006/relationships/hyperlink" Target="CTRL-ESCAPE_Game_Documentation.docx" TargetMode="External"/><Relationship Id="rId8" Type="http://schemas.openxmlformats.org/officeDocument/2006/relationships/slide" Target="slide1.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1-1.png"/><Relationship Id="rId3" Type="http://schemas.openxmlformats.org/officeDocument/2006/relationships/slideLayout" Target="../slideLayouts/slideLayout2.xml"/><Relationship Id="rId4" Type="http://schemas.openxmlformats.org/officeDocument/2006/relationships/notesSlide" Target="../notesSlides/notesSlide4.xml"/><Relationship Id="rId5" Type="http://schemas.openxmlformats.org/officeDocument/2006/relationships/slide" Target="slide7.xml"/><Relationship Id="rId6" Type="http://schemas.openxmlformats.org/officeDocument/2006/relationships/slide" Target="slide5.xml"/></Relationships>
</file>

<file path=ppt/slides/_rels/slide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7.xml"/><Relationship Id="rId4" Type="http://schemas.openxmlformats.org/officeDocument/2006/relationships/notesSlide" Target="../notesSlides/notesSlide5.xml"/><Relationship Id="rId5" Type="http://schemas.openxmlformats.org/officeDocument/2006/relationships/slide" Target="slide7.xml"/><Relationship Id="rId6" Type="http://schemas.openxmlformats.org/officeDocument/2006/relationships/slide" Target="slide6.xml"/><Relationship Id="rId7" Type="http://schemas.openxmlformats.org/officeDocument/2006/relationships/audio" Target="../media/snd_wrong.wav"/></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3.png"/><Relationship Id="rId5" Type="http://schemas.openxmlformats.org/officeDocument/2006/relationships/image" Target="../media/image-6-3.png"/><Relationship Id="rId6" Type="http://schemas.openxmlformats.org/officeDocument/2006/relationships/image" Target="../media/image-6-3.png"/><Relationship Id="rId7" Type="http://schemas.openxmlformats.org/officeDocument/2006/relationships/image" Target="../media/image-2-4.png"/><Relationship Id="rId8" Type="http://schemas.openxmlformats.org/officeDocument/2006/relationships/image" Target="../media/image-2-4.png"/><Relationship Id="rId9" Type="http://schemas.openxmlformats.org/officeDocument/2006/relationships/image" Target="../media/image-2-4.png"/><Relationship Id="rId10" Type="http://schemas.openxmlformats.org/officeDocument/2006/relationships/image" Target="../media/image-2-4.png"/><Relationship Id="rId11" Type="http://schemas.openxmlformats.org/officeDocument/2006/relationships/image" Target="../media/image-2-3.png"/><Relationship Id="rId12" Type="http://schemas.openxmlformats.org/officeDocument/2006/relationships/image" Target="../media/image-2-3.png"/><Relationship Id="rId13" Type="http://schemas.openxmlformats.org/officeDocument/2006/relationships/image" Target="../media/image-2-3.png"/><Relationship Id="rId14" Type="http://schemas.openxmlformats.org/officeDocument/2006/relationships/slideLayout" Target="../slideLayouts/slideLayout2.xml"/><Relationship Id="rId15" Type="http://schemas.openxmlformats.org/officeDocument/2006/relationships/notesSlide" Target="../notesSlides/notesSlide6.xml"/><Relationship Id="rId16" Type="http://schemas.openxmlformats.org/officeDocument/2006/relationships/slide" Target="slide7.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image" Target="../media/image-6-2.png"/><Relationship Id="rId9" Type="http://schemas.openxmlformats.org/officeDocument/2006/relationships/image" Target="../media/image-6-1.png"/><Relationship Id="rId10" Type="http://schemas.openxmlformats.org/officeDocument/2006/relationships/image" Target="../media/image-6-2.png"/><Relationship Id="rId11" Type="http://schemas.openxmlformats.org/officeDocument/2006/relationships/image" Target="../media/image-6-3.png"/><Relationship Id="rId12" Type="http://schemas.openxmlformats.org/officeDocument/2006/relationships/image" Target="../media/image-6-3.png"/><Relationship Id="rId13" Type="http://schemas.openxmlformats.org/officeDocument/2006/relationships/image" Target="../media/image-6-3.png"/><Relationship Id="rId14" Type="http://schemas.openxmlformats.org/officeDocument/2006/relationships/image" Target="../media/image-6-3.png"/><Relationship Id="rId15" Type="http://schemas.openxmlformats.org/officeDocument/2006/relationships/slideLayout" Target="../slideLayouts/slideLayout3.xml"/><Relationship Id="rId16" Type="http://schemas.openxmlformats.org/officeDocument/2006/relationships/notesSlide" Target="../notesSlides/notesSlide7.xml"/><Relationship Id="rId17" Type="http://schemas.openxmlformats.org/officeDocument/2006/relationships/slide" Target="slide2.xml"/><Relationship Id="rId18" Type="http://schemas.openxmlformats.org/officeDocument/2006/relationships/slide" Target="slide8.xml"/></Relationships>
</file>

<file path=ppt/slides/_rels/slide8.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image" Target="../media/image-6-1.png"/><Relationship Id="rId9" Type="http://schemas.openxmlformats.org/officeDocument/2006/relationships/slideLayout" Target="../slideLayouts/slideLayout3.xml"/><Relationship Id="rId10" Type="http://schemas.openxmlformats.org/officeDocument/2006/relationships/notesSlide" Target="../notesSlides/notesSlide8.xml"/><Relationship Id="rId11" Type="http://schemas.openxmlformats.org/officeDocument/2006/relationships/slide" Target="slide2.xml"/><Relationship Id="rId12" Type="http://schemas.openxmlformats.org/officeDocument/2006/relationships/slide" Target="slide14.xml"/><Relationship Id="rId13" Type="http://schemas.openxmlformats.org/officeDocument/2006/relationships/slide" Target="slide11.xml"/></Relationships>
</file>

<file path=ppt/slides/_rels/slide9.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6-1.png"/><Relationship Id="rId9" Type="http://schemas.openxmlformats.org/officeDocument/2006/relationships/slideLayout" Target="../slideLayouts/slideLayout3.xml"/><Relationship Id="rId10" Type="http://schemas.openxmlformats.org/officeDocument/2006/relationships/notesSlide" Target="../notesSlides/notesSlide9.xml"/><Relationship Id="rId11" Type="http://schemas.openxmlformats.org/officeDocument/2006/relationships/slide" Target="slide2.xml"/><Relationship Id="rId12" Type="http://schemas.openxmlformats.org/officeDocument/2006/relationships/slide" Target="slide15.xml"/><Relationship Id="rId13" Type="http://schemas.openxmlformats.org/officeDocument/2006/relationships/slide" Target="slide12.xml"/></Relationships>
</file>

<file path=ppt/slides/_rels/slide10.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6-1.png"/><Relationship Id="rId9" Type="http://schemas.openxmlformats.org/officeDocument/2006/relationships/slideLayout" Target="../slideLayouts/slideLayout3.xml"/><Relationship Id="rId10" Type="http://schemas.openxmlformats.org/officeDocument/2006/relationships/notesSlide" Target="../notesSlides/notesSlide10.xml"/><Relationship Id="rId11" Type="http://schemas.openxmlformats.org/officeDocument/2006/relationships/slide" Target="slide2.xml"/><Relationship Id="rId12" Type="http://schemas.openxmlformats.org/officeDocument/2006/relationships/slide" Target="slide132.xml"/><Relationship Id="rId13" Type="http://schemas.openxmlformats.org/officeDocument/2006/relationships/slide" Target="slide13.xml"/></Relationships>
</file>

<file path=ppt/slides/_rels/slide11.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slideLayout" Target="../slideLayouts/slideLayout3.xml"/><Relationship Id="rId11" Type="http://schemas.openxmlformats.org/officeDocument/2006/relationships/notesSlide" Target="../notesSlides/notesSlide11.xml"/><Relationship Id="rId12" Type="http://schemas.openxmlformats.org/officeDocument/2006/relationships/slide" Target="slide2.xml"/><Relationship Id="rId13" Type="http://schemas.openxmlformats.org/officeDocument/2006/relationships/slide" Target="slide16.xml"/><Relationship Id="rId14" Type="http://schemas.openxmlformats.org/officeDocument/2006/relationships/audio" Target="../media/snd_correct.wav"/></Relationships>
</file>

<file path=ppt/slides/_rels/slide12.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slideLayout" Target="../slideLayouts/slideLayout3.xml"/><Relationship Id="rId11" Type="http://schemas.openxmlformats.org/officeDocument/2006/relationships/notesSlide" Target="../notesSlides/notesSlide12.xml"/><Relationship Id="rId12" Type="http://schemas.openxmlformats.org/officeDocument/2006/relationships/slide" Target="slide2.xml"/><Relationship Id="rId13" Type="http://schemas.openxmlformats.org/officeDocument/2006/relationships/slide" Target="slide17.xml"/><Relationship Id="rId14" Type="http://schemas.openxmlformats.org/officeDocument/2006/relationships/audio" Target="../media/snd_correct.wav"/></Relationships>
</file>

<file path=ppt/slides/_rels/slide13.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slideLayout" Target="../slideLayouts/slideLayout3.xml"/><Relationship Id="rId11" Type="http://schemas.openxmlformats.org/officeDocument/2006/relationships/notesSlide" Target="../notesSlides/notesSlide13.xml"/><Relationship Id="rId12" Type="http://schemas.openxmlformats.org/officeDocument/2006/relationships/slide" Target="slide2.xml"/><Relationship Id="rId13" Type="http://schemas.openxmlformats.org/officeDocument/2006/relationships/slide" Target="slide18.xml"/><Relationship Id="rId14" Type="http://schemas.openxmlformats.org/officeDocument/2006/relationships/audio" Target="../media/snd_correct.wav"/></Relationships>
</file>

<file path=ppt/slides/_rels/slide14.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14-8.png"/><Relationship Id="rId9" Type="http://schemas.openxmlformats.org/officeDocument/2006/relationships/image" Target="../media/image-2-3.png"/><Relationship Id="rId10" Type="http://schemas.openxmlformats.org/officeDocument/2006/relationships/image" Target="../media/image-2-3.png"/><Relationship Id="rId11" Type="http://schemas.openxmlformats.org/officeDocument/2006/relationships/image" Target="../media/image-9-7.png"/><Relationship Id="rId12" Type="http://schemas.openxmlformats.org/officeDocument/2006/relationships/image" Target="../media/image-14-12.png"/><Relationship Id="rId13" Type="http://schemas.openxmlformats.org/officeDocument/2006/relationships/image" Target="../media/image-1-2.png"/><Relationship Id="rId14" Type="http://schemas.openxmlformats.org/officeDocument/2006/relationships/slideLayout" Target="../slideLayouts/slideLayout3.xml"/><Relationship Id="rId15" Type="http://schemas.openxmlformats.org/officeDocument/2006/relationships/notesSlide" Target="../notesSlides/notesSlide14.xml"/><Relationship Id="rId16" Type="http://schemas.openxmlformats.org/officeDocument/2006/relationships/slide" Target="slide2.xml"/><Relationship Id="rId17" Type="http://schemas.openxmlformats.org/officeDocument/2006/relationships/slide" Target="slide9.xml"/><Relationship Id="rId18" Type="http://schemas.openxmlformats.org/officeDocument/2006/relationships/audio" Target="../media/snd_wrong.wav"/></Relationships>
</file>

<file path=ppt/slides/_rels/slide15.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14-8.png"/><Relationship Id="rId9" Type="http://schemas.openxmlformats.org/officeDocument/2006/relationships/image" Target="../media/image-2-3.png"/><Relationship Id="rId10" Type="http://schemas.openxmlformats.org/officeDocument/2006/relationships/image" Target="../media/image-9-7.png"/><Relationship Id="rId11" Type="http://schemas.openxmlformats.org/officeDocument/2006/relationships/image" Target="../media/image-9-7.png"/><Relationship Id="rId12" Type="http://schemas.openxmlformats.org/officeDocument/2006/relationships/image" Target="../media/image-14-12.png"/><Relationship Id="rId13" Type="http://schemas.openxmlformats.org/officeDocument/2006/relationships/image" Target="../media/image-1-2.png"/><Relationship Id="rId14" Type="http://schemas.openxmlformats.org/officeDocument/2006/relationships/slideLayout" Target="../slideLayouts/slideLayout3.xml"/><Relationship Id="rId15" Type="http://schemas.openxmlformats.org/officeDocument/2006/relationships/notesSlide" Target="../notesSlides/notesSlide15.xml"/><Relationship Id="rId16" Type="http://schemas.openxmlformats.org/officeDocument/2006/relationships/slide" Target="slide2.xml"/><Relationship Id="rId17" Type="http://schemas.openxmlformats.org/officeDocument/2006/relationships/slide" Target="slide10.xml"/><Relationship Id="rId18" Type="http://schemas.openxmlformats.org/officeDocument/2006/relationships/audio" Target="../media/snd_wrong.wav"/></Relationships>
</file>

<file path=ppt/slides/_rels/slide16.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image" Target="../media/image-6-1.png"/><Relationship Id="rId9" Type="http://schemas.openxmlformats.org/officeDocument/2006/relationships/image" Target="../media/image-14-12.png"/><Relationship Id="rId10" Type="http://schemas.openxmlformats.org/officeDocument/2006/relationships/slideLayout" Target="../slideLayouts/slideLayout3.xml"/><Relationship Id="rId11" Type="http://schemas.openxmlformats.org/officeDocument/2006/relationships/notesSlide" Target="../notesSlides/notesSlide16.xml"/><Relationship Id="rId12" Type="http://schemas.openxmlformats.org/officeDocument/2006/relationships/slide" Target="slide2.xml"/><Relationship Id="rId13" Type="http://schemas.openxmlformats.org/officeDocument/2006/relationships/slide" Target="slide22.xml"/><Relationship Id="rId14" Type="http://schemas.openxmlformats.org/officeDocument/2006/relationships/slide" Target="slide19.xml"/></Relationships>
</file>

<file path=ppt/slides/_rels/slide1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6-1.png"/><Relationship Id="rId9" Type="http://schemas.openxmlformats.org/officeDocument/2006/relationships/image" Target="../media/image-14-12.png"/><Relationship Id="rId10" Type="http://schemas.openxmlformats.org/officeDocument/2006/relationships/slideLayout" Target="../slideLayouts/slideLayout3.xml"/><Relationship Id="rId11" Type="http://schemas.openxmlformats.org/officeDocument/2006/relationships/notesSlide" Target="../notesSlides/notesSlide17.xml"/><Relationship Id="rId12" Type="http://schemas.openxmlformats.org/officeDocument/2006/relationships/slide" Target="slide2.xml"/><Relationship Id="rId13" Type="http://schemas.openxmlformats.org/officeDocument/2006/relationships/slide" Target="slide23.xml"/><Relationship Id="rId14" Type="http://schemas.openxmlformats.org/officeDocument/2006/relationships/slide" Target="slide20.xml"/></Relationships>
</file>

<file path=ppt/slides/_rels/slide18.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6-1.png"/><Relationship Id="rId9" Type="http://schemas.openxmlformats.org/officeDocument/2006/relationships/image" Target="../media/image-14-12.png"/><Relationship Id="rId10" Type="http://schemas.openxmlformats.org/officeDocument/2006/relationships/slideLayout" Target="../slideLayouts/slideLayout3.xml"/><Relationship Id="rId11" Type="http://schemas.openxmlformats.org/officeDocument/2006/relationships/notesSlide" Target="../notesSlides/notesSlide18.xml"/><Relationship Id="rId12" Type="http://schemas.openxmlformats.org/officeDocument/2006/relationships/slide" Target="slide2.xml"/><Relationship Id="rId13" Type="http://schemas.openxmlformats.org/officeDocument/2006/relationships/slide" Target="slide132.xml"/><Relationship Id="rId14" Type="http://schemas.openxmlformats.org/officeDocument/2006/relationships/slide" Target="slide21.xml"/></Relationships>
</file>

<file path=ppt/slides/_rels/slide19.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slideLayout" Target="../slideLayouts/slideLayout3.xml"/><Relationship Id="rId11" Type="http://schemas.openxmlformats.org/officeDocument/2006/relationships/notesSlide" Target="../notesSlides/notesSlide19.xml"/><Relationship Id="rId12" Type="http://schemas.openxmlformats.org/officeDocument/2006/relationships/slide" Target="slide2.xml"/><Relationship Id="rId13" Type="http://schemas.openxmlformats.org/officeDocument/2006/relationships/slide" Target="slide24.xml"/><Relationship Id="rId14" Type="http://schemas.openxmlformats.org/officeDocument/2006/relationships/audio" Target="../media/snd_correct.wav"/></Relationships>
</file>

<file path=ppt/slides/_rels/slide20.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slideLayout" Target="../slideLayouts/slideLayout3.xml"/><Relationship Id="rId11" Type="http://schemas.openxmlformats.org/officeDocument/2006/relationships/notesSlide" Target="../notesSlides/notesSlide20.xml"/><Relationship Id="rId12" Type="http://schemas.openxmlformats.org/officeDocument/2006/relationships/slide" Target="slide2.xml"/><Relationship Id="rId13" Type="http://schemas.openxmlformats.org/officeDocument/2006/relationships/slide" Target="slide25.xml"/><Relationship Id="rId14" Type="http://schemas.openxmlformats.org/officeDocument/2006/relationships/audio" Target="../media/snd_correct.wav"/></Relationships>
</file>

<file path=ppt/slides/_rels/slide21.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slideLayout" Target="../slideLayouts/slideLayout3.xml"/><Relationship Id="rId11" Type="http://schemas.openxmlformats.org/officeDocument/2006/relationships/notesSlide" Target="../notesSlides/notesSlide21.xml"/><Relationship Id="rId12" Type="http://schemas.openxmlformats.org/officeDocument/2006/relationships/slide" Target="slide2.xml"/><Relationship Id="rId13" Type="http://schemas.openxmlformats.org/officeDocument/2006/relationships/slide" Target="slide26.xml"/><Relationship Id="rId14" Type="http://schemas.openxmlformats.org/officeDocument/2006/relationships/audio" Target="../media/snd_correct.wav"/></Relationships>
</file>

<file path=ppt/slides/_rels/slide22.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14-8.png"/><Relationship Id="rId9" Type="http://schemas.openxmlformats.org/officeDocument/2006/relationships/image" Target="../media/image-2-3.png"/><Relationship Id="rId10" Type="http://schemas.openxmlformats.org/officeDocument/2006/relationships/image" Target="../media/image-2-3.png"/><Relationship Id="rId11" Type="http://schemas.openxmlformats.org/officeDocument/2006/relationships/image" Target="../media/image-9-7.png"/><Relationship Id="rId12" Type="http://schemas.openxmlformats.org/officeDocument/2006/relationships/image" Target="../media/image-14-12.png"/><Relationship Id="rId13" Type="http://schemas.openxmlformats.org/officeDocument/2006/relationships/image" Target="../media/image-1-2.png"/><Relationship Id="rId14" Type="http://schemas.openxmlformats.org/officeDocument/2006/relationships/slideLayout" Target="../slideLayouts/slideLayout3.xml"/><Relationship Id="rId15" Type="http://schemas.openxmlformats.org/officeDocument/2006/relationships/notesSlide" Target="../notesSlides/notesSlide22.xml"/><Relationship Id="rId16" Type="http://schemas.openxmlformats.org/officeDocument/2006/relationships/slide" Target="slide2.xml"/><Relationship Id="rId17" Type="http://schemas.openxmlformats.org/officeDocument/2006/relationships/slide" Target="slide17.xml"/><Relationship Id="rId18" Type="http://schemas.openxmlformats.org/officeDocument/2006/relationships/audio" Target="../media/snd_wrong.wav"/></Relationships>
</file>

<file path=ppt/slides/_rels/slide23.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14-8.png"/><Relationship Id="rId9" Type="http://schemas.openxmlformats.org/officeDocument/2006/relationships/image" Target="../media/image-2-3.png"/><Relationship Id="rId10" Type="http://schemas.openxmlformats.org/officeDocument/2006/relationships/image" Target="../media/image-9-7.png"/><Relationship Id="rId11" Type="http://schemas.openxmlformats.org/officeDocument/2006/relationships/image" Target="../media/image-9-7.png"/><Relationship Id="rId12" Type="http://schemas.openxmlformats.org/officeDocument/2006/relationships/image" Target="../media/image-14-12.png"/><Relationship Id="rId13" Type="http://schemas.openxmlformats.org/officeDocument/2006/relationships/image" Target="../media/image-1-2.png"/><Relationship Id="rId14" Type="http://schemas.openxmlformats.org/officeDocument/2006/relationships/slideLayout" Target="../slideLayouts/slideLayout3.xml"/><Relationship Id="rId15" Type="http://schemas.openxmlformats.org/officeDocument/2006/relationships/notesSlide" Target="../notesSlides/notesSlide23.xml"/><Relationship Id="rId16" Type="http://schemas.openxmlformats.org/officeDocument/2006/relationships/slide" Target="slide2.xml"/><Relationship Id="rId17" Type="http://schemas.openxmlformats.org/officeDocument/2006/relationships/slide" Target="slide18.xml"/><Relationship Id="rId18" Type="http://schemas.openxmlformats.org/officeDocument/2006/relationships/audio" Target="../media/snd_wrong.wav"/></Relationships>
</file>

<file path=ppt/slides/_rels/slide24.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image" Target="../media/image-6-1.png"/><Relationship Id="rId9" Type="http://schemas.openxmlformats.org/officeDocument/2006/relationships/slideLayout" Target="../slideLayouts/slideLayout3.xml"/><Relationship Id="rId10" Type="http://schemas.openxmlformats.org/officeDocument/2006/relationships/notesSlide" Target="../notesSlides/notesSlide24.xml"/><Relationship Id="rId11" Type="http://schemas.openxmlformats.org/officeDocument/2006/relationships/slide" Target="slide2.xml"/><Relationship Id="rId12" Type="http://schemas.openxmlformats.org/officeDocument/2006/relationships/slide" Target="slide30.xml"/><Relationship Id="rId13" Type="http://schemas.openxmlformats.org/officeDocument/2006/relationships/slide" Target="slide27.xml"/></Relationships>
</file>

<file path=ppt/slides/_rels/slide25.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6-1.png"/><Relationship Id="rId9" Type="http://schemas.openxmlformats.org/officeDocument/2006/relationships/slideLayout" Target="../slideLayouts/slideLayout3.xml"/><Relationship Id="rId10" Type="http://schemas.openxmlformats.org/officeDocument/2006/relationships/notesSlide" Target="../notesSlides/notesSlide25.xml"/><Relationship Id="rId11" Type="http://schemas.openxmlformats.org/officeDocument/2006/relationships/slide" Target="slide2.xml"/><Relationship Id="rId12" Type="http://schemas.openxmlformats.org/officeDocument/2006/relationships/slide" Target="slide31.xml"/><Relationship Id="rId13" Type="http://schemas.openxmlformats.org/officeDocument/2006/relationships/slide" Target="slide28.xml"/></Relationships>
</file>

<file path=ppt/slides/_rels/slide26.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6-1.png"/><Relationship Id="rId9" Type="http://schemas.openxmlformats.org/officeDocument/2006/relationships/slideLayout" Target="../slideLayouts/slideLayout3.xml"/><Relationship Id="rId10" Type="http://schemas.openxmlformats.org/officeDocument/2006/relationships/notesSlide" Target="../notesSlides/notesSlide26.xml"/><Relationship Id="rId11" Type="http://schemas.openxmlformats.org/officeDocument/2006/relationships/slide" Target="slide2.xml"/><Relationship Id="rId12" Type="http://schemas.openxmlformats.org/officeDocument/2006/relationships/slide" Target="slide132.xml"/><Relationship Id="rId13" Type="http://schemas.openxmlformats.org/officeDocument/2006/relationships/slide" Target="slide29.xml"/></Relationships>
</file>

<file path=ppt/slides/_rels/slide27.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image" Target="../media/image-2-4.png"/><Relationship Id="rId11" Type="http://schemas.openxmlformats.org/officeDocument/2006/relationships/slideLayout" Target="../slideLayouts/slideLayout3.xml"/><Relationship Id="rId12" Type="http://schemas.openxmlformats.org/officeDocument/2006/relationships/notesSlide" Target="../notesSlides/notesSlide27.xml"/><Relationship Id="rId13" Type="http://schemas.openxmlformats.org/officeDocument/2006/relationships/slide" Target="slide2.xml"/><Relationship Id="rId14" Type="http://schemas.openxmlformats.org/officeDocument/2006/relationships/slide" Target="slide32.xml"/><Relationship Id="rId15" Type="http://schemas.openxmlformats.org/officeDocument/2006/relationships/audio" Target="../media/snd_correct.wav"/></Relationships>
</file>

<file path=ppt/slides/_rels/slide28.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image" Target="../media/image-2-4.png"/><Relationship Id="rId11" Type="http://schemas.openxmlformats.org/officeDocument/2006/relationships/slideLayout" Target="../slideLayouts/slideLayout3.xml"/><Relationship Id="rId12" Type="http://schemas.openxmlformats.org/officeDocument/2006/relationships/notesSlide" Target="../notesSlides/notesSlide28.xml"/><Relationship Id="rId13" Type="http://schemas.openxmlformats.org/officeDocument/2006/relationships/slide" Target="slide2.xml"/><Relationship Id="rId14" Type="http://schemas.openxmlformats.org/officeDocument/2006/relationships/slide" Target="slide33.xml"/><Relationship Id="rId15" Type="http://schemas.openxmlformats.org/officeDocument/2006/relationships/audio" Target="../media/snd_correct.wav"/></Relationships>
</file>

<file path=ppt/slides/_rels/slide29.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image" Target="../media/image-2-4.png"/><Relationship Id="rId11" Type="http://schemas.openxmlformats.org/officeDocument/2006/relationships/slideLayout" Target="../slideLayouts/slideLayout3.xml"/><Relationship Id="rId12" Type="http://schemas.openxmlformats.org/officeDocument/2006/relationships/notesSlide" Target="../notesSlides/notesSlide29.xml"/><Relationship Id="rId13" Type="http://schemas.openxmlformats.org/officeDocument/2006/relationships/slide" Target="slide2.xml"/><Relationship Id="rId14" Type="http://schemas.openxmlformats.org/officeDocument/2006/relationships/slide" Target="slide34.xml"/><Relationship Id="rId15" Type="http://schemas.openxmlformats.org/officeDocument/2006/relationships/audio" Target="../media/snd_correct.wav"/></Relationships>
</file>

<file path=ppt/slides/_rels/slide30.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14-8.png"/><Relationship Id="rId9" Type="http://schemas.openxmlformats.org/officeDocument/2006/relationships/image" Target="../media/image-2-3.png"/><Relationship Id="rId10" Type="http://schemas.openxmlformats.org/officeDocument/2006/relationships/image" Target="../media/image-2-3.png"/><Relationship Id="rId11" Type="http://schemas.openxmlformats.org/officeDocument/2006/relationships/image" Target="../media/image-9-7.png"/><Relationship Id="rId12" Type="http://schemas.openxmlformats.org/officeDocument/2006/relationships/image" Target="../media/image-14-12.png"/><Relationship Id="rId13" Type="http://schemas.openxmlformats.org/officeDocument/2006/relationships/image" Target="../media/image-1-2.png"/><Relationship Id="rId14" Type="http://schemas.openxmlformats.org/officeDocument/2006/relationships/slideLayout" Target="../slideLayouts/slideLayout3.xml"/><Relationship Id="rId15" Type="http://schemas.openxmlformats.org/officeDocument/2006/relationships/notesSlide" Target="../notesSlides/notesSlide30.xml"/><Relationship Id="rId16" Type="http://schemas.openxmlformats.org/officeDocument/2006/relationships/slide" Target="slide2.xml"/><Relationship Id="rId17" Type="http://schemas.openxmlformats.org/officeDocument/2006/relationships/slide" Target="slide25.xml"/><Relationship Id="rId18" Type="http://schemas.openxmlformats.org/officeDocument/2006/relationships/audio" Target="../media/snd_wrong.wav"/></Relationships>
</file>

<file path=ppt/slides/_rels/slide31.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14-8.png"/><Relationship Id="rId9" Type="http://schemas.openxmlformats.org/officeDocument/2006/relationships/image" Target="../media/image-2-3.png"/><Relationship Id="rId10" Type="http://schemas.openxmlformats.org/officeDocument/2006/relationships/image" Target="../media/image-9-7.png"/><Relationship Id="rId11" Type="http://schemas.openxmlformats.org/officeDocument/2006/relationships/image" Target="../media/image-9-7.png"/><Relationship Id="rId12" Type="http://schemas.openxmlformats.org/officeDocument/2006/relationships/image" Target="../media/image-14-12.png"/><Relationship Id="rId13" Type="http://schemas.openxmlformats.org/officeDocument/2006/relationships/image" Target="../media/image-1-2.png"/><Relationship Id="rId14" Type="http://schemas.openxmlformats.org/officeDocument/2006/relationships/slideLayout" Target="../slideLayouts/slideLayout3.xml"/><Relationship Id="rId15" Type="http://schemas.openxmlformats.org/officeDocument/2006/relationships/notesSlide" Target="../notesSlides/notesSlide31.xml"/><Relationship Id="rId16" Type="http://schemas.openxmlformats.org/officeDocument/2006/relationships/slide" Target="slide2.xml"/><Relationship Id="rId17" Type="http://schemas.openxmlformats.org/officeDocument/2006/relationships/slide" Target="slide26.xml"/><Relationship Id="rId18" Type="http://schemas.openxmlformats.org/officeDocument/2006/relationships/audio" Target="../media/snd_wrong.wav"/></Relationships>
</file>

<file path=ppt/slides/_rels/slide32.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image" Target="../media/image-32-8.png"/><Relationship Id="rId9" Type="http://schemas.openxmlformats.org/officeDocument/2006/relationships/image" Target="../media/image-6-1.png"/><Relationship Id="rId10" Type="http://schemas.openxmlformats.org/officeDocument/2006/relationships/image" Target="../media/image-32-10.png"/><Relationship Id="rId11" Type="http://schemas.openxmlformats.org/officeDocument/2006/relationships/image" Target="../media/image-32-8.png"/><Relationship Id="rId12" Type="http://schemas.openxmlformats.org/officeDocument/2006/relationships/image" Target="../media/image-6-3.png"/><Relationship Id="rId13" Type="http://schemas.openxmlformats.org/officeDocument/2006/relationships/image" Target="../media/image-6-3.png"/><Relationship Id="rId14" Type="http://schemas.openxmlformats.org/officeDocument/2006/relationships/image" Target="../media/image-6-3.png"/><Relationship Id="rId15" Type="http://schemas.openxmlformats.org/officeDocument/2006/relationships/slideLayout" Target="../slideLayouts/slideLayout4.xml"/><Relationship Id="rId16" Type="http://schemas.openxmlformats.org/officeDocument/2006/relationships/notesSlide" Target="../notesSlides/notesSlide32.xml"/><Relationship Id="rId17" Type="http://schemas.openxmlformats.org/officeDocument/2006/relationships/slide" Target="slide2.xml"/><Relationship Id="rId18" Type="http://schemas.openxmlformats.org/officeDocument/2006/relationships/slide" Target="slide35.xml"/></Relationships>
</file>

<file path=ppt/slides/_rels/slide33.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32-8.png"/><Relationship Id="rId9" Type="http://schemas.openxmlformats.org/officeDocument/2006/relationships/image" Target="../media/image-6-1.png"/><Relationship Id="rId10" Type="http://schemas.openxmlformats.org/officeDocument/2006/relationships/image" Target="../media/image-32-10.png"/><Relationship Id="rId11" Type="http://schemas.openxmlformats.org/officeDocument/2006/relationships/image" Target="../media/image-32-8.png"/><Relationship Id="rId12" Type="http://schemas.openxmlformats.org/officeDocument/2006/relationships/image" Target="../media/image-6-3.png"/><Relationship Id="rId13" Type="http://schemas.openxmlformats.org/officeDocument/2006/relationships/image" Target="../media/image-6-3.png"/><Relationship Id="rId14" Type="http://schemas.openxmlformats.org/officeDocument/2006/relationships/image" Target="../media/image-6-3.png"/><Relationship Id="rId15" Type="http://schemas.openxmlformats.org/officeDocument/2006/relationships/slideLayout" Target="../slideLayouts/slideLayout4.xml"/><Relationship Id="rId16" Type="http://schemas.openxmlformats.org/officeDocument/2006/relationships/notesSlide" Target="../notesSlides/notesSlide33.xml"/><Relationship Id="rId17" Type="http://schemas.openxmlformats.org/officeDocument/2006/relationships/slide" Target="slide2.xml"/><Relationship Id="rId18" Type="http://schemas.openxmlformats.org/officeDocument/2006/relationships/slide" Target="slide36.xml"/></Relationships>
</file>

<file path=ppt/slides/_rels/slide34.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32-8.png"/><Relationship Id="rId9" Type="http://schemas.openxmlformats.org/officeDocument/2006/relationships/image" Target="../media/image-6-1.png"/><Relationship Id="rId10" Type="http://schemas.openxmlformats.org/officeDocument/2006/relationships/image" Target="../media/image-32-10.png"/><Relationship Id="rId11" Type="http://schemas.openxmlformats.org/officeDocument/2006/relationships/image" Target="../media/image-32-8.png"/><Relationship Id="rId12" Type="http://schemas.openxmlformats.org/officeDocument/2006/relationships/image" Target="../media/image-6-3.png"/><Relationship Id="rId13" Type="http://schemas.openxmlformats.org/officeDocument/2006/relationships/image" Target="../media/image-6-3.png"/><Relationship Id="rId14" Type="http://schemas.openxmlformats.org/officeDocument/2006/relationships/image" Target="../media/image-6-3.png"/><Relationship Id="rId15" Type="http://schemas.openxmlformats.org/officeDocument/2006/relationships/slideLayout" Target="../slideLayouts/slideLayout4.xml"/><Relationship Id="rId16" Type="http://schemas.openxmlformats.org/officeDocument/2006/relationships/notesSlide" Target="../notesSlides/notesSlide34.xml"/><Relationship Id="rId17" Type="http://schemas.openxmlformats.org/officeDocument/2006/relationships/slide" Target="slide2.xml"/><Relationship Id="rId18" Type="http://schemas.openxmlformats.org/officeDocument/2006/relationships/slide" Target="slide37.xml"/></Relationships>
</file>

<file path=ppt/slides/_rels/slide35.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image" Target="../media/image-6-1.png"/><Relationship Id="rId9" Type="http://schemas.openxmlformats.org/officeDocument/2006/relationships/slideLayout" Target="../slideLayouts/slideLayout4.xml"/><Relationship Id="rId10" Type="http://schemas.openxmlformats.org/officeDocument/2006/relationships/notesSlide" Target="../notesSlides/notesSlide35.xml"/><Relationship Id="rId11" Type="http://schemas.openxmlformats.org/officeDocument/2006/relationships/slide" Target="slide2.xml"/><Relationship Id="rId12" Type="http://schemas.openxmlformats.org/officeDocument/2006/relationships/slide" Target="slide41.xml"/><Relationship Id="rId13" Type="http://schemas.openxmlformats.org/officeDocument/2006/relationships/slide" Target="slide38.xml"/></Relationships>
</file>

<file path=ppt/slides/_rels/slide36.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6-1.png"/><Relationship Id="rId9" Type="http://schemas.openxmlformats.org/officeDocument/2006/relationships/slideLayout" Target="../slideLayouts/slideLayout4.xml"/><Relationship Id="rId10" Type="http://schemas.openxmlformats.org/officeDocument/2006/relationships/notesSlide" Target="../notesSlides/notesSlide36.xml"/><Relationship Id="rId11" Type="http://schemas.openxmlformats.org/officeDocument/2006/relationships/slide" Target="slide2.xml"/><Relationship Id="rId12" Type="http://schemas.openxmlformats.org/officeDocument/2006/relationships/slide" Target="slide42.xml"/><Relationship Id="rId13" Type="http://schemas.openxmlformats.org/officeDocument/2006/relationships/slide" Target="slide39.xml"/></Relationships>
</file>

<file path=ppt/slides/_rels/slide37.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6-1.png"/><Relationship Id="rId9" Type="http://schemas.openxmlformats.org/officeDocument/2006/relationships/slideLayout" Target="../slideLayouts/slideLayout4.xml"/><Relationship Id="rId10" Type="http://schemas.openxmlformats.org/officeDocument/2006/relationships/notesSlide" Target="../notesSlides/notesSlide37.xml"/><Relationship Id="rId11" Type="http://schemas.openxmlformats.org/officeDocument/2006/relationships/slide" Target="slide2.xml"/><Relationship Id="rId12" Type="http://schemas.openxmlformats.org/officeDocument/2006/relationships/slide" Target="slide132.xml"/><Relationship Id="rId13" Type="http://schemas.openxmlformats.org/officeDocument/2006/relationships/slide" Target="slide40.xml"/></Relationships>
</file>

<file path=ppt/slides/_rels/slide38.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slideLayout" Target="../slideLayouts/slideLayout4.xml"/><Relationship Id="rId11" Type="http://schemas.openxmlformats.org/officeDocument/2006/relationships/notesSlide" Target="../notesSlides/notesSlide38.xml"/><Relationship Id="rId12" Type="http://schemas.openxmlformats.org/officeDocument/2006/relationships/slide" Target="slide2.xml"/><Relationship Id="rId13" Type="http://schemas.openxmlformats.org/officeDocument/2006/relationships/slide" Target="slide43.xml"/><Relationship Id="rId14" Type="http://schemas.openxmlformats.org/officeDocument/2006/relationships/audio" Target="../media/snd_correct.wav"/></Relationships>
</file>

<file path=ppt/slides/_rels/slide39.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slideLayout" Target="../slideLayouts/slideLayout4.xml"/><Relationship Id="rId11" Type="http://schemas.openxmlformats.org/officeDocument/2006/relationships/notesSlide" Target="../notesSlides/notesSlide39.xml"/><Relationship Id="rId12" Type="http://schemas.openxmlformats.org/officeDocument/2006/relationships/slide" Target="slide2.xml"/><Relationship Id="rId13" Type="http://schemas.openxmlformats.org/officeDocument/2006/relationships/slide" Target="slide44.xml"/><Relationship Id="rId14" Type="http://schemas.openxmlformats.org/officeDocument/2006/relationships/audio" Target="../media/snd_correct.wav"/></Relationships>
</file>

<file path=ppt/slides/_rels/slide40.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slideLayout" Target="../slideLayouts/slideLayout4.xml"/><Relationship Id="rId11" Type="http://schemas.openxmlformats.org/officeDocument/2006/relationships/notesSlide" Target="../notesSlides/notesSlide40.xml"/><Relationship Id="rId12" Type="http://schemas.openxmlformats.org/officeDocument/2006/relationships/slide" Target="slide2.xml"/><Relationship Id="rId13" Type="http://schemas.openxmlformats.org/officeDocument/2006/relationships/slide" Target="slide45.xml"/><Relationship Id="rId14" Type="http://schemas.openxmlformats.org/officeDocument/2006/relationships/audio" Target="../media/snd_correct.wav"/></Relationships>
</file>

<file path=ppt/slides/_rels/slide41.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14-8.png"/><Relationship Id="rId9" Type="http://schemas.openxmlformats.org/officeDocument/2006/relationships/image" Target="../media/image-2-3.png"/><Relationship Id="rId10" Type="http://schemas.openxmlformats.org/officeDocument/2006/relationships/image" Target="../media/image-2-3.png"/><Relationship Id="rId11" Type="http://schemas.openxmlformats.org/officeDocument/2006/relationships/image" Target="../media/image-9-7.png"/><Relationship Id="rId12" Type="http://schemas.openxmlformats.org/officeDocument/2006/relationships/image" Target="../media/image-14-12.png"/><Relationship Id="rId13" Type="http://schemas.openxmlformats.org/officeDocument/2006/relationships/image" Target="../media/image-1-2.png"/><Relationship Id="rId14" Type="http://schemas.openxmlformats.org/officeDocument/2006/relationships/slideLayout" Target="../slideLayouts/slideLayout4.xml"/><Relationship Id="rId15" Type="http://schemas.openxmlformats.org/officeDocument/2006/relationships/notesSlide" Target="../notesSlides/notesSlide41.xml"/><Relationship Id="rId16" Type="http://schemas.openxmlformats.org/officeDocument/2006/relationships/slide" Target="slide2.xml"/><Relationship Id="rId17" Type="http://schemas.openxmlformats.org/officeDocument/2006/relationships/slide" Target="slide36.xml"/><Relationship Id="rId18" Type="http://schemas.openxmlformats.org/officeDocument/2006/relationships/audio" Target="../media/snd_wrong.wav"/></Relationships>
</file>

<file path=ppt/slides/_rels/slide42.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14-8.png"/><Relationship Id="rId9" Type="http://schemas.openxmlformats.org/officeDocument/2006/relationships/image" Target="../media/image-2-3.png"/><Relationship Id="rId10" Type="http://schemas.openxmlformats.org/officeDocument/2006/relationships/image" Target="../media/image-9-7.png"/><Relationship Id="rId11" Type="http://schemas.openxmlformats.org/officeDocument/2006/relationships/image" Target="../media/image-9-7.png"/><Relationship Id="rId12" Type="http://schemas.openxmlformats.org/officeDocument/2006/relationships/image" Target="../media/image-14-12.png"/><Relationship Id="rId13" Type="http://schemas.openxmlformats.org/officeDocument/2006/relationships/image" Target="../media/image-1-2.png"/><Relationship Id="rId14" Type="http://schemas.openxmlformats.org/officeDocument/2006/relationships/slideLayout" Target="../slideLayouts/slideLayout4.xml"/><Relationship Id="rId15" Type="http://schemas.openxmlformats.org/officeDocument/2006/relationships/notesSlide" Target="../notesSlides/notesSlide42.xml"/><Relationship Id="rId16" Type="http://schemas.openxmlformats.org/officeDocument/2006/relationships/slide" Target="slide2.xml"/><Relationship Id="rId17" Type="http://schemas.openxmlformats.org/officeDocument/2006/relationships/slide" Target="slide37.xml"/><Relationship Id="rId18" Type="http://schemas.openxmlformats.org/officeDocument/2006/relationships/audio" Target="../media/snd_wrong.wav"/></Relationships>
</file>

<file path=ppt/slides/_rels/slide43.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image" Target="../media/image-6-1.png"/><Relationship Id="rId9" Type="http://schemas.openxmlformats.org/officeDocument/2006/relationships/image" Target="../media/image-14-12.png"/><Relationship Id="rId10" Type="http://schemas.openxmlformats.org/officeDocument/2006/relationships/slideLayout" Target="../slideLayouts/slideLayout4.xml"/><Relationship Id="rId11" Type="http://schemas.openxmlformats.org/officeDocument/2006/relationships/notesSlide" Target="../notesSlides/notesSlide43.xml"/><Relationship Id="rId12" Type="http://schemas.openxmlformats.org/officeDocument/2006/relationships/slide" Target="slide2.xml"/><Relationship Id="rId13" Type="http://schemas.openxmlformats.org/officeDocument/2006/relationships/slide" Target="slide46.xml"/><Relationship Id="rId14" Type="http://schemas.openxmlformats.org/officeDocument/2006/relationships/slide" Target="slide49.xml"/></Relationships>
</file>

<file path=ppt/slides/_rels/slide44.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6-1.png"/><Relationship Id="rId9" Type="http://schemas.openxmlformats.org/officeDocument/2006/relationships/image" Target="../media/image-14-12.png"/><Relationship Id="rId10" Type="http://schemas.openxmlformats.org/officeDocument/2006/relationships/slideLayout" Target="../slideLayouts/slideLayout4.xml"/><Relationship Id="rId11" Type="http://schemas.openxmlformats.org/officeDocument/2006/relationships/notesSlide" Target="../notesSlides/notesSlide44.xml"/><Relationship Id="rId12" Type="http://schemas.openxmlformats.org/officeDocument/2006/relationships/slide" Target="slide2.xml"/><Relationship Id="rId13" Type="http://schemas.openxmlformats.org/officeDocument/2006/relationships/slide" Target="slide47.xml"/><Relationship Id="rId14" Type="http://schemas.openxmlformats.org/officeDocument/2006/relationships/slide" Target="slide50.xml"/></Relationships>
</file>

<file path=ppt/slides/_rels/slide45.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6-1.png"/><Relationship Id="rId9" Type="http://schemas.openxmlformats.org/officeDocument/2006/relationships/image" Target="../media/image-14-12.png"/><Relationship Id="rId10" Type="http://schemas.openxmlformats.org/officeDocument/2006/relationships/slideLayout" Target="../slideLayouts/slideLayout4.xml"/><Relationship Id="rId11" Type="http://schemas.openxmlformats.org/officeDocument/2006/relationships/notesSlide" Target="../notesSlides/notesSlide45.xml"/><Relationship Id="rId12" Type="http://schemas.openxmlformats.org/officeDocument/2006/relationships/slide" Target="slide2.xml"/><Relationship Id="rId13" Type="http://schemas.openxmlformats.org/officeDocument/2006/relationships/slide" Target="slide48.xml"/><Relationship Id="rId14" Type="http://schemas.openxmlformats.org/officeDocument/2006/relationships/slide" Target="slide132.xml"/></Relationships>
</file>

<file path=ppt/slides/_rels/slide46.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slideLayout" Target="../slideLayouts/slideLayout4.xml"/><Relationship Id="rId11" Type="http://schemas.openxmlformats.org/officeDocument/2006/relationships/notesSlide" Target="../notesSlides/notesSlide46.xml"/><Relationship Id="rId12" Type="http://schemas.openxmlformats.org/officeDocument/2006/relationships/slide" Target="slide2.xml"/><Relationship Id="rId13" Type="http://schemas.openxmlformats.org/officeDocument/2006/relationships/slide" Target="slide51.xml"/><Relationship Id="rId14" Type="http://schemas.openxmlformats.org/officeDocument/2006/relationships/audio" Target="../media/snd_correct.wav"/></Relationships>
</file>

<file path=ppt/slides/_rels/slide47.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slideLayout" Target="../slideLayouts/slideLayout4.xml"/><Relationship Id="rId11" Type="http://schemas.openxmlformats.org/officeDocument/2006/relationships/notesSlide" Target="../notesSlides/notesSlide47.xml"/><Relationship Id="rId12" Type="http://schemas.openxmlformats.org/officeDocument/2006/relationships/slide" Target="slide2.xml"/><Relationship Id="rId13" Type="http://schemas.openxmlformats.org/officeDocument/2006/relationships/slide" Target="slide52.xml"/><Relationship Id="rId14" Type="http://schemas.openxmlformats.org/officeDocument/2006/relationships/audio" Target="../media/snd_correct.wav"/></Relationships>
</file>

<file path=ppt/slides/_rels/slide48.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slideLayout" Target="../slideLayouts/slideLayout4.xml"/><Relationship Id="rId11" Type="http://schemas.openxmlformats.org/officeDocument/2006/relationships/notesSlide" Target="../notesSlides/notesSlide48.xml"/><Relationship Id="rId12" Type="http://schemas.openxmlformats.org/officeDocument/2006/relationships/slide" Target="slide2.xml"/><Relationship Id="rId13" Type="http://schemas.openxmlformats.org/officeDocument/2006/relationships/slide" Target="slide53.xml"/><Relationship Id="rId14" Type="http://schemas.openxmlformats.org/officeDocument/2006/relationships/audio" Target="../media/snd_correct.wav"/></Relationships>
</file>

<file path=ppt/slides/_rels/slide49.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14-8.png"/><Relationship Id="rId9" Type="http://schemas.openxmlformats.org/officeDocument/2006/relationships/image" Target="../media/image-2-3.png"/><Relationship Id="rId10" Type="http://schemas.openxmlformats.org/officeDocument/2006/relationships/image" Target="../media/image-2-3.png"/><Relationship Id="rId11" Type="http://schemas.openxmlformats.org/officeDocument/2006/relationships/image" Target="../media/image-9-7.png"/><Relationship Id="rId12" Type="http://schemas.openxmlformats.org/officeDocument/2006/relationships/image" Target="../media/image-14-12.png"/><Relationship Id="rId13" Type="http://schemas.openxmlformats.org/officeDocument/2006/relationships/image" Target="../media/image-1-2.png"/><Relationship Id="rId14" Type="http://schemas.openxmlformats.org/officeDocument/2006/relationships/slideLayout" Target="../slideLayouts/slideLayout4.xml"/><Relationship Id="rId15" Type="http://schemas.openxmlformats.org/officeDocument/2006/relationships/notesSlide" Target="../notesSlides/notesSlide49.xml"/><Relationship Id="rId16" Type="http://schemas.openxmlformats.org/officeDocument/2006/relationships/slide" Target="slide2.xml"/><Relationship Id="rId17" Type="http://schemas.openxmlformats.org/officeDocument/2006/relationships/slide" Target="slide44.xml"/><Relationship Id="rId18" Type="http://schemas.openxmlformats.org/officeDocument/2006/relationships/audio" Target="../media/snd_wrong.wav"/></Relationships>
</file>

<file path=ppt/slides/_rels/slide50.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14-8.png"/><Relationship Id="rId9" Type="http://schemas.openxmlformats.org/officeDocument/2006/relationships/image" Target="../media/image-2-3.png"/><Relationship Id="rId10" Type="http://schemas.openxmlformats.org/officeDocument/2006/relationships/image" Target="../media/image-9-7.png"/><Relationship Id="rId11" Type="http://schemas.openxmlformats.org/officeDocument/2006/relationships/image" Target="../media/image-9-7.png"/><Relationship Id="rId12" Type="http://schemas.openxmlformats.org/officeDocument/2006/relationships/image" Target="../media/image-14-12.png"/><Relationship Id="rId13" Type="http://schemas.openxmlformats.org/officeDocument/2006/relationships/image" Target="../media/image-1-2.png"/><Relationship Id="rId14" Type="http://schemas.openxmlformats.org/officeDocument/2006/relationships/slideLayout" Target="../slideLayouts/slideLayout4.xml"/><Relationship Id="rId15" Type="http://schemas.openxmlformats.org/officeDocument/2006/relationships/notesSlide" Target="../notesSlides/notesSlide50.xml"/><Relationship Id="rId16" Type="http://schemas.openxmlformats.org/officeDocument/2006/relationships/slide" Target="slide2.xml"/><Relationship Id="rId17" Type="http://schemas.openxmlformats.org/officeDocument/2006/relationships/slide" Target="slide45.xml"/><Relationship Id="rId18" Type="http://schemas.openxmlformats.org/officeDocument/2006/relationships/audio" Target="../media/snd_wrong.wav"/></Relationships>
</file>

<file path=ppt/slides/_rels/slide51.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image" Target="../media/image-6-1.png"/><Relationship Id="rId9" Type="http://schemas.openxmlformats.org/officeDocument/2006/relationships/slideLayout" Target="../slideLayouts/slideLayout4.xml"/><Relationship Id="rId10" Type="http://schemas.openxmlformats.org/officeDocument/2006/relationships/notesSlide" Target="../notesSlides/notesSlide51.xml"/><Relationship Id="rId11" Type="http://schemas.openxmlformats.org/officeDocument/2006/relationships/slide" Target="slide2.xml"/><Relationship Id="rId12" Type="http://schemas.openxmlformats.org/officeDocument/2006/relationships/slide" Target="slide57.xml"/><Relationship Id="rId13" Type="http://schemas.openxmlformats.org/officeDocument/2006/relationships/slide" Target="slide54.xml"/></Relationships>
</file>

<file path=ppt/slides/_rels/slide52.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6-1.png"/><Relationship Id="rId9" Type="http://schemas.openxmlformats.org/officeDocument/2006/relationships/slideLayout" Target="../slideLayouts/slideLayout4.xml"/><Relationship Id="rId10" Type="http://schemas.openxmlformats.org/officeDocument/2006/relationships/notesSlide" Target="../notesSlides/notesSlide52.xml"/><Relationship Id="rId11" Type="http://schemas.openxmlformats.org/officeDocument/2006/relationships/slide" Target="slide2.xml"/><Relationship Id="rId12" Type="http://schemas.openxmlformats.org/officeDocument/2006/relationships/slide" Target="slide58.xml"/><Relationship Id="rId13" Type="http://schemas.openxmlformats.org/officeDocument/2006/relationships/slide" Target="slide55.xml"/></Relationships>
</file>

<file path=ppt/slides/_rels/slide53.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6-1.png"/><Relationship Id="rId9" Type="http://schemas.openxmlformats.org/officeDocument/2006/relationships/slideLayout" Target="../slideLayouts/slideLayout4.xml"/><Relationship Id="rId10" Type="http://schemas.openxmlformats.org/officeDocument/2006/relationships/notesSlide" Target="../notesSlides/notesSlide53.xml"/><Relationship Id="rId11" Type="http://schemas.openxmlformats.org/officeDocument/2006/relationships/slide" Target="slide2.xml"/><Relationship Id="rId12" Type="http://schemas.openxmlformats.org/officeDocument/2006/relationships/slide" Target="slide132.xml"/><Relationship Id="rId13" Type="http://schemas.openxmlformats.org/officeDocument/2006/relationships/slide" Target="slide56.xml"/></Relationships>
</file>

<file path=ppt/slides/_rels/slide54.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image" Target="../media/image-2-4.png"/><Relationship Id="rId11" Type="http://schemas.openxmlformats.org/officeDocument/2006/relationships/slideLayout" Target="../slideLayouts/slideLayout4.xml"/><Relationship Id="rId12" Type="http://schemas.openxmlformats.org/officeDocument/2006/relationships/notesSlide" Target="../notesSlides/notesSlide54.xml"/><Relationship Id="rId13" Type="http://schemas.openxmlformats.org/officeDocument/2006/relationships/slide" Target="slide2.xml"/><Relationship Id="rId14" Type="http://schemas.openxmlformats.org/officeDocument/2006/relationships/slide" Target="slide59.xml"/><Relationship Id="rId15" Type="http://schemas.openxmlformats.org/officeDocument/2006/relationships/audio" Target="../media/snd_correct.wav"/></Relationships>
</file>

<file path=ppt/slides/_rels/slide55.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image" Target="../media/image-2-4.png"/><Relationship Id="rId11" Type="http://schemas.openxmlformats.org/officeDocument/2006/relationships/slideLayout" Target="../slideLayouts/slideLayout4.xml"/><Relationship Id="rId12" Type="http://schemas.openxmlformats.org/officeDocument/2006/relationships/notesSlide" Target="../notesSlides/notesSlide55.xml"/><Relationship Id="rId13" Type="http://schemas.openxmlformats.org/officeDocument/2006/relationships/slide" Target="slide2.xml"/><Relationship Id="rId14" Type="http://schemas.openxmlformats.org/officeDocument/2006/relationships/slide" Target="slide60.xml"/><Relationship Id="rId15" Type="http://schemas.openxmlformats.org/officeDocument/2006/relationships/audio" Target="../media/snd_correct.wav"/></Relationships>
</file>

<file path=ppt/slides/_rels/slide56.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image" Target="../media/image-2-4.png"/><Relationship Id="rId11" Type="http://schemas.openxmlformats.org/officeDocument/2006/relationships/slideLayout" Target="../slideLayouts/slideLayout4.xml"/><Relationship Id="rId12" Type="http://schemas.openxmlformats.org/officeDocument/2006/relationships/notesSlide" Target="../notesSlides/notesSlide56.xml"/><Relationship Id="rId13" Type="http://schemas.openxmlformats.org/officeDocument/2006/relationships/slide" Target="slide2.xml"/><Relationship Id="rId14" Type="http://schemas.openxmlformats.org/officeDocument/2006/relationships/slide" Target="slide61.xml"/><Relationship Id="rId15" Type="http://schemas.openxmlformats.org/officeDocument/2006/relationships/audio" Target="../media/snd_correct.wav"/></Relationships>
</file>

<file path=ppt/slides/_rels/slide57.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14-8.png"/><Relationship Id="rId9" Type="http://schemas.openxmlformats.org/officeDocument/2006/relationships/image" Target="../media/image-2-3.png"/><Relationship Id="rId10" Type="http://schemas.openxmlformats.org/officeDocument/2006/relationships/image" Target="../media/image-2-3.png"/><Relationship Id="rId11" Type="http://schemas.openxmlformats.org/officeDocument/2006/relationships/image" Target="../media/image-9-7.png"/><Relationship Id="rId12" Type="http://schemas.openxmlformats.org/officeDocument/2006/relationships/image" Target="../media/image-14-12.png"/><Relationship Id="rId13" Type="http://schemas.openxmlformats.org/officeDocument/2006/relationships/image" Target="../media/image-1-2.png"/><Relationship Id="rId14" Type="http://schemas.openxmlformats.org/officeDocument/2006/relationships/slideLayout" Target="../slideLayouts/slideLayout4.xml"/><Relationship Id="rId15" Type="http://schemas.openxmlformats.org/officeDocument/2006/relationships/notesSlide" Target="../notesSlides/notesSlide57.xml"/><Relationship Id="rId16" Type="http://schemas.openxmlformats.org/officeDocument/2006/relationships/slide" Target="slide2.xml"/><Relationship Id="rId17" Type="http://schemas.openxmlformats.org/officeDocument/2006/relationships/slide" Target="slide52.xml"/><Relationship Id="rId18" Type="http://schemas.openxmlformats.org/officeDocument/2006/relationships/audio" Target="../media/snd_wrong.wav"/></Relationships>
</file>

<file path=ppt/slides/_rels/slide58.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14-8.png"/><Relationship Id="rId9" Type="http://schemas.openxmlformats.org/officeDocument/2006/relationships/image" Target="../media/image-2-3.png"/><Relationship Id="rId10" Type="http://schemas.openxmlformats.org/officeDocument/2006/relationships/image" Target="../media/image-9-7.png"/><Relationship Id="rId11" Type="http://schemas.openxmlformats.org/officeDocument/2006/relationships/image" Target="../media/image-9-7.png"/><Relationship Id="rId12" Type="http://schemas.openxmlformats.org/officeDocument/2006/relationships/image" Target="../media/image-14-12.png"/><Relationship Id="rId13" Type="http://schemas.openxmlformats.org/officeDocument/2006/relationships/image" Target="../media/image-1-2.png"/><Relationship Id="rId14" Type="http://schemas.openxmlformats.org/officeDocument/2006/relationships/slideLayout" Target="../slideLayouts/slideLayout4.xml"/><Relationship Id="rId15" Type="http://schemas.openxmlformats.org/officeDocument/2006/relationships/notesSlide" Target="../notesSlides/notesSlide58.xml"/><Relationship Id="rId16" Type="http://schemas.openxmlformats.org/officeDocument/2006/relationships/slide" Target="slide2.xml"/><Relationship Id="rId17" Type="http://schemas.openxmlformats.org/officeDocument/2006/relationships/slide" Target="slide53.xml"/><Relationship Id="rId18" Type="http://schemas.openxmlformats.org/officeDocument/2006/relationships/audio" Target="../media/snd_wrong.wav"/></Relationships>
</file>

<file path=ppt/slides/_rels/slide59.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image" Target="../media/image-59-8.png"/><Relationship Id="rId9" Type="http://schemas.openxmlformats.org/officeDocument/2006/relationships/image" Target="../media/image-6-1.png"/><Relationship Id="rId10" Type="http://schemas.openxmlformats.org/officeDocument/2006/relationships/image" Target="../media/image-32-10.png"/><Relationship Id="rId11" Type="http://schemas.openxmlformats.org/officeDocument/2006/relationships/image" Target="../media/image-32-10.png"/><Relationship Id="rId12" Type="http://schemas.openxmlformats.org/officeDocument/2006/relationships/image" Target="../media/image-59-8.png"/><Relationship Id="rId13" Type="http://schemas.openxmlformats.org/officeDocument/2006/relationships/image" Target="../media/image-6-3.png"/><Relationship Id="rId14" Type="http://schemas.openxmlformats.org/officeDocument/2006/relationships/image" Target="../media/image-6-3.png"/><Relationship Id="rId15" Type="http://schemas.openxmlformats.org/officeDocument/2006/relationships/slideLayout" Target="../slideLayouts/slideLayout5.xml"/><Relationship Id="rId16" Type="http://schemas.openxmlformats.org/officeDocument/2006/relationships/notesSlide" Target="../notesSlides/notesSlide59.xml"/><Relationship Id="rId17" Type="http://schemas.openxmlformats.org/officeDocument/2006/relationships/slide" Target="slide2.xml"/><Relationship Id="rId18" Type="http://schemas.openxmlformats.org/officeDocument/2006/relationships/slide" Target="slide62.xml"/></Relationships>
</file>

<file path=ppt/slides/_rels/slide60.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59-8.png"/><Relationship Id="rId9" Type="http://schemas.openxmlformats.org/officeDocument/2006/relationships/image" Target="../media/image-6-1.png"/><Relationship Id="rId10" Type="http://schemas.openxmlformats.org/officeDocument/2006/relationships/image" Target="../media/image-32-10.png"/><Relationship Id="rId11" Type="http://schemas.openxmlformats.org/officeDocument/2006/relationships/image" Target="../media/image-32-10.png"/><Relationship Id="rId12" Type="http://schemas.openxmlformats.org/officeDocument/2006/relationships/image" Target="../media/image-59-8.png"/><Relationship Id="rId13" Type="http://schemas.openxmlformats.org/officeDocument/2006/relationships/image" Target="../media/image-6-3.png"/><Relationship Id="rId14" Type="http://schemas.openxmlformats.org/officeDocument/2006/relationships/image" Target="../media/image-6-3.png"/><Relationship Id="rId15" Type="http://schemas.openxmlformats.org/officeDocument/2006/relationships/slideLayout" Target="../slideLayouts/slideLayout5.xml"/><Relationship Id="rId16" Type="http://schemas.openxmlformats.org/officeDocument/2006/relationships/notesSlide" Target="../notesSlides/notesSlide60.xml"/><Relationship Id="rId17" Type="http://schemas.openxmlformats.org/officeDocument/2006/relationships/slide" Target="slide2.xml"/><Relationship Id="rId18" Type="http://schemas.openxmlformats.org/officeDocument/2006/relationships/slide" Target="slide63.xml"/></Relationships>
</file>

<file path=ppt/slides/_rels/slide61.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59-8.png"/><Relationship Id="rId9" Type="http://schemas.openxmlformats.org/officeDocument/2006/relationships/image" Target="../media/image-6-1.png"/><Relationship Id="rId10" Type="http://schemas.openxmlformats.org/officeDocument/2006/relationships/image" Target="../media/image-32-10.png"/><Relationship Id="rId11" Type="http://schemas.openxmlformats.org/officeDocument/2006/relationships/image" Target="../media/image-32-10.png"/><Relationship Id="rId12" Type="http://schemas.openxmlformats.org/officeDocument/2006/relationships/image" Target="../media/image-59-8.png"/><Relationship Id="rId13" Type="http://schemas.openxmlformats.org/officeDocument/2006/relationships/image" Target="../media/image-6-3.png"/><Relationship Id="rId14" Type="http://schemas.openxmlformats.org/officeDocument/2006/relationships/image" Target="../media/image-6-3.png"/><Relationship Id="rId15" Type="http://schemas.openxmlformats.org/officeDocument/2006/relationships/slideLayout" Target="../slideLayouts/slideLayout5.xml"/><Relationship Id="rId16" Type="http://schemas.openxmlformats.org/officeDocument/2006/relationships/notesSlide" Target="../notesSlides/notesSlide61.xml"/><Relationship Id="rId17" Type="http://schemas.openxmlformats.org/officeDocument/2006/relationships/slide" Target="slide2.xml"/><Relationship Id="rId18" Type="http://schemas.openxmlformats.org/officeDocument/2006/relationships/slide" Target="slide64.xml"/></Relationships>
</file>

<file path=ppt/slides/_rels/slide62.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image" Target="../media/image-6-1.png"/><Relationship Id="rId9" Type="http://schemas.openxmlformats.org/officeDocument/2006/relationships/slideLayout" Target="../slideLayouts/slideLayout5.xml"/><Relationship Id="rId10" Type="http://schemas.openxmlformats.org/officeDocument/2006/relationships/notesSlide" Target="../notesSlides/notesSlide62.xml"/><Relationship Id="rId11" Type="http://schemas.openxmlformats.org/officeDocument/2006/relationships/slide" Target="slide2.xml"/><Relationship Id="rId12" Type="http://schemas.openxmlformats.org/officeDocument/2006/relationships/slide" Target="slide65.xml"/><Relationship Id="rId13" Type="http://schemas.openxmlformats.org/officeDocument/2006/relationships/slide" Target="slide68.xml"/></Relationships>
</file>

<file path=ppt/slides/_rels/slide63.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6-1.png"/><Relationship Id="rId9" Type="http://schemas.openxmlformats.org/officeDocument/2006/relationships/slideLayout" Target="../slideLayouts/slideLayout5.xml"/><Relationship Id="rId10" Type="http://schemas.openxmlformats.org/officeDocument/2006/relationships/notesSlide" Target="../notesSlides/notesSlide63.xml"/><Relationship Id="rId11" Type="http://schemas.openxmlformats.org/officeDocument/2006/relationships/slide" Target="slide2.xml"/><Relationship Id="rId12" Type="http://schemas.openxmlformats.org/officeDocument/2006/relationships/slide" Target="slide66.xml"/><Relationship Id="rId13" Type="http://schemas.openxmlformats.org/officeDocument/2006/relationships/slide" Target="slide69.xml"/></Relationships>
</file>

<file path=ppt/slides/_rels/slide64.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6-1.png"/><Relationship Id="rId9" Type="http://schemas.openxmlformats.org/officeDocument/2006/relationships/slideLayout" Target="../slideLayouts/slideLayout5.xml"/><Relationship Id="rId10" Type="http://schemas.openxmlformats.org/officeDocument/2006/relationships/notesSlide" Target="../notesSlides/notesSlide64.xml"/><Relationship Id="rId11" Type="http://schemas.openxmlformats.org/officeDocument/2006/relationships/slide" Target="slide2.xml"/><Relationship Id="rId12" Type="http://schemas.openxmlformats.org/officeDocument/2006/relationships/slide" Target="slide67.xml"/><Relationship Id="rId13" Type="http://schemas.openxmlformats.org/officeDocument/2006/relationships/slide" Target="slide132.xml"/></Relationships>
</file>

<file path=ppt/slides/_rels/slide65.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slideLayout" Target="../slideLayouts/slideLayout5.xml"/><Relationship Id="rId11" Type="http://schemas.openxmlformats.org/officeDocument/2006/relationships/notesSlide" Target="../notesSlides/notesSlide65.xml"/><Relationship Id="rId12" Type="http://schemas.openxmlformats.org/officeDocument/2006/relationships/slide" Target="slide2.xml"/><Relationship Id="rId13" Type="http://schemas.openxmlformats.org/officeDocument/2006/relationships/slide" Target="slide70.xml"/><Relationship Id="rId14" Type="http://schemas.openxmlformats.org/officeDocument/2006/relationships/audio" Target="../media/snd_correct.wav"/></Relationships>
</file>

<file path=ppt/slides/_rels/slide66.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slideLayout" Target="../slideLayouts/slideLayout5.xml"/><Relationship Id="rId11" Type="http://schemas.openxmlformats.org/officeDocument/2006/relationships/notesSlide" Target="../notesSlides/notesSlide66.xml"/><Relationship Id="rId12" Type="http://schemas.openxmlformats.org/officeDocument/2006/relationships/slide" Target="slide2.xml"/><Relationship Id="rId13" Type="http://schemas.openxmlformats.org/officeDocument/2006/relationships/slide" Target="slide71.xml"/><Relationship Id="rId14" Type="http://schemas.openxmlformats.org/officeDocument/2006/relationships/audio" Target="../media/snd_correct.wav"/></Relationships>
</file>

<file path=ppt/slides/_rels/slide67.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slideLayout" Target="../slideLayouts/slideLayout5.xml"/><Relationship Id="rId11" Type="http://schemas.openxmlformats.org/officeDocument/2006/relationships/notesSlide" Target="../notesSlides/notesSlide67.xml"/><Relationship Id="rId12" Type="http://schemas.openxmlformats.org/officeDocument/2006/relationships/slide" Target="slide2.xml"/><Relationship Id="rId13" Type="http://schemas.openxmlformats.org/officeDocument/2006/relationships/slide" Target="slide72.xml"/><Relationship Id="rId14" Type="http://schemas.openxmlformats.org/officeDocument/2006/relationships/audio" Target="../media/snd_correct.wav"/></Relationships>
</file>

<file path=ppt/slides/_rels/slide68.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14-8.png"/><Relationship Id="rId9" Type="http://schemas.openxmlformats.org/officeDocument/2006/relationships/image" Target="../media/image-2-3.png"/><Relationship Id="rId10" Type="http://schemas.openxmlformats.org/officeDocument/2006/relationships/image" Target="../media/image-2-3.png"/><Relationship Id="rId11" Type="http://schemas.openxmlformats.org/officeDocument/2006/relationships/image" Target="../media/image-9-7.png"/><Relationship Id="rId12" Type="http://schemas.openxmlformats.org/officeDocument/2006/relationships/image" Target="../media/image-14-12.png"/><Relationship Id="rId13" Type="http://schemas.openxmlformats.org/officeDocument/2006/relationships/image" Target="../media/image-1-2.png"/><Relationship Id="rId14" Type="http://schemas.openxmlformats.org/officeDocument/2006/relationships/slideLayout" Target="../slideLayouts/slideLayout5.xml"/><Relationship Id="rId15" Type="http://schemas.openxmlformats.org/officeDocument/2006/relationships/notesSlide" Target="../notesSlides/notesSlide68.xml"/><Relationship Id="rId16" Type="http://schemas.openxmlformats.org/officeDocument/2006/relationships/slide" Target="slide2.xml"/><Relationship Id="rId17" Type="http://schemas.openxmlformats.org/officeDocument/2006/relationships/slide" Target="slide63.xml"/><Relationship Id="rId18" Type="http://schemas.openxmlformats.org/officeDocument/2006/relationships/audio" Target="../media/snd_wrong.wav"/></Relationships>
</file>

<file path=ppt/slides/_rels/slide69.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14-8.png"/><Relationship Id="rId9" Type="http://schemas.openxmlformats.org/officeDocument/2006/relationships/image" Target="../media/image-2-3.png"/><Relationship Id="rId10" Type="http://schemas.openxmlformats.org/officeDocument/2006/relationships/image" Target="../media/image-9-7.png"/><Relationship Id="rId11" Type="http://schemas.openxmlformats.org/officeDocument/2006/relationships/image" Target="../media/image-9-7.png"/><Relationship Id="rId12" Type="http://schemas.openxmlformats.org/officeDocument/2006/relationships/image" Target="../media/image-14-12.png"/><Relationship Id="rId13" Type="http://schemas.openxmlformats.org/officeDocument/2006/relationships/image" Target="../media/image-1-2.png"/><Relationship Id="rId14" Type="http://schemas.openxmlformats.org/officeDocument/2006/relationships/slideLayout" Target="../slideLayouts/slideLayout5.xml"/><Relationship Id="rId15" Type="http://schemas.openxmlformats.org/officeDocument/2006/relationships/notesSlide" Target="../notesSlides/notesSlide69.xml"/><Relationship Id="rId16" Type="http://schemas.openxmlformats.org/officeDocument/2006/relationships/slide" Target="slide2.xml"/><Relationship Id="rId17" Type="http://schemas.openxmlformats.org/officeDocument/2006/relationships/slide" Target="slide64.xml"/><Relationship Id="rId18" Type="http://schemas.openxmlformats.org/officeDocument/2006/relationships/audio" Target="../media/snd_wrong.wav"/></Relationships>
</file>

<file path=ppt/slides/_rels/slide70.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image" Target="../media/image-6-1.png"/><Relationship Id="rId9" Type="http://schemas.openxmlformats.org/officeDocument/2006/relationships/slideLayout" Target="../slideLayouts/slideLayout5.xml"/><Relationship Id="rId10" Type="http://schemas.openxmlformats.org/officeDocument/2006/relationships/notesSlide" Target="../notesSlides/notesSlide70.xml"/><Relationship Id="rId11" Type="http://schemas.openxmlformats.org/officeDocument/2006/relationships/slide" Target="slide2.xml"/><Relationship Id="rId12" Type="http://schemas.openxmlformats.org/officeDocument/2006/relationships/slide" Target="slide76.xml"/><Relationship Id="rId13" Type="http://schemas.openxmlformats.org/officeDocument/2006/relationships/slide" Target="slide73.xml"/></Relationships>
</file>

<file path=ppt/slides/_rels/slide71.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6-1.png"/><Relationship Id="rId9" Type="http://schemas.openxmlformats.org/officeDocument/2006/relationships/slideLayout" Target="../slideLayouts/slideLayout5.xml"/><Relationship Id="rId10" Type="http://schemas.openxmlformats.org/officeDocument/2006/relationships/notesSlide" Target="../notesSlides/notesSlide71.xml"/><Relationship Id="rId11" Type="http://schemas.openxmlformats.org/officeDocument/2006/relationships/slide" Target="slide2.xml"/><Relationship Id="rId12" Type="http://schemas.openxmlformats.org/officeDocument/2006/relationships/slide" Target="slide77.xml"/><Relationship Id="rId13" Type="http://schemas.openxmlformats.org/officeDocument/2006/relationships/slide" Target="slide74.xml"/></Relationships>
</file>

<file path=ppt/slides/_rels/slide72.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6-1.png"/><Relationship Id="rId9" Type="http://schemas.openxmlformats.org/officeDocument/2006/relationships/slideLayout" Target="../slideLayouts/slideLayout5.xml"/><Relationship Id="rId10" Type="http://schemas.openxmlformats.org/officeDocument/2006/relationships/notesSlide" Target="../notesSlides/notesSlide72.xml"/><Relationship Id="rId11" Type="http://schemas.openxmlformats.org/officeDocument/2006/relationships/slide" Target="slide2.xml"/><Relationship Id="rId12" Type="http://schemas.openxmlformats.org/officeDocument/2006/relationships/slide" Target="slide132.xml"/><Relationship Id="rId13" Type="http://schemas.openxmlformats.org/officeDocument/2006/relationships/slide" Target="slide75.xml"/></Relationships>
</file>

<file path=ppt/slides/_rels/slide73.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slideLayout" Target="../slideLayouts/slideLayout5.xml"/><Relationship Id="rId11" Type="http://schemas.openxmlformats.org/officeDocument/2006/relationships/notesSlide" Target="../notesSlides/notesSlide73.xml"/><Relationship Id="rId12" Type="http://schemas.openxmlformats.org/officeDocument/2006/relationships/slide" Target="slide2.xml"/><Relationship Id="rId13" Type="http://schemas.openxmlformats.org/officeDocument/2006/relationships/slide" Target="slide78.xml"/><Relationship Id="rId14" Type="http://schemas.openxmlformats.org/officeDocument/2006/relationships/audio" Target="../media/snd_correct.wav"/></Relationships>
</file>

<file path=ppt/slides/_rels/slide74.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slideLayout" Target="../slideLayouts/slideLayout5.xml"/><Relationship Id="rId11" Type="http://schemas.openxmlformats.org/officeDocument/2006/relationships/notesSlide" Target="../notesSlides/notesSlide74.xml"/><Relationship Id="rId12" Type="http://schemas.openxmlformats.org/officeDocument/2006/relationships/slide" Target="slide2.xml"/><Relationship Id="rId13" Type="http://schemas.openxmlformats.org/officeDocument/2006/relationships/slide" Target="slide79.xml"/><Relationship Id="rId14" Type="http://schemas.openxmlformats.org/officeDocument/2006/relationships/audio" Target="../media/snd_correct.wav"/></Relationships>
</file>

<file path=ppt/slides/_rels/slide75.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slideLayout" Target="../slideLayouts/slideLayout5.xml"/><Relationship Id="rId11" Type="http://schemas.openxmlformats.org/officeDocument/2006/relationships/notesSlide" Target="../notesSlides/notesSlide75.xml"/><Relationship Id="rId12" Type="http://schemas.openxmlformats.org/officeDocument/2006/relationships/slide" Target="slide2.xml"/><Relationship Id="rId13" Type="http://schemas.openxmlformats.org/officeDocument/2006/relationships/slide" Target="slide80.xml"/><Relationship Id="rId14" Type="http://schemas.openxmlformats.org/officeDocument/2006/relationships/audio" Target="../media/snd_correct.wav"/></Relationships>
</file>

<file path=ppt/slides/_rels/slide76.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14-8.png"/><Relationship Id="rId9" Type="http://schemas.openxmlformats.org/officeDocument/2006/relationships/image" Target="../media/image-2-3.png"/><Relationship Id="rId10" Type="http://schemas.openxmlformats.org/officeDocument/2006/relationships/image" Target="../media/image-2-3.png"/><Relationship Id="rId11" Type="http://schemas.openxmlformats.org/officeDocument/2006/relationships/image" Target="../media/image-9-7.png"/><Relationship Id="rId12" Type="http://schemas.openxmlformats.org/officeDocument/2006/relationships/image" Target="../media/image-14-12.png"/><Relationship Id="rId13" Type="http://schemas.openxmlformats.org/officeDocument/2006/relationships/image" Target="../media/image-1-2.png"/><Relationship Id="rId14" Type="http://schemas.openxmlformats.org/officeDocument/2006/relationships/slideLayout" Target="../slideLayouts/slideLayout5.xml"/><Relationship Id="rId15" Type="http://schemas.openxmlformats.org/officeDocument/2006/relationships/notesSlide" Target="../notesSlides/notesSlide76.xml"/><Relationship Id="rId16" Type="http://schemas.openxmlformats.org/officeDocument/2006/relationships/slide" Target="slide2.xml"/><Relationship Id="rId17" Type="http://schemas.openxmlformats.org/officeDocument/2006/relationships/slide" Target="slide71.xml"/><Relationship Id="rId18" Type="http://schemas.openxmlformats.org/officeDocument/2006/relationships/audio" Target="../media/snd_wrong.wav"/></Relationships>
</file>

<file path=ppt/slides/_rels/slide77.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14-8.png"/><Relationship Id="rId9" Type="http://schemas.openxmlformats.org/officeDocument/2006/relationships/image" Target="../media/image-2-3.png"/><Relationship Id="rId10" Type="http://schemas.openxmlformats.org/officeDocument/2006/relationships/image" Target="../media/image-9-7.png"/><Relationship Id="rId11" Type="http://schemas.openxmlformats.org/officeDocument/2006/relationships/image" Target="../media/image-9-7.png"/><Relationship Id="rId12" Type="http://schemas.openxmlformats.org/officeDocument/2006/relationships/image" Target="../media/image-14-12.png"/><Relationship Id="rId13" Type="http://schemas.openxmlformats.org/officeDocument/2006/relationships/image" Target="../media/image-1-2.png"/><Relationship Id="rId14" Type="http://schemas.openxmlformats.org/officeDocument/2006/relationships/slideLayout" Target="../slideLayouts/slideLayout5.xml"/><Relationship Id="rId15" Type="http://schemas.openxmlformats.org/officeDocument/2006/relationships/notesSlide" Target="../notesSlides/notesSlide77.xml"/><Relationship Id="rId16" Type="http://schemas.openxmlformats.org/officeDocument/2006/relationships/slide" Target="slide2.xml"/><Relationship Id="rId17" Type="http://schemas.openxmlformats.org/officeDocument/2006/relationships/slide" Target="slide72.xml"/><Relationship Id="rId18" Type="http://schemas.openxmlformats.org/officeDocument/2006/relationships/audio" Target="../media/snd_wrong.wav"/></Relationships>
</file>

<file path=ppt/slides/_rels/slide78.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image" Target="../media/image-6-1.png"/><Relationship Id="rId9" Type="http://schemas.openxmlformats.org/officeDocument/2006/relationships/slideLayout" Target="../slideLayouts/slideLayout5.xml"/><Relationship Id="rId10" Type="http://schemas.openxmlformats.org/officeDocument/2006/relationships/notesSlide" Target="../notesSlides/notesSlide78.xml"/><Relationship Id="rId11" Type="http://schemas.openxmlformats.org/officeDocument/2006/relationships/slide" Target="slide2.xml"/><Relationship Id="rId12" Type="http://schemas.openxmlformats.org/officeDocument/2006/relationships/slide" Target="slide84.xml"/><Relationship Id="rId13" Type="http://schemas.openxmlformats.org/officeDocument/2006/relationships/slide" Target="slide81.xml"/></Relationships>
</file>

<file path=ppt/slides/_rels/slide79.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6-1.png"/><Relationship Id="rId9" Type="http://schemas.openxmlformats.org/officeDocument/2006/relationships/slideLayout" Target="../slideLayouts/slideLayout5.xml"/><Relationship Id="rId10" Type="http://schemas.openxmlformats.org/officeDocument/2006/relationships/notesSlide" Target="../notesSlides/notesSlide79.xml"/><Relationship Id="rId11" Type="http://schemas.openxmlformats.org/officeDocument/2006/relationships/slide" Target="slide2.xml"/><Relationship Id="rId12" Type="http://schemas.openxmlformats.org/officeDocument/2006/relationships/slide" Target="slide85.xml"/><Relationship Id="rId13" Type="http://schemas.openxmlformats.org/officeDocument/2006/relationships/slide" Target="slide82.xml"/></Relationships>
</file>

<file path=ppt/slides/_rels/slide80.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6-1.png"/><Relationship Id="rId9" Type="http://schemas.openxmlformats.org/officeDocument/2006/relationships/slideLayout" Target="../slideLayouts/slideLayout5.xml"/><Relationship Id="rId10" Type="http://schemas.openxmlformats.org/officeDocument/2006/relationships/notesSlide" Target="../notesSlides/notesSlide80.xml"/><Relationship Id="rId11" Type="http://schemas.openxmlformats.org/officeDocument/2006/relationships/slide" Target="slide2.xml"/><Relationship Id="rId12" Type="http://schemas.openxmlformats.org/officeDocument/2006/relationships/slide" Target="slide132.xml"/><Relationship Id="rId13" Type="http://schemas.openxmlformats.org/officeDocument/2006/relationships/slide" Target="slide83.xml"/></Relationships>
</file>

<file path=ppt/slides/_rels/slide81.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image" Target="../media/image-2-4.png"/><Relationship Id="rId11" Type="http://schemas.openxmlformats.org/officeDocument/2006/relationships/slideLayout" Target="../slideLayouts/slideLayout5.xml"/><Relationship Id="rId12" Type="http://schemas.openxmlformats.org/officeDocument/2006/relationships/notesSlide" Target="../notesSlides/notesSlide81.xml"/><Relationship Id="rId13" Type="http://schemas.openxmlformats.org/officeDocument/2006/relationships/slide" Target="slide2.xml"/><Relationship Id="rId14" Type="http://schemas.openxmlformats.org/officeDocument/2006/relationships/slide" Target="slide86.xml"/><Relationship Id="rId15" Type="http://schemas.openxmlformats.org/officeDocument/2006/relationships/audio" Target="../media/snd_correct.wav"/></Relationships>
</file>

<file path=ppt/slides/_rels/slide82.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image" Target="../media/image-2-4.png"/><Relationship Id="rId11" Type="http://schemas.openxmlformats.org/officeDocument/2006/relationships/slideLayout" Target="../slideLayouts/slideLayout5.xml"/><Relationship Id="rId12" Type="http://schemas.openxmlformats.org/officeDocument/2006/relationships/notesSlide" Target="../notesSlides/notesSlide82.xml"/><Relationship Id="rId13" Type="http://schemas.openxmlformats.org/officeDocument/2006/relationships/slide" Target="slide2.xml"/><Relationship Id="rId14" Type="http://schemas.openxmlformats.org/officeDocument/2006/relationships/slide" Target="slide87.xml"/><Relationship Id="rId15" Type="http://schemas.openxmlformats.org/officeDocument/2006/relationships/audio" Target="../media/snd_correct.wav"/></Relationships>
</file>

<file path=ppt/slides/_rels/slide83.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image" Target="../media/image-2-4.png"/><Relationship Id="rId11" Type="http://schemas.openxmlformats.org/officeDocument/2006/relationships/slideLayout" Target="../slideLayouts/slideLayout5.xml"/><Relationship Id="rId12" Type="http://schemas.openxmlformats.org/officeDocument/2006/relationships/notesSlide" Target="../notesSlides/notesSlide83.xml"/><Relationship Id="rId13" Type="http://schemas.openxmlformats.org/officeDocument/2006/relationships/slide" Target="slide2.xml"/><Relationship Id="rId14" Type="http://schemas.openxmlformats.org/officeDocument/2006/relationships/slide" Target="slide88.xml"/><Relationship Id="rId15" Type="http://schemas.openxmlformats.org/officeDocument/2006/relationships/audio" Target="../media/snd_correct.wav"/></Relationships>
</file>

<file path=ppt/slides/_rels/slide84.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14-8.png"/><Relationship Id="rId9" Type="http://schemas.openxmlformats.org/officeDocument/2006/relationships/image" Target="../media/image-2-3.png"/><Relationship Id="rId10" Type="http://schemas.openxmlformats.org/officeDocument/2006/relationships/image" Target="../media/image-2-3.png"/><Relationship Id="rId11" Type="http://schemas.openxmlformats.org/officeDocument/2006/relationships/image" Target="../media/image-9-7.png"/><Relationship Id="rId12" Type="http://schemas.openxmlformats.org/officeDocument/2006/relationships/image" Target="../media/image-14-12.png"/><Relationship Id="rId13" Type="http://schemas.openxmlformats.org/officeDocument/2006/relationships/image" Target="../media/image-1-2.png"/><Relationship Id="rId14" Type="http://schemas.openxmlformats.org/officeDocument/2006/relationships/slideLayout" Target="../slideLayouts/slideLayout5.xml"/><Relationship Id="rId15" Type="http://schemas.openxmlformats.org/officeDocument/2006/relationships/notesSlide" Target="../notesSlides/notesSlide84.xml"/><Relationship Id="rId16" Type="http://schemas.openxmlformats.org/officeDocument/2006/relationships/slide" Target="slide2.xml"/><Relationship Id="rId17" Type="http://schemas.openxmlformats.org/officeDocument/2006/relationships/slide" Target="slide79.xml"/><Relationship Id="rId18" Type="http://schemas.openxmlformats.org/officeDocument/2006/relationships/audio" Target="../media/snd_wrong.wav"/></Relationships>
</file>

<file path=ppt/slides/_rels/slide85.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14-8.png"/><Relationship Id="rId9" Type="http://schemas.openxmlformats.org/officeDocument/2006/relationships/image" Target="../media/image-2-3.png"/><Relationship Id="rId10" Type="http://schemas.openxmlformats.org/officeDocument/2006/relationships/image" Target="../media/image-9-7.png"/><Relationship Id="rId11" Type="http://schemas.openxmlformats.org/officeDocument/2006/relationships/image" Target="../media/image-9-7.png"/><Relationship Id="rId12" Type="http://schemas.openxmlformats.org/officeDocument/2006/relationships/image" Target="../media/image-14-12.png"/><Relationship Id="rId13" Type="http://schemas.openxmlformats.org/officeDocument/2006/relationships/image" Target="../media/image-1-2.png"/><Relationship Id="rId14" Type="http://schemas.openxmlformats.org/officeDocument/2006/relationships/slideLayout" Target="../slideLayouts/slideLayout5.xml"/><Relationship Id="rId15" Type="http://schemas.openxmlformats.org/officeDocument/2006/relationships/notesSlide" Target="../notesSlides/notesSlide85.xml"/><Relationship Id="rId16" Type="http://schemas.openxmlformats.org/officeDocument/2006/relationships/slide" Target="slide2.xml"/><Relationship Id="rId17" Type="http://schemas.openxmlformats.org/officeDocument/2006/relationships/slide" Target="slide80.xml"/><Relationship Id="rId18" Type="http://schemas.openxmlformats.org/officeDocument/2006/relationships/audio" Target="../media/snd_wrong.wav"/></Relationships>
</file>

<file path=ppt/slides/_rels/slide86.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image" Target="../media/image-86-8.png"/><Relationship Id="rId9" Type="http://schemas.openxmlformats.org/officeDocument/2006/relationships/image" Target="../media/image-6-1.png"/><Relationship Id="rId10" Type="http://schemas.openxmlformats.org/officeDocument/2006/relationships/image" Target="../media/image-32-10.png"/><Relationship Id="rId11" Type="http://schemas.openxmlformats.org/officeDocument/2006/relationships/image" Target="../media/image-32-10.png"/><Relationship Id="rId12" Type="http://schemas.openxmlformats.org/officeDocument/2006/relationships/image" Target="../media/image-32-10.png"/><Relationship Id="rId13" Type="http://schemas.openxmlformats.org/officeDocument/2006/relationships/image" Target="../media/image-86-8.png"/><Relationship Id="rId14" Type="http://schemas.openxmlformats.org/officeDocument/2006/relationships/image" Target="../media/image-6-3.png"/><Relationship Id="rId15" Type="http://schemas.openxmlformats.org/officeDocument/2006/relationships/slideLayout" Target="../slideLayouts/slideLayout6.xml"/><Relationship Id="rId16" Type="http://schemas.openxmlformats.org/officeDocument/2006/relationships/notesSlide" Target="../notesSlides/notesSlide86.xml"/><Relationship Id="rId17" Type="http://schemas.openxmlformats.org/officeDocument/2006/relationships/slide" Target="slide2.xml"/><Relationship Id="rId18" Type="http://schemas.openxmlformats.org/officeDocument/2006/relationships/slide" Target="slide89.xml"/></Relationships>
</file>

<file path=ppt/slides/_rels/slide87.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86-8.png"/><Relationship Id="rId9" Type="http://schemas.openxmlformats.org/officeDocument/2006/relationships/image" Target="../media/image-6-1.png"/><Relationship Id="rId10" Type="http://schemas.openxmlformats.org/officeDocument/2006/relationships/image" Target="../media/image-32-10.png"/><Relationship Id="rId11" Type="http://schemas.openxmlformats.org/officeDocument/2006/relationships/image" Target="../media/image-32-10.png"/><Relationship Id="rId12" Type="http://schemas.openxmlformats.org/officeDocument/2006/relationships/image" Target="../media/image-32-10.png"/><Relationship Id="rId13" Type="http://schemas.openxmlformats.org/officeDocument/2006/relationships/image" Target="../media/image-86-8.png"/><Relationship Id="rId14" Type="http://schemas.openxmlformats.org/officeDocument/2006/relationships/image" Target="../media/image-6-3.png"/><Relationship Id="rId15" Type="http://schemas.openxmlformats.org/officeDocument/2006/relationships/slideLayout" Target="../slideLayouts/slideLayout6.xml"/><Relationship Id="rId16" Type="http://schemas.openxmlformats.org/officeDocument/2006/relationships/notesSlide" Target="../notesSlides/notesSlide87.xml"/><Relationship Id="rId17" Type="http://schemas.openxmlformats.org/officeDocument/2006/relationships/slide" Target="slide2.xml"/><Relationship Id="rId18" Type="http://schemas.openxmlformats.org/officeDocument/2006/relationships/slide" Target="slide90.xml"/></Relationships>
</file>

<file path=ppt/slides/_rels/slide88.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86-8.png"/><Relationship Id="rId9" Type="http://schemas.openxmlformats.org/officeDocument/2006/relationships/image" Target="../media/image-6-1.png"/><Relationship Id="rId10" Type="http://schemas.openxmlformats.org/officeDocument/2006/relationships/image" Target="../media/image-32-10.png"/><Relationship Id="rId11" Type="http://schemas.openxmlformats.org/officeDocument/2006/relationships/image" Target="../media/image-32-10.png"/><Relationship Id="rId12" Type="http://schemas.openxmlformats.org/officeDocument/2006/relationships/image" Target="../media/image-32-10.png"/><Relationship Id="rId13" Type="http://schemas.openxmlformats.org/officeDocument/2006/relationships/image" Target="../media/image-86-8.png"/><Relationship Id="rId14" Type="http://schemas.openxmlformats.org/officeDocument/2006/relationships/image" Target="../media/image-6-3.png"/><Relationship Id="rId15" Type="http://schemas.openxmlformats.org/officeDocument/2006/relationships/slideLayout" Target="../slideLayouts/slideLayout6.xml"/><Relationship Id="rId16" Type="http://schemas.openxmlformats.org/officeDocument/2006/relationships/notesSlide" Target="../notesSlides/notesSlide88.xml"/><Relationship Id="rId17" Type="http://schemas.openxmlformats.org/officeDocument/2006/relationships/slide" Target="slide2.xml"/><Relationship Id="rId18" Type="http://schemas.openxmlformats.org/officeDocument/2006/relationships/slide" Target="slide91.xml"/></Relationships>
</file>

<file path=ppt/slides/_rels/slide89.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image" Target="../media/image-6-1.png"/><Relationship Id="rId9" Type="http://schemas.openxmlformats.org/officeDocument/2006/relationships/image" Target="../media/image-89-9.png"/><Relationship Id="rId10" Type="http://schemas.openxmlformats.org/officeDocument/2006/relationships/image" Target="../media/image-89-9.png"/><Relationship Id="rId11" Type="http://schemas.openxmlformats.org/officeDocument/2006/relationships/image" Target="../media/image-89-9.png"/><Relationship Id="rId12" Type="http://schemas.openxmlformats.org/officeDocument/2006/relationships/image" Target="../media/image-89-9.png"/><Relationship Id="rId13" Type="http://schemas.openxmlformats.org/officeDocument/2006/relationships/slideLayout" Target="../slideLayouts/slideLayout6.xml"/><Relationship Id="rId14" Type="http://schemas.openxmlformats.org/officeDocument/2006/relationships/notesSlide" Target="../notesSlides/notesSlide89.xml"/><Relationship Id="rId15" Type="http://schemas.openxmlformats.org/officeDocument/2006/relationships/slide" Target="slide2.xml"/><Relationship Id="rId16" Type="http://schemas.openxmlformats.org/officeDocument/2006/relationships/slide" Target="slide95.xml"/><Relationship Id="rId17" Type="http://schemas.openxmlformats.org/officeDocument/2006/relationships/slide" Target="slide92.xml"/></Relationships>
</file>

<file path=ppt/slides/_rels/slide90.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6-1.png"/><Relationship Id="rId9" Type="http://schemas.openxmlformats.org/officeDocument/2006/relationships/image" Target="../media/image-89-9.png"/><Relationship Id="rId10" Type="http://schemas.openxmlformats.org/officeDocument/2006/relationships/image" Target="../media/image-89-9.png"/><Relationship Id="rId11" Type="http://schemas.openxmlformats.org/officeDocument/2006/relationships/image" Target="../media/image-89-9.png"/><Relationship Id="rId12" Type="http://schemas.openxmlformats.org/officeDocument/2006/relationships/image" Target="../media/image-89-9.png"/><Relationship Id="rId13" Type="http://schemas.openxmlformats.org/officeDocument/2006/relationships/slideLayout" Target="../slideLayouts/slideLayout6.xml"/><Relationship Id="rId14" Type="http://schemas.openxmlformats.org/officeDocument/2006/relationships/notesSlide" Target="../notesSlides/notesSlide90.xml"/><Relationship Id="rId15" Type="http://schemas.openxmlformats.org/officeDocument/2006/relationships/slide" Target="slide2.xml"/><Relationship Id="rId16" Type="http://schemas.openxmlformats.org/officeDocument/2006/relationships/slide" Target="slide96.xml"/><Relationship Id="rId17" Type="http://schemas.openxmlformats.org/officeDocument/2006/relationships/slide" Target="slide93.xml"/></Relationships>
</file>

<file path=ppt/slides/_rels/slide91.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6-1.png"/><Relationship Id="rId9" Type="http://schemas.openxmlformats.org/officeDocument/2006/relationships/image" Target="../media/image-89-9.png"/><Relationship Id="rId10" Type="http://schemas.openxmlformats.org/officeDocument/2006/relationships/image" Target="../media/image-89-9.png"/><Relationship Id="rId11" Type="http://schemas.openxmlformats.org/officeDocument/2006/relationships/image" Target="../media/image-89-9.png"/><Relationship Id="rId12" Type="http://schemas.openxmlformats.org/officeDocument/2006/relationships/image" Target="../media/image-89-9.png"/><Relationship Id="rId13" Type="http://schemas.openxmlformats.org/officeDocument/2006/relationships/slideLayout" Target="../slideLayouts/slideLayout6.xml"/><Relationship Id="rId14" Type="http://schemas.openxmlformats.org/officeDocument/2006/relationships/notesSlide" Target="../notesSlides/notesSlide91.xml"/><Relationship Id="rId15" Type="http://schemas.openxmlformats.org/officeDocument/2006/relationships/slide" Target="slide2.xml"/><Relationship Id="rId16" Type="http://schemas.openxmlformats.org/officeDocument/2006/relationships/slide" Target="slide132.xml"/><Relationship Id="rId17" Type="http://schemas.openxmlformats.org/officeDocument/2006/relationships/slide" Target="slide94.xml"/></Relationships>
</file>

<file path=ppt/slides/_rels/slide92.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slideLayout" Target="../slideLayouts/slideLayout6.xml"/><Relationship Id="rId11" Type="http://schemas.openxmlformats.org/officeDocument/2006/relationships/notesSlide" Target="../notesSlides/notesSlide92.xml"/><Relationship Id="rId12" Type="http://schemas.openxmlformats.org/officeDocument/2006/relationships/slide" Target="slide2.xml"/><Relationship Id="rId13" Type="http://schemas.openxmlformats.org/officeDocument/2006/relationships/slide" Target="slide97.xml"/><Relationship Id="rId14" Type="http://schemas.openxmlformats.org/officeDocument/2006/relationships/audio" Target="../media/snd_correct.wav"/></Relationships>
</file>

<file path=ppt/slides/_rels/slide93.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slideLayout" Target="../slideLayouts/slideLayout6.xml"/><Relationship Id="rId11" Type="http://schemas.openxmlformats.org/officeDocument/2006/relationships/notesSlide" Target="../notesSlides/notesSlide93.xml"/><Relationship Id="rId12" Type="http://schemas.openxmlformats.org/officeDocument/2006/relationships/slide" Target="slide2.xml"/><Relationship Id="rId13" Type="http://schemas.openxmlformats.org/officeDocument/2006/relationships/slide" Target="slide98.xml"/><Relationship Id="rId14" Type="http://schemas.openxmlformats.org/officeDocument/2006/relationships/audio" Target="../media/snd_correct.wav"/></Relationships>
</file>

<file path=ppt/slides/_rels/slide94.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slideLayout" Target="../slideLayouts/slideLayout6.xml"/><Relationship Id="rId11" Type="http://schemas.openxmlformats.org/officeDocument/2006/relationships/notesSlide" Target="../notesSlides/notesSlide94.xml"/><Relationship Id="rId12" Type="http://schemas.openxmlformats.org/officeDocument/2006/relationships/slide" Target="slide2.xml"/><Relationship Id="rId13" Type="http://schemas.openxmlformats.org/officeDocument/2006/relationships/slide" Target="slide99.xml"/><Relationship Id="rId14" Type="http://schemas.openxmlformats.org/officeDocument/2006/relationships/audio" Target="../media/snd_correct.wav"/></Relationships>
</file>

<file path=ppt/slides/_rels/slide95.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14-8.png"/><Relationship Id="rId9" Type="http://schemas.openxmlformats.org/officeDocument/2006/relationships/image" Target="../media/image-2-3.png"/><Relationship Id="rId10" Type="http://schemas.openxmlformats.org/officeDocument/2006/relationships/image" Target="../media/image-2-3.png"/><Relationship Id="rId11" Type="http://schemas.openxmlformats.org/officeDocument/2006/relationships/image" Target="../media/image-9-7.png"/><Relationship Id="rId12" Type="http://schemas.openxmlformats.org/officeDocument/2006/relationships/image" Target="../media/image-14-12.png"/><Relationship Id="rId13" Type="http://schemas.openxmlformats.org/officeDocument/2006/relationships/image" Target="../media/image-1-2.png"/><Relationship Id="rId14" Type="http://schemas.openxmlformats.org/officeDocument/2006/relationships/slideLayout" Target="../slideLayouts/slideLayout6.xml"/><Relationship Id="rId15" Type="http://schemas.openxmlformats.org/officeDocument/2006/relationships/notesSlide" Target="../notesSlides/notesSlide95.xml"/><Relationship Id="rId16" Type="http://schemas.openxmlformats.org/officeDocument/2006/relationships/slide" Target="slide2.xml"/><Relationship Id="rId17" Type="http://schemas.openxmlformats.org/officeDocument/2006/relationships/slide" Target="slide90.xml"/><Relationship Id="rId18" Type="http://schemas.openxmlformats.org/officeDocument/2006/relationships/audio" Target="../media/snd_wrong.wav"/></Relationships>
</file>

<file path=ppt/slides/_rels/slide96.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14-8.png"/><Relationship Id="rId9" Type="http://schemas.openxmlformats.org/officeDocument/2006/relationships/image" Target="../media/image-2-3.png"/><Relationship Id="rId10" Type="http://schemas.openxmlformats.org/officeDocument/2006/relationships/image" Target="../media/image-9-7.png"/><Relationship Id="rId11" Type="http://schemas.openxmlformats.org/officeDocument/2006/relationships/image" Target="../media/image-9-7.png"/><Relationship Id="rId12" Type="http://schemas.openxmlformats.org/officeDocument/2006/relationships/image" Target="../media/image-14-12.png"/><Relationship Id="rId13" Type="http://schemas.openxmlformats.org/officeDocument/2006/relationships/image" Target="../media/image-1-2.png"/><Relationship Id="rId14" Type="http://schemas.openxmlformats.org/officeDocument/2006/relationships/slideLayout" Target="../slideLayouts/slideLayout6.xml"/><Relationship Id="rId15" Type="http://schemas.openxmlformats.org/officeDocument/2006/relationships/notesSlide" Target="../notesSlides/notesSlide96.xml"/><Relationship Id="rId16" Type="http://schemas.openxmlformats.org/officeDocument/2006/relationships/slide" Target="slide2.xml"/><Relationship Id="rId17" Type="http://schemas.openxmlformats.org/officeDocument/2006/relationships/slide" Target="slide91.xml"/><Relationship Id="rId18" Type="http://schemas.openxmlformats.org/officeDocument/2006/relationships/audio" Target="../media/snd_wrong.wav"/></Relationships>
</file>

<file path=ppt/slides/_rels/slide97.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image" Target="../media/image-6-1.png"/><Relationship Id="rId9" Type="http://schemas.openxmlformats.org/officeDocument/2006/relationships/slideLayout" Target="../slideLayouts/slideLayout6.xml"/><Relationship Id="rId10" Type="http://schemas.openxmlformats.org/officeDocument/2006/relationships/notesSlide" Target="../notesSlides/notesSlide97.xml"/><Relationship Id="rId11" Type="http://schemas.openxmlformats.org/officeDocument/2006/relationships/slide" Target="slide2.xml"/><Relationship Id="rId12" Type="http://schemas.openxmlformats.org/officeDocument/2006/relationships/slide" Target="slide100.xml"/><Relationship Id="rId13" Type="http://schemas.openxmlformats.org/officeDocument/2006/relationships/slide" Target="slide103.xml"/></Relationships>
</file>

<file path=ppt/slides/_rels/slide98.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6-1.png"/><Relationship Id="rId9" Type="http://schemas.openxmlformats.org/officeDocument/2006/relationships/slideLayout" Target="../slideLayouts/slideLayout6.xml"/><Relationship Id="rId10" Type="http://schemas.openxmlformats.org/officeDocument/2006/relationships/notesSlide" Target="../notesSlides/notesSlide98.xml"/><Relationship Id="rId11" Type="http://schemas.openxmlformats.org/officeDocument/2006/relationships/slide" Target="slide2.xml"/><Relationship Id="rId12" Type="http://schemas.openxmlformats.org/officeDocument/2006/relationships/slide" Target="slide101.xml"/><Relationship Id="rId13" Type="http://schemas.openxmlformats.org/officeDocument/2006/relationships/slide" Target="slide104.xml"/></Relationships>
</file>

<file path=ppt/slides/_rels/slide99.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6-1.png"/><Relationship Id="rId9" Type="http://schemas.openxmlformats.org/officeDocument/2006/relationships/slideLayout" Target="../slideLayouts/slideLayout6.xml"/><Relationship Id="rId10" Type="http://schemas.openxmlformats.org/officeDocument/2006/relationships/notesSlide" Target="../notesSlides/notesSlide99.xml"/><Relationship Id="rId11" Type="http://schemas.openxmlformats.org/officeDocument/2006/relationships/slide" Target="slide2.xml"/><Relationship Id="rId12" Type="http://schemas.openxmlformats.org/officeDocument/2006/relationships/slide" Target="slide102.xml"/><Relationship Id="rId13" Type="http://schemas.openxmlformats.org/officeDocument/2006/relationships/slide" Target="slide132.xml"/></Relationships>
</file>

<file path=ppt/slides/_rels/slide100.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slideLayout" Target="../slideLayouts/slideLayout6.xml"/><Relationship Id="rId11" Type="http://schemas.openxmlformats.org/officeDocument/2006/relationships/notesSlide" Target="../notesSlides/notesSlide100.xml"/><Relationship Id="rId12" Type="http://schemas.openxmlformats.org/officeDocument/2006/relationships/slide" Target="slide2.xml"/><Relationship Id="rId13" Type="http://schemas.openxmlformats.org/officeDocument/2006/relationships/slide" Target="slide105.xml"/><Relationship Id="rId14" Type="http://schemas.openxmlformats.org/officeDocument/2006/relationships/audio" Target="../media/snd_correct.wav"/></Relationships>
</file>

<file path=ppt/slides/_rels/slide101.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slideLayout" Target="../slideLayouts/slideLayout6.xml"/><Relationship Id="rId11" Type="http://schemas.openxmlformats.org/officeDocument/2006/relationships/notesSlide" Target="../notesSlides/notesSlide101.xml"/><Relationship Id="rId12" Type="http://schemas.openxmlformats.org/officeDocument/2006/relationships/slide" Target="slide2.xml"/><Relationship Id="rId13" Type="http://schemas.openxmlformats.org/officeDocument/2006/relationships/slide" Target="slide106.xml"/><Relationship Id="rId14" Type="http://schemas.openxmlformats.org/officeDocument/2006/relationships/audio" Target="../media/snd_correct.wav"/></Relationships>
</file>

<file path=ppt/slides/_rels/slide102.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slideLayout" Target="../slideLayouts/slideLayout6.xml"/><Relationship Id="rId11" Type="http://schemas.openxmlformats.org/officeDocument/2006/relationships/notesSlide" Target="../notesSlides/notesSlide102.xml"/><Relationship Id="rId12" Type="http://schemas.openxmlformats.org/officeDocument/2006/relationships/slide" Target="slide2.xml"/><Relationship Id="rId13" Type="http://schemas.openxmlformats.org/officeDocument/2006/relationships/slide" Target="slide107.xml"/><Relationship Id="rId14" Type="http://schemas.openxmlformats.org/officeDocument/2006/relationships/audio" Target="../media/snd_correct.wav"/></Relationships>
</file>

<file path=ppt/slides/_rels/slide103.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14-8.png"/><Relationship Id="rId9" Type="http://schemas.openxmlformats.org/officeDocument/2006/relationships/image" Target="../media/image-2-3.png"/><Relationship Id="rId10" Type="http://schemas.openxmlformats.org/officeDocument/2006/relationships/image" Target="../media/image-2-3.png"/><Relationship Id="rId11" Type="http://schemas.openxmlformats.org/officeDocument/2006/relationships/image" Target="../media/image-9-7.png"/><Relationship Id="rId12" Type="http://schemas.openxmlformats.org/officeDocument/2006/relationships/image" Target="../media/image-14-12.png"/><Relationship Id="rId13" Type="http://schemas.openxmlformats.org/officeDocument/2006/relationships/image" Target="../media/image-1-2.png"/><Relationship Id="rId14" Type="http://schemas.openxmlformats.org/officeDocument/2006/relationships/slideLayout" Target="../slideLayouts/slideLayout6.xml"/><Relationship Id="rId15" Type="http://schemas.openxmlformats.org/officeDocument/2006/relationships/notesSlide" Target="../notesSlides/notesSlide103.xml"/><Relationship Id="rId16" Type="http://schemas.openxmlformats.org/officeDocument/2006/relationships/slide" Target="slide2.xml"/><Relationship Id="rId17" Type="http://schemas.openxmlformats.org/officeDocument/2006/relationships/slide" Target="slide98.xml"/><Relationship Id="rId18" Type="http://schemas.openxmlformats.org/officeDocument/2006/relationships/audio" Target="../media/snd_wrong.wav"/></Relationships>
</file>

<file path=ppt/slides/_rels/slide104.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14-8.png"/><Relationship Id="rId9" Type="http://schemas.openxmlformats.org/officeDocument/2006/relationships/image" Target="../media/image-2-3.png"/><Relationship Id="rId10" Type="http://schemas.openxmlformats.org/officeDocument/2006/relationships/image" Target="../media/image-9-7.png"/><Relationship Id="rId11" Type="http://schemas.openxmlformats.org/officeDocument/2006/relationships/image" Target="../media/image-9-7.png"/><Relationship Id="rId12" Type="http://schemas.openxmlformats.org/officeDocument/2006/relationships/image" Target="../media/image-14-12.png"/><Relationship Id="rId13" Type="http://schemas.openxmlformats.org/officeDocument/2006/relationships/image" Target="../media/image-1-2.png"/><Relationship Id="rId14" Type="http://schemas.openxmlformats.org/officeDocument/2006/relationships/slideLayout" Target="../slideLayouts/slideLayout6.xml"/><Relationship Id="rId15" Type="http://schemas.openxmlformats.org/officeDocument/2006/relationships/notesSlide" Target="../notesSlides/notesSlide104.xml"/><Relationship Id="rId16" Type="http://schemas.openxmlformats.org/officeDocument/2006/relationships/slide" Target="slide2.xml"/><Relationship Id="rId17" Type="http://schemas.openxmlformats.org/officeDocument/2006/relationships/slide" Target="slide99.xml"/><Relationship Id="rId18" Type="http://schemas.openxmlformats.org/officeDocument/2006/relationships/audio" Target="../media/snd_wrong.wav"/></Relationships>
</file>

<file path=ppt/slides/_rels/slide105.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image" Target="../media/image-6-1.png"/><Relationship Id="rId9" Type="http://schemas.openxmlformats.org/officeDocument/2006/relationships/slideLayout" Target="../slideLayouts/slideLayout6.xml"/><Relationship Id="rId10" Type="http://schemas.openxmlformats.org/officeDocument/2006/relationships/notesSlide" Target="../notesSlides/notesSlide105.xml"/><Relationship Id="rId11" Type="http://schemas.openxmlformats.org/officeDocument/2006/relationships/slide" Target="slide2.xml"/><Relationship Id="rId12" Type="http://schemas.openxmlformats.org/officeDocument/2006/relationships/slide" Target="slide111.xml"/><Relationship Id="rId13" Type="http://schemas.openxmlformats.org/officeDocument/2006/relationships/slide" Target="slide108.xml"/></Relationships>
</file>

<file path=ppt/slides/_rels/slide106.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6-1.png"/><Relationship Id="rId9" Type="http://schemas.openxmlformats.org/officeDocument/2006/relationships/slideLayout" Target="../slideLayouts/slideLayout6.xml"/><Relationship Id="rId10" Type="http://schemas.openxmlformats.org/officeDocument/2006/relationships/notesSlide" Target="../notesSlides/notesSlide106.xml"/><Relationship Id="rId11" Type="http://schemas.openxmlformats.org/officeDocument/2006/relationships/slide" Target="slide2.xml"/><Relationship Id="rId12" Type="http://schemas.openxmlformats.org/officeDocument/2006/relationships/slide" Target="slide112.xml"/><Relationship Id="rId13" Type="http://schemas.openxmlformats.org/officeDocument/2006/relationships/slide" Target="slide109.xml"/></Relationships>
</file>

<file path=ppt/slides/_rels/slide107.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6-1.png"/><Relationship Id="rId9" Type="http://schemas.openxmlformats.org/officeDocument/2006/relationships/slideLayout" Target="../slideLayouts/slideLayout6.xml"/><Relationship Id="rId10" Type="http://schemas.openxmlformats.org/officeDocument/2006/relationships/notesSlide" Target="../notesSlides/notesSlide107.xml"/><Relationship Id="rId11" Type="http://schemas.openxmlformats.org/officeDocument/2006/relationships/slide" Target="slide2.xml"/><Relationship Id="rId12" Type="http://schemas.openxmlformats.org/officeDocument/2006/relationships/slide" Target="slide132.xml"/><Relationship Id="rId13" Type="http://schemas.openxmlformats.org/officeDocument/2006/relationships/slide" Target="slide110.xml"/></Relationships>
</file>

<file path=ppt/slides/_rels/slide108.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2-4.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image" Target="../media/image-2-4.png"/><Relationship Id="rId11" Type="http://schemas.openxmlformats.org/officeDocument/2006/relationships/slideLayout" Target="../slideLayouts/slideLayout6.xml"/><Relationship Id="rId12" Type="http://schemas.openxmlformats.org/officeDocument/2006/relationships/notesSlide" Target="../notesSlides/notesSlide108.xml"/><Relationship Id="rId13" Type="http://schemas.openxmlformats.org/officeDocument/2006/relationships/slide" Target="slide2.xml"/><Relationship Id="rId14" Type="http://schemas.openxmlformats.org/officeDocument/2006/relationships/slide" Target="slide113.xml"/><Relationship Id="rId15" Type="http://schemas.openxmlformats.org/officeDocument/2006/relationships/audio" Target="../media/snd_correct.wav"/></Relationships>
</file>

<file path=ppt/slides/_rels/slide109.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2-4.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image" Target="../media/image-2-4.png"/><Relationship Id="rId11" Type="http://schemas.openxmlformats.org/officeDocument/2006/relationships/slideLayout" Target="../slideLayouts/slideLayout6.xml"/><Relationship Id="rId12" Type="http://schemas.openxmlformats.org/officeDocument/2006/relationships/notesSlide" Target="../notesSlides/notesSlide109.xml"/><Relationship Id="rId13" Type="http://schemas.openxmlformats.org/officeDocument/2006/relationships/slide" Target="slide2.xml"/><Relationship Id="rId14" Type="http://schemas.openxmlformats.org/officeDocument/2006/relationships/slide" Target="slide114.xml"/><Relationship Id="rId15" Type="http://schemas.openxmlformats.org/officeDocument/2006/relationships/audio" Target="../media/snd_correct.wav"/></Relationships>
</file>

<file path=ppt/slides/_rels/slide110.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2-4.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image" Target="../media/image-2-4.png"/><Relationship Id="rId11" Type="http://schemas.openxmlformats.org/officeDocument/2006/relationships/slideLayout" Target="../slideLayouts/slideLayout6.xml"/><Relationship Id="rId12" Type="http://schemas.openxmlformats.org/officeDocument/2006/relationships/notesSlide" Target="../notesSlides/notesSlide110.xml"/><Relationship Id="rId13" Type="http://schemas.openxmlformats.org/officeDocument/2006/relationships/slide" Target="slide2.xml"/><Relationship Id="rId14" Type="http://schemas.openxmlformats.org/officeDocument/2006/relationships/slide" Target="slide115.xml"/><Relationship Id="rId15" Type="http://schemas.openxmlformats.org/officeDocument/2006/relationships/audio" Target="../media/snd_correct.wav"/></Relationships>
</file>

<file path=ppt/slides/_rels/slide111.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14-8.png"/><Relationship Id="rId9" Type="http://schemas.openxmlformats.org/officeDocument/2006/relationships/image" Target="../media/image-2-3.png"/><Relationship Id="rId10" Type="http://schemas.openxmlformats.org/officeDocument/2006/relationships/image" Target="../media/image-2-3.png"/><Relationship Id="rId11" Type="http://schemas.openxmlformats.org/officeDocument/2006/relationships/image" Target="../media/image-9-7.png"/><Relationship Id="rId12" Type="http://schemas.openxmlformats.org/officeDocument/2006/relationships/image" Target="../media/image-14-12.png"/><Relationship Id="rId13" Type="http://schemas.openxmlformats.org/officeDocument/2006/relationships/image" Target="../media/image-1-2.png"/><Relationship Id="rId14" Type="http://schemas.openxmlformats.org/officeDocument/2006/relationships/slideLayout" Target="../slideLayouts/slideLayout6.xml"/><Relationship Id="rId15" Type="http://schemas.openxmlformats.org/officeDocument/2006/relationships/notesSlide" Target="../notesSlides/notesSlide111.xml"/><Relationship Id="rId16" Type="http://schemas.openxmlformats.org/officeDocument/2006/relationships/slide" Target="slide2.xml"/><Relationship Id="rId17" Type="http://schemas.openxmlformats.org/officeDocument/2006/relationships/slide" Target="slide106.xml"/><Relationship Id="rId18" Type="http://schemas.openxmlformats.org/officeDocument/2006/relationships/audio" Target="../media/snd_wrong.wav"/></Relationships>
</file>

<file path=ppt/slides/_rels/slide112.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7-1.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14-8.png"/><Relationship Id="rId9" Type="http://schemas.openxmlformats.org/officeDocument/2006/relationships/image" Target="../media/image-2-3.png"/><Relationship Id="rId10" Type="http://schemas.openxmlformats.org/officeDocument/2006/relationships/image" Target="../media/image-9-7.png"/><Relationship Id="rId11" Type="http://schemas.openxmlformats.org/officeDocument/2006/relationships/image" Target="../media/image-9-7.png"/><Relationship Id="rId12" Type="http://schemas.openxmlformats.org/officeDocument/2006/relationships/image" Target="../media/image-14-12.png"/><Relationship Id="rId13" Type="http://schemas.openxmlformats.org/officeDocument/2006/relationships/image" Target="../media/image-1-2.png"/><Relationship Id="rId14" Type="http://schemas.openxmlformats.org/officeDocument/2006/relationships/slideLayout" Target="../slideLayouts/slideLayout6.xml"/><Relationship Id="rId15" Type="http://schemas.openxmlformats.org/officeDocument/2006/relationships/notesSlide" Target="../notesSlides/notesSlide112.xml"/><Relationship Id="rId16" Type="http://schemas.openxmlformats.org/officeDocument/2006/relationships/slide" Target="slide2.xml"/><Relationship Id="rId17" Type="http://schemas.openxmlformats.org/officeDocument/2006/relationships/slide" Target="slide107.xml"/><Relationship Id="rId18" Type="http://schemas.openxmlformats.org/officeDocument/2006/relationships/audio" Target="../media/snd_wrong.wav"/></Relationships>
</file>

<file path=ppt/slides/_rels/slide113.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2-4.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image" Target="../media/image-113-8.png"/><Relationship Id="rId9" Type="http://schemas.openxmlformats.org/officeDocument/2006/relationships/image" Target="../media/image-113-9.png"/><Relationship Id="rId10" Type="http://schemas.openxmlformats.org/officeDocument/2006/relationships/image" Target="../media/image-32-10.png"/><Relationship Id="rId11" Type="http://schemas.openxmlformats.org/officeDocument/2006/relationships/image" Target="../media/image-32-10.png"/><Relationship Id="rId12" Type="http://schemas.openxmlformats.org/officeDocument/2006/relationships/image" Target="../media/image-32-10.png"/><Relationship Id="rId13" Type="http://schemas.openxmlformats.org/officeDocument/2006/relationships/image" Target="../media/image-32-10.png"/><Relationship Id="rId14" Type="http://schemas.openxmlformats.org/officeDocument/2006/relationships/image" Target="../media/image-113-8.png"/><Relationship Id="rId15" Type="http://schemas.openxmlformats.org/officeDocument/2006/relationships/slideLayout" Target="../slideLayouts/slideLayout7.xml"/><Relationship Id="rId16" Type="http://schemas.openxmlformats.org/officeDocument/2006/relationships/notesSlide" Target="../notesSlides/notesSlide113.xml"/><Relationship Id="rId17" Type="http://schemas.openxmlformats.org/officeDocument/2006/relationships/slide" Target="slide2.xml"/><Relationship Id="rId18" Type="http://schemas.openxmlformats.org/officeDocument/2006/relationships/slide" Target="slide116.xml"/></Relationships>
</file>

<file path=ppt/slides/_rels/slide114.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2-4.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113-8.png"/><Relationship Id="rId9" Type="http://schemas.openxmlformats.org/officeDocument/2006/relationships/image" Target="../media/image-113-9.png"/><Relationship Id="rId10" Type="http://schemas.openxmlformats.org/officeDocument/2006/relationships/image" Target="../media/image-32-10.png"/><Relationship Id="rId11" Type="http://schemas.openxmlformats.org/officeDocument/2006/relationships/image" Target="../media/image-32-10.png"/><Relationship Id="rId12" Type="http://schemas.openxmlformats.org/officeDocument/2006/relationships/image" Target="../media/image-32-10.png"/><Relationship Id="rId13" Type="http://schemas.openxmlformats.org/officeDocument/2006/relationships/image" Target="../media/image-32-10.png"/><Relationship Id="rId14" Type="http://schemas.openxmlformats.org/officeDocument/2006/relationships/image" Target="../media/image-113-8.png"/><Relationship Id="rId15" Type="http://schemas.openxmlformats.org/officeDocument/2006/relationships/slideLayout" Target="../slideLayouts/slideLayout7.xml"/><Relationship Id="rId16" Type="http://schemas.openxmlformats.org/officeDocument/2006/relationships/notesSlide" Target="../notesSlides/notesSlide114.xml"/><Relationship Id="rId17" Type="http://schemas.openxmlformats.org/officeDocument/2006/relationships/slide" Target="slide2.xml"/><Relationship Id="rId18" Type="http://schemas.openxmlformats.org/officeDocument/2006/relationships/slide" Target="slide117.xml"/></Relationships>
</file>

<file path=ppt/slides/_rels/slide115.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2-4.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113-8.png"/><Relationship Id="rId9" Type="http://schemas.openxmlformats.org/officeDocument/2006/relationships/image" Target="../media/image-113-9.png"/><Relationship Id="rId10" Type="http://schemas.openxmlformats.org/officeDocument/2006/relationships/image" Target="../media/image-32-10.png"/><Relationship Id="rId11" Type="http://schemas.openxmlformats.org/officeDocument/2006/relationships/image" Target="../media/image-32-10.png"/><Relationship Id="rId12" Type="http://schemas.openxmlformats.org/officeDocument/2006/relationships/image" Target="../media/image-32-10.png"/><Relationship Id="rId13" Type="http://schemas.openxmlformats.org/officeDocument/2006/relationships/image" Target="../media/image-32-10.png"/><Relationship Id="rId14" Type="http://schemas.openxmlformats.org/officeDocument/2006/relationships/image" Target="../media/image-113-8.png"/><Relationship Id="rId15" Type="http://schemas.openxmlformats.org/officeDocument/2006/relationships/slideLayout" Target="../slideLayouts/slideLayout7.xml"/><Relationship Id="rId16" Type="http://schemas.openxmlformats.org/officeDocument/2006/relationships/notesSlide" Target="../notesSlides/notesSlide115.xml"/><Relationship Id="rId17" Type="http://schemas.openxmlformats.org/officeDocument/2006/relationships/slide" Target="slide2.xml"/><Relationship Id="rId18" Type="http://schemas.openxmlformats.org/officeDocument/2006/relationships/slide" Target="slide118.xml"/></Relationships>
</file>

<file path=ppt/slides/_rels/slide116.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2-4.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image" Target="../media/image-113-9.png"/><Relationship Id="rId9" Type="http://schemas.openxmlformats.org/officeDocument/2006/relationships/slideLayout" Target="../slideLayouts/slideLayout7.xml"/><Relationship Id="rId10" Type="http://schemas.openxmlformats.org/officeDocument/2006/relationships/notesSlide" Target="../notesSlides/notesSlide116.xml"/><Relationship Id="rId11" Type="http://schemas.openxmlformats.org/officeDocument/2006/relationships/slide" Target="slide2.xml"/><Relationship Id="rId12" Type="http://schemas.openxmlformats.org/officeDocument/2006/relationships/slide" Target="slide122.xml"/><Relationship Id="rId13" Type="http://schemas.openxmlformats.org/officeDocument/2006/relationships/slide" Target="slide119.xml"/></Relationships>
</file>

<file path=ppt/slides/_rels/slide117.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2-4.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113-9.png"/><Relationship Id="rId9" Type="http://schemas.openxmlformats.org/officeDocument/2006/relationships/slideLayout" Target="../slideLayouts/slideLayout7.xml"/><Relationship Id="rId10" Type="http://schemas.openxmlformats.org/officeDocument/2006/relationships/notesSlide" Target="../notesSlides/notesSlide117.xml"/><Relationship Id="rId11" Type="http://schemas.openxmlformats.org/officeDocument/2006/relationships/slide" Target="slide2.xml"/><Relationship Id="rId12" Type="http://schemas.openxmlformats.org/officeDocument/2006/relationships/slide" Target="slide123.xml"/><Relationship Id="rId13" Type="http://schemas.openxmlformats.org/officeDocument/2006/relationships/slide" Target="slide120.xml"/></Relationships>
</file>

<file path=ppt/slides/_rels/slide118.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2-4.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113-9.png"/><Relationship Id="rId9" Type="http://schemas.openxmlformats.org/officeDocument/2006/relationships/slideLayout" Target="../slideLayouts/slideLayout7.xml"/><Relationship Id="rId10" Type="http://schemas.openxmlformats.org/officeDocument/2006/relationships/notesSlide" Target="../notesSlides/notesSlide118.xml"/><Relationship Id="rId11" Type="http://schemas.openxmlformats.org/officeDocument/2006/relationships/slide" Target="slide2.xml"/><Relationship Id="rId12" Type="http://schemas.openxmlformats.org/officeDocument/2006/relationships/slide" Target="slide132.xml"/><Relationship Id="rId13" Type="http://schemas.openxmlformats.org/officeDocument/2006/relationships/slide" Target="slide121.xml"/></Relationships>
</file>

<file path=ppt/slides/_rels/slide119.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2-4.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slideLayout" Target="../slideLayouts/slideLayout7.xml"/><Relationship Id="rId11" Type="http://schemas.openxmlformats.org/officeDocument/2006/relationships/notesSlide" Target="../notesSlides/notesSlide119.xml"/><Relationship Id="rId12" Type="http://schemas.openxmlformats.org/officeDocument/2006/relationships/slide" Target="slide2.xml"/><Relationship Id="rId13" Type="http://schemas.openxmlformats.org/officeDocument/2006/relationships/slide" Target="slide124.xml"/><Relationship Id="rId14" Type="http://schemas.openxmlformats.org/officeDocument/2006/relationships/audio" Target="../media/snd_correct.wav"/></Relationships>
</file>

<file path=ppt/slides/_rels/slide120.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2-4.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slideLayout" Target="../slideLayouts/slideLayout7.xml"/><Relationship Id="rId11" Type="http://schemas.openxmlformats.org/officeDocument/2006/relationships/notesSlide" Target="../notesSlides/notesSlide120.xml"/><Relationship Id="rId12" Type="http://schemas.openxmlformats.org/officeDocument/2006/relationships/slide" Target="slide2.xml"/><Relationship Id="rId13" Type="http://schemas.openxmlformats.org/officeDocument/2006/relationships/slide" Target="slide125.xml"/><Relationship Id="rId14" Type="http://schemas.openxmlformats.org/officeDocument/2006/relationships/audio" Target="../media/snd_correct.wav"/></Relationships>
</file>

<file path=ppt/slides/_rels/slide121.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2-4.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11-8.png"/><Relationship Id="rId9" Type="http://schemas.openxmlformats.org/officeDocument/2006/relationships/image" Target="../media/image-1-1.png"/><Relationship Id="rId10" Type="http://schemas.openxmlformats.org/officeDocument/2006/relationships/slideLayout" Target="../slideLayouts/slideLayout7.xml"/><Relationship Id="rId11" Type="http://schemas.openxmlformats.org/officeDocument/2006/relationships/notesSlide" Target="../notesSlides/notesSlide121.xml"/><Relationship Id="rId12" Type="http://schemas.openxmlformats.org/officeDocument/2006/relationships/slide" Target="slide2.xml"/><Relationship Id="rId13" Type="http://schemas.openxmlformats.org/officeDocument/2006/relationships/slide" Target="slide126.xml"/><Relationship Id="rId14" Type="http://schemas.openxmlformats.org/officeDocument/2006/relationships/audio" Target="../media/snd_correct.wav"/></Relationships>
</file>

<file path=ppt/slides/_rels/slide122.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2-4.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14-8.png"/><Relationship Id="rId9" Type="http://schemas.openxmlformats.org/officeDocument/2006/relationships/image" Target="../media/image-2-3.png"/><Relationship Id="rId10" Type="http://schemas.openxmlformats.org/officeDocument/2006/relationships/image" Target="../media/image-2-3.png"/><Relationship Id="rId11" Type="http://schemas.openxmlformats.org/officeDocument/2006/relationships/image" Target="../media/image-9-7.png"/><Relationship Id="rId12" Type="http://schemas.openxmlformats.org/officeDocument/2006/relationships/image" Target="../media/image-14-12.png"/><Relationship Id="rId13" Type="http://schemas.openxmlformats.org/officeDocument/2006/relationships/image" Target="../media/image-1-2.png"/><Relationship Id="rId14" Type="http://schemas.openxmlformats.org/officeDocument/2006/relationships/slideLayout" Target="../slideLayouts/slideLayout7.xml"/><Relationship Id="rId15" Type="http://schemas.openxmlformats.org/officeDocument/2006/relationships/notesSlide" Target="../notesSlides/notesSlide122.xml"/><Relationship Id="rId16" Type="http://schemas.openxmlformats.org/officeDocument/2006/relationships/slide" Target="slide2.xml"/><Relationship Id="rId17" Type="http://schemas.openxmlformats.org/officeDocument/2006/relationships/slide" Target="slide117.xml"/><Relationship Id="rId18" Type="http://schemas.openxmlformats.org/officeDocument/2006/relationships/audio" Target="../media/snd_wrong.wav"/></Relationships>
</file>

<file path=ppt/slides/_rels/slide123.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2-4.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14-8.png"/><Relationship Id="rId9" Type="http://schemas.openxmlformats.org/officeDocument/2006/relationships/image" Target="../media/image-2-3.png"/><Relationship Id="rId10" Type="http://schemas.openxmlformats.org/officeDocument/2006/relationships/image" Target="../media/image-9-7.png"/><Relationship Id="rId11" Type="http://schemas.openxmlformats.org/officeDocument/2006/relationships/image" Target="../media/image-9-7.png"/><Relationship Id="rId12" Type="http://schemas.openxmlformats.org/officeDocument/2006/relationships/image" Target="../media/image-14-12.png"/><Relationship Id="rId13" Type="http://schemas.openxmlformats.org/officeDocument/2006/relationships/image" Target="../media/image-1-2.png"/><Relationship Id="rId14" Type="http://schemas.openxmlformats.org/officeDocument/2006/relationships/slideLayout" Target="../slideLayouts/slideLayout7.xml"/><Relationship Id="rId15" Type="http://schemas.openxmlformats.org/officeDocument/2006/relationships/notesSlide" Target="../notesSlides/notesSlide123.xml"/><Relationship Id="rId16" Type="http://schemas.openxmlformats.org/officeDocument/2006/relationships/slide" Target="slide2.xml"/><Relationship Id="rId17" Type="http://schemas.openxmlformats.org/officeDocument/2006/relationships/slide" Target="slide118.xml"/><Relationship Id="rId18" Type="http://schemas.openxmlformats.org/officeDocument/2006/relationships/audio" Target="../media/snd_wrong.wav"/></Relationships>
</file>

<file path=ppt/slides/_rels/slide124.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2-4.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image" Target="../media/image-113-9.png"/><Relationship Id="rId9" Type="http://schemas.openxmlformats.org/officeDocument/2006/relationships/image" Target="../media/image-124-9.png"/><Relationship Id="rId10" Type="http://schemas.openxmlformats.org/officeDocument/2006/relationships/slideLayout" Target="../slideLayouts/slideLayout7.xml"/><Relationship Id="rId11" Type="http://schemas.openxmlformats.org/officeDocument/2006/relationships/notesSlide" Target="../notesSlides/notesSlide124.xml"/><Relationship Id="rId12" Type="http://schemas.openxmlformats.org/officeDocument/2006/relationships/slide" Target="slide2.xml"/><Relationship Id="rId13" Type="http://schemas.openxmlformats.org/officeDocument/2006/relationships/slide" Target="slide130.xml"/><Relationship Id="rId14" Type="http://schemas.openxmlformats.org/officeDocument/2006/relationships/slide" Target="slide127.xml"/></Relationships>
</file>

<file path=ppt/slides/_rels/slide125.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2-4.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113-9.png"/><Relationship Id="rId9" Type="http://schemas.openxmlformats.org/officeDocument/2006/relationships/image" Target="../media/image-124-9.png"/><Relationship Id="rId10" Type="http://schemas.openxmlformats.org/officeDocument/2006/relationships/slideLayout" Target="../slideLayouts/slideLayout7.xml"/><Relationship Id="rId11" Type="http://schemas.openxmlformats.org/officeDocument/2006/relationships/notesSlide" Target="../notesSlides/notesSlide125.xml"/><Relationship Id="rId12" Type="http://schemas.openxmlformats.org/officeDocument/2006/relationships/slide" Target="slide2.xml"/><Relationship Id="rId13" Type="http://schemas.openxmlformats.org/officeDocument/2006/relationships/slide" Target="slide131.xml"/><Relationship Id="rId14" Type="http://schemas.openxmlformats.org/officeDocument/2006/relationships/slide" Target="slide128.xml"/></Relationships>
</file>

<file path=ppt/slides/_rels/slide126.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2-4.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113-9.png"/><Relationship Id="rId9" Type="http://schemas.openxmlformats.org/officeDocument/2006/relationships/image" Target="../media/image-124-9.png"/><Relationship Id="rId10" Type="http://schemas.openxmlformats.org/officeDocument/2006/relationships/slideLayout" Target="../slideLayouts/slideLayout7.xml"/><Relationship Id="rId11" Type="http://schemas.openxmlformats.org/officeDocument/2006/relationships/notesSlide" Target="../notesSlides/notesSlide126.xml"/><Relationship Id="rId12" Type="http://schemas.openxmlformats.org/officeDocument/2006/relationships/slide" Target="slide2.xml"/><Relationship Id="rId13" Type="http://schemas.openxmlformats.org/officeDocument/2006/relationships/slide" Target="slide132.xml"/><Relationship Id="rId14" Type="http://schemas.openxmlformats.org/officeDocument/2006/relationships/slide" Target="slide129.xml"/></Relationships>
</file>

<file path=ppt/slides/_rels/slide127.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2-4.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image" Target="../media/image-127-8.png"/><Relationship Id="rId9" Type="http://schemas.openxmlformats.org/officeDocument/2006/relationships/image" Target="../media/image-127-8.png"/><Relationship Id="rId10" Type="http://schemas.openxmlformats.org/officeDocument/2006/relationships/image" Target="../media/image-127-8.png"/><Relationship Id="rId11" Type="http://schemas.openxmlformats.org/officeDocument/2006/relationships/image" Target="../media/image-1-1.png"/><Relationship Id="rId12" Type="http://schemas.openxmlformats.org/officeDocument/2006/relationships/image" Target="../media/image-6-1.png"/><Relationship Id="rId13" Type="http://schemas.openxmlformats.org/officeDocument/2006/relationships/slideLayout" Target="../slideLayouts/slideLayout7.xml"/><Relationship Id="rId14" Type="http://schemas.openxmlformats.org/officeDocument/2006/relationships/notesSlide" Target="../notesSlides/notesSlide127.xml"/><Relationship Id="rId15" Type="http://schemas.openxmlformats.org/officeDocument/2006/relationships/slide" Target="slide2.xml"/><Relationship Id="rId16" Type="http://schemas.openxmlformats.org/officeDocument/2006/relationships/slide" Target="slide133.xml"/><Relationship Id="rId17" Type="http://schemas.openxmlformats.org/officeDocument/2006/relationships/audio" Target="../media/snd_victory.wav"/></Relationships>
</file>

<file path=ppt/slides/_rels/slide128.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2-4.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127-8.png"/><Relationship Id="rId9" Type="http://schemas.openxmlformats.org/officeDocument/2006/relationships/image" Target="../media/image-127-8.png"/><Relationship Id="rId10" Type="http://schemas.openxmlformats.org/officeDocument/2006/relationships/image" Target="../media/image-128-10.png"/><Relationship Id="rId11" Type="http://schemas.openxmlformats.org/officeDocument/2006/relationships/image" Target="../media/image-1-1.png"/><Relationship Id="rId12" Type="http://schemas.openxmlformats.org/officeDocument/2006/relationships/image" Target="../media/image-6-1.png"/><Relationship Id="rId13" Type="http://schemas.openxmlformats.org/officeDocument/2006/relationships/slideLayout" Target="../slideLayouts/slideLayout7.xml"/><Relationship Id="rId14" Type="http://schemas.openxmlformats.org/officeDocument/2006/relationships/notesSlide" Target="../notesSlides/notesSlide128.xml"/><Relationship Id="rId15" Type="http://schemas.openxmlformats.org/officeDocument/2006/relationships/slide" Target="slide2.xml"/><Relationship Id="rId16" Type="http://schemas.openxmlformats.org/officeDocument/2006/relationships/slide" Target="slide133.xml"/><Relationship Id="rId17" Type="http://schemas.openxmlformats.org/officeDocument/2006/relationships/audio" Target="../media/snd_victory.wav"/></Relationships>
</file>

<file path=ppt/slides/_rels/slide129.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2-4.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127-8.png"/><Relationship Id="rId9" Type="http://schemas.openxmlformats.org/officeDocument/2006/relationships/image" Target="../media/image-128-10.png"/><Relationship Id="rId10" Type="http://schemas.openxmlformats.org/officeDocument/2006/relationships/image" Target="../media/image-128-10.png"/><Relationship Id="rId11" Type="http://schemas.openxmlformats.org/officeDocument/2006/relationships/image" Target="../media/image-1-1.png"/><Relationship Id="rId12" Type="http://schemas.openxmlformats.org/officeDocument/2006/relationships/image" Target="../media/image-6-1.png"/><Relationship Id="rId13" Type="http://schemas.openxmlformats.org/officeDocument/2006/relationships/slideLayout" Target="../slideLayouts/slideLayout7.xml"/><Relationship Id="rId14" Type="http://schemas.openxmlformats.org/officeDocument/2006/relationships/notesSlide" Target="../notesSlides/notesSlide129.xml"/><Relationship Id="rId15" Type="http://schemas.openxmlformats.org/officeDocument/2006/relationships/slide" Target="slide2.xml"/><Relationship Id="rId16" Type="http://schemas.openxmlformats.org/officeDocument/2006/relationships/slide" Target="slide133.xml"/><Relationship Id="rId17" Type="http://schemas.openxmlformats.org/officeDocument/2006/relationships/audio" Target="../media/snd_victory.wav"/></Relationships>
</file>

<file path=ppt/slides/_rels/slide130.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2-4.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9-7.png"/><Relationship Id="rId8" Type="http://schemas.openxmlformats.org/officeDocument/2006/relationships/image" Target="../media/image-14-8.png"/><Relationship Id="rId9" Type="http://schemas.openxmlformats.org/officeDocument/2006/relationships/image" Target="../media/image-2-3.png"/><Relationship Id="rId10" Type="http://schemas.openxmlformats.org/officeDocument/2006/relationships/image" Target="../media/image-2-3.png"/><Relationship Id="rId11" Type="http://schemas.openxmlformats.org/officeDocument/2006/relationships/image" Target="../media/image-9-7.png"/><Relationship Id="rId12" Type="http://schemas.openxmlformats.org/officeDocument/2006/relationships/image" Target="../media/image-14-12.png"/><Relationship Id="rId13" Type="http://schemas.openxmlformats.org/officeDocument/2006/relationships/image" Target="../media/image-1-2.png"/><Relationship Id="rId14" Type="http://schemas.openxmlformats.org/officeDocument/2006/relationships/slideLayout" Target="../slideLayouts/slideLayout7.xml"/><Relationship Id="rId15" Type="http://schemas.openxmlformats.org/officeDocument/2006/relationships/notesSlide" Target="../notesSlides/notesSlide130.xml"/><Relationship Id="rId16" Type="http://schemas.openxmlformats.org/officeDocument/2006/relationships/slide" Target="slide2.xml"/><Relationship Id="rId17" Type="http://schemas.openxmlformats.org/officeDocument/2006/relationships/slide" Target="slide125.xml"/><Relationship Id="rId18" Type="http://schemas.openxmlformats.org/officeDocument/2006/relationships/audio" Target="../media/snd_wrong.wav"/></Relationships>
</file>

<file path=ppt/slides/_rels/slide131.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2-4.png"/><Relationship Id="rId5" Type="http://schemas.openxmlformats.org/officeDocument/2006/relationships/image" Target="../media/image-2-3.png"/><Relationship Id="rId6" Type="http://schemas.openxmlformats.org/officeDocument/2006/relationships/image" Target="../media/image-9-7.png"/><Relationship Id="rId7" Type="http://schemas.openxmlformats.org/officeDocument/2006/relationships/image" Target="../media/image-9-7.png"/><Relationship Id="rId8" Type="http://schemas.openxmlformats.org/officeDocument/2006/relationships/image" Target="../media/image-14-8.png"/><Relationship Id="rId9" Type="http://schemas.openxmlformats.org/officeDocument/2006/relationships/image" Target="../media/image-2-3.png"/><Relationship Id="rId10" Type="http://schemas.openxmlformats.org/officeDocument/2006/relationships/image" Target="../media/image-9-7.png"/><Relationship Id="rId11" Type="http://schemas.openxmlformats.org/officeDocument/2006/relationships/image" Target="../media/image-9-7.png"/><Relationship Id="rId12" Type="http://schemas.openxmlformats.org/officeDocument/2006/relationships/image" Target="../media/image-14-12.png"/><Relationship Id="rId13" Type="http://schemas.openxmlformats.org/officeDocument/2006/relationships/image" Target="../media/image-1-2.png"/><Relationship Id="rId14" Type="http://schemas.openxmlformats.org/officeDocument/2006/relationships/slideLayout" Target="../slideLayouts/slideLayout7.xml"/><Relationship Id="rId15" Type="http://schemas.openxmlformats.org/officeDocument/2006/relationships/notesSlide" Target="../notesSlides/notesSlide131.xml"/><Relationship Id="rId16" Type="http://schemas.openxmlformats.org/officeDocument/2006/relationships/slide" Target="slide2.xml"/><Relationship Id="rId17" Type="http://schemas.openxmlformats.org/officeDocument/2006/relationships/slide" Target="slide126.xml"/><Relationship Id="rId18" Type="http://schemas.openxmlformats.org/officeDocument/2006/relationships/audio" Target="../media/snd_wrong.wav"/></Relationships>
</file>

<file path=ppt/slides/_rels/slide132.xml.rels><?xml version="1.0" encoding="UTF-8" standalone="yes"?>
<Relationships xmlns="http://schemas.openxmlformats.org/package/2006/relationships"><Relationship Id="rId1" Type="http://schemas.openxmlformats.org/officeDocument/2006/relationships/image" Target="../media/image-9-7.png"/><Relationship Id="rId2" Type="http://schemas.openxmlformats.org/officeDocument/2006/relationships/image" Target="../media/image-9-7.png"/><Relationship Id="rId3" Type="http://schemas.openxmlformats.org/officeDocument/2006/relationships/image" Target="../media/image-9-7.png"/><Relationship Id="rId4" Type="http://schemas.openxmlformats.org/officeDocument/2006/relationships/image" Target="../media/image-1-2.png"/><Relationship Id="rId5" Type="http://schemas.openxmlformats.org/officeDocument/2006/relationships/slideLayout" Target="../slideLayouts/slideLayout7.xml"/><Relationship Id="rId6" Type="http://schemas.openxmlformats.org/officeDocument/2006/relationships/notesSlide" Target="../notesSlides/notesSlide132.xml"/><Relationship Id="rId7" Type="http://schemas.openxmlformats.org/officeDocument/2006/relationships/slide" Target="slide7.xml"/><Relationship Id="rId8" Type="http://schemas.openxmlformats.org/officeDocument/2006/relationships/slide" Target="slide1.xml"/><Relationship Id="rId9" Type="http://schemas.openxmlformats.org/officeDocument/2006/relationships/audio" Target="../media/snd_gameover.wav"/></Relationships>
</file>

<file path=ppt/slides/_rels/slide133.xml.rels><?xml version="1.0" encoding="UTF-8" standalone="yes"?>
<Relationships xmlns="http://schemas.openxmlformats.org/package/2006/relationships"><Relationship Id="rId1" Type="http://schemas.openxmlformats.org/officeDocument/2006/relationships/image" Target="../media/image-133-1.png"/><Relationship Id="rId2" Type="http://schemas.openxmlformats.org/officeDocument/2006/relationships/image" Target="../media/image-14-12.png"/><Relationship Id="rId3" Type="http://schemas.openxmlformats.org/officeDocument/2006/relationships/image" Target="../media/image-133-3.png"/><Relationship Id="rId4" Type="http://schemas.openxmlformats.org/officeDocument/2006/relationships/image" Target="../media/image-133-4.png"/><Relationship Id="rId5" Type="http://schemas.openxmlformats.org/officeDocument/2006/relationships/image" Target="../media/image-1-1.png"/><Relationship Id="rId6" Type="http://schemas.openxmlformats.org/officeDocument/2006/relationships/slideLayout" Target="../slideLayouts/slideLayout2.xml"/><Relationship Id="rId7" Type="http://schemas.openxmlformats.org/officeDocument/2006/relationships/notesSlide" Target="../notesSlides/notesSlide133.xml"/><Relationship Id="rId8" Type="http://schemas.openxmlformats.org/officeDocument/2006/relationships/slide" Target="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2331720" y="713232"/>
            <a:ext cx="3108960" cy="1371600"/>
          </a:xfrm>
          <a:prstGeom prst="roundRect">
            <a:avLst>
              <a:gd name="adj" fmla="val 13333"/>
            </a:avLst>
          </a:prstGeom>
          <a:solidFill>
            <a:srgbClr val="146668"/>
          </a:solidFill>
          <a:ln w="12700">
            <a:solidFill>
              <a:srgbClr val="146668"/>
            </a:solidFill>
            <a:prstDash val="solid"/>
          </a:ln>
          <a:effectLst>
            <a:outerShdw sx="100000" sy="100000" kx="0" ky="0" algn="bl" rotWithShape="0" blurRad="304800" dist="50800" dir="5400000">
              <a:srgbClr val="2DE2E6">
                <a:alpha val="55000"/>
              </a:srgbClr>
            </a:outerShdw>
          </a:effectLst>
        </p:spPr>
      </p:sp>
      <p:sp>
        <p:nvSpPr>
          <p:cNvPr id="3" name="Text 1"/>
          <p:cNvSpPr txBox="1"/>
          <p:nvPr/>
        </p:nvSpPr>
        <p:spPr>
          <a:xfrm>
            <a:off x="2331720" y="566928"/>
            <a:ext cx="3108960" cy="1316736"/>
          </a:xfrm>
          <a:prstGeom prst="roundRect">
            <a:avLst>
              <a:gd name="adj" fmla="val 13889"/>
            </a:avLst>
          </a:prstGeom>
          <a:solidFill>
            <a:srgbClr val="1A2353"/>
          </a:solidFill>
          <a:ln w="38100">
            <a:solidFill>
              <a:srgbClr val="2DE2E6"/>
            </a:solidFill>
          </a:ln>
        </p:spPr>
        <p:txBody>
          <a:bodyPr wrap="square" lIns="0" tIns="0" rIns="0" bIns="0" rtlCol="0" anchor="ctr"/>
          <a:lstStyle/>
          <a:p>
            <a:pPr algn="ctr" indent="0" marL="0">
              <a:buNone/>
            </a:pPr>
            <a:r>
              <a:rPr lang="en-US" sz="5800" spc="200" kern="0" dirty="0">
                <a:solidFill>
                  <a:srgbClr val="2DE2E6"/>
                </a:solidFill>
                <a:latin typeface="Arial Black" pitchFamily="34" charset="0"/>
                <a:ea typeface="Arial Black" pitchFamily="34" charset="-122"/>
                <a:cs typeface="Arial Black" pitchFamily="34" charset="-120"/>
              </a:rPr>
              <a:t>CTRL</a:t>
            </a:r>
            <a:endParaRPr lang="en-US" sz="5800" dirty="0"/>
          </a:p>
        </p:txBody>
      </p:sp>
      <p:sp>
        <p:nvSpPr>
          <p:cNvPr id="4" name="Text 2"/>
          <p:cNvSpPr txBox="1"/>
          <p:nvPr/>
        </p:nvSpPr>
        <p:spPr>
          <a:xfrm>
            <a:off x="5440680" y="566928"/>
            <a:ext cx="1325880" cy="1371600"/>
          </a:xfrm>
          <a:prstGeom prst="rect">
            <a:avLst/>
          </a:prstGeom>
          <a:noFill/>
          <a:ln/>
        </p:spPr>
        <p:txBody>
          <a:bodyPr wrap="square" lIns="0" tIns="0" rIns="0" bIns="0" rtlCol="0" anchor="ctr"/>
          <a:lstStyle/>
          <a:p>
            <a:pPr algn="ctr" indent="0" marL="0">
              <a:buNone/>
            </a:pPr>
            <a:r>
              <a:rPr lang="en-US" sz="5400" dirty="0">
                <a:solidFill>
                  <a:srgbClr val="EAF2FF"/>
                </a:solidFill>
                <a:latin typeface="Arial Black" pitchFamily="34" charset="0"/>
                <a:ea typeface="Arial Black" pitchFamily="34" charset="-122"/>
                <a:cs typeface="Arial Black" pitchFamily="34" charset="-120"/>
              </a:rPr>
              <a:t>+</a:t>
            </a:r>
            <a:endParaRPr lang="en-US" sz="5400" dirty="0"/>
          </a:p>
        </p:txBody>
      </p:sp>
      <p:sp>
        <p:nvSpPr>
          <p:cNvPr id="5" name="Shape 3"/>
          <p:cNvSpPr/>
          <p:nvPr/>
        </p:nvSpPr>
        <p:spPr>
          <a:xfrm>
            <a:off x="6766560" y="713232"/>
            <a:ext cx="3108960" cy="1371600"/>
          </a:xfrm>
          <a:prstGeom prst="roundRect">
            <a:avLst>
              <a:gd name="adj" fmla="val 13333"/>
            </a:avLst>
          </a:prstGeom>
          <a:solidFill>
            <a:srgbClr val="6F113C"/>
          </a:solidFill>
          <a:ln w="12700">
            <a:solidFill>
              <a:srgbClr val="6F113C"/>
            </a:solidFill>
            <a:prstDash val="solid"/>
          </a:ln>
          <a:effectLst>
            <a:outerShdw sx="100000" sy="100000" kx="0" ky="0" algn="bl" rotWithShape="0" blurRad="304800" dist="50800" dir="5400000">
              <a:srgbClr val="F72585">
                <a:alpha val="55000"/>
              </a:srgbClr>
            </a:outerShdw>
          </a:effectLst>
        </p:spPr>
      </p:sp>
      <p:sp>
        <p:nvSpPr>
          <p:cNvPr id="6" name="Text 4"/>
          <p:cNvSpPr txBox="1"/>
          <p:nvPr/>
        </p:nvSpPr>
        <p:spPr>
          <a:xfrm>
            <a:off x="6766560" y="566928"/>
            <a:ext cx="3108960" cy="1316736"/>
          </a:xfrm>
          <a:prstGeom prst="roundRect">
            <a:avLst>
              <a:gd name="adj" fmla="val 13889"/>
            </a:avLst>
          </a:prstGeom>
          <a:solidFill>
            <a:srgbClr val="1A2353"/>
          </a:solidFill>
          <a:ln w="38100">
            <a:solidFill>
              <a:srgbClr val="F72585"/>
            </a:solidFill>
          </a:ln>
        </p:spPr>
        <p:txBody>
          <a:bodyPr wrap="square" lIns="0" tIns="0" rIns="0" bIns="0" rtlCol="0" anchor="ctr"/>
          <a:lstStyle/>
          <a:p>
            <a:pPr algn="ctr" indent="0" marL="0">
              <a:buNone/>
            </a:pPr>
            <a:r>
              <a:rPr lang="en-US" sz="5800" spc="200" kern="0" dirty="0">
                <a:solidFill>
                  <a:srgbClr val="F72585"/>
                </a:solidFill>
                <a:latin typeface="Arial Black" pitchFamily="34" charset="0"/>
                <a:ea typeface="Arial Black" pitchFamily="34" charset="-122"/>
                <a:cs typeface="Arial Black" pitchFamily="34" charset="-120"/>
              </a:rPr>
              <a:t>ESC</a:t>
            </a:r>
            <a:endParaRPr lang="en-US" sz="5800" dirty="0"/>
          </a:p>
        </p:txBody>
      </p:sp>
      <p:sp>
        <p:nvSpPr>
          <p:cNvPr id="7" name="Text 5"/>
          <p:cNvSpPr txBox="1"/>
          <p:nvPr/>
        </p:nvSpPr>
        <p:spPr>
          <a:xfrm>
            <a:off x="1828800" y="2240280"/>
            <a:ext cx="8531352" cy="457200"/>
          </a:xfrm>
          <a:prstGeom prst="rect">
            <a:avLst/>
          </a:prstGeom>
          <a:noFill/>
          <a:ln/>
        </p:spPr>
        <p:txBody>
          <a:bodyPr wrap="square" lIns="0" tIns="0" rIns="0" bIns="0" rtlCol="0" anchor="t"/>
          <a:lstStyle/>
          <a:p>
            <a:pPr algn="ctr" indent="0" marL="0">
              <a:buNone/>
            </a:pPr>
            <a:r>
              <a:rPr lang="en-US" sz="2400" b="1" spc="800" kern="0" dirty="0">
                <a:solidFill>
                  <a:srgbClr val="FFC233"/>
                </a:solidFill>
                <a:latin typeface="Courier New" pitchFamily="34" charset="0"/>
                <a:ea typeface="Courier New" pitchFamily="34" charset="-122"/>
                <a:cs typeface="Courier New" pitchFamily="34" charset="-120"/>
              </a:rPr>
              <a:t>THE GLITCH WITHIN</a:t>
            </a:r>
            <a:endParaRPr lang="en-US" sz="2400" dirty="0"/>
          </a:p>
        </p:txBody>
      </p:sp>
      <p:sp>
        <p:nvSpPr>
          <p:cNvPr id="8" name="Link - START GAME">
            <a:hlinkClick r:id="rId5" action="ppaction://hlinksldjump" highlightClick="1"/>
          </p:cNvPr>
          <p:cNvSpPr txBox="1"/>
          <p:nvPr/>
        </p:nvSpPr>
        <p:spPr>
          <a:xfrm>
            <a:off x="4270248" y="3017520"/>
            <a:ext cx="3657600" cy="603504"/>
          </a:xfrm>
          <a:prstGeom prst="roundRect">
            <a:avLst>
              <a:gd name="adj" fmla="val 15152"/>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700" spc="100" kern="0" dirty="0">
                <a:solidFill>
                  <a:srgbClr val="0A0F24"/>
                </a:solidFill>
                <a:latin typeface="Arial Black" pitchFamily="34" charset="0"/>
                <a:ea typeface="Arial Black" pitchFamily="34" charset="-122"/>
                <a:cs typeface="Arial Black" pitchFamily="34" charset="-120"/>
              </a:rPr>
              <a:t>START GAME</a:t>
            </a:r>
            <a:endParaRPr lang="en-US" sz="1700" dirty="0"/>
          </a:p>
        </p:txBody>
      </p:sp>
      <p:sp>
        <p:nvSpPr>
          <p:cNvPr id="9" name="Link - HOW TO PLAY">
            <a:hlinkClick r:id="rId6" action="ppaction://hlinksldjump" highlightClick="1"/>
          </p:cNvPr>
          <p:cNvSpPr txBox="1"/>
          <p:nvPr/>
        </p:nvSpPr>
        <p:spPr>
          <a:xfrm>
            <a:off x="4270248" y="3767328"/>
            <a:ext cx="3657600" cy="603504"/>
          </a:xfrm>
          <a:prstGeom prst="roundRect">
            <a:avLst>
              <a:gd name="adj" fmla="val 15152"/>
            </a:avLst>
          </a:prstGeom>
          <a:solidFill>
            <a:srgbClr val="1A2353"/>
          </a:solidFill>
          <a:ln w="25400">
            <a:solidFill>
              <a:srgbClr val="2DE2E6"/>
            </a:solidFill>
          </a:ln>
          <a:effectLst>
            <a:outerShdw sx="100000" sy="100000" kx="0" ky="0" algn="bl" rotWithShape="0" blurRad="177800" dist="50800" dir="5400000">
              <a:srgbClr val="2DE2E6">
                <a:alpha val="35000"/>
              </a:srgbClr>
            </a:outerShdw>
          </a:effectLst>
        </p:spPr>
        <p:txBody>
          <a:bodyPr wrap="square" lIns="0" tIns="0" rIns="0" bIns="0" rtlCol="0" anchor="ctr"/>
          <a:lstStyle/>
          <a:p>
            <a:pPr algn="ctr" indent="0" marL="0">
              <a:buNone/>
            </a:pPr>
            <a:r>
              <a:rPr lang="en-US" sz="1700" spc="100" kern="0" dirty="0">
                <a:solidFill>
                  <a:srgbClr val="EAF2FF"/>
                </a:solidFill>
                <a:latin typeface="Arial Black" pitchFamily="34" charset="0"/>
                <a:ea typeface="Arial Black" pitchFamily="34" charset="-122"/>
                <a:cs typeface="Arial Black" pitchFamily="34" charset="-120"/>
              </a:rPr>
              <a:t>HOW TO PLAY</a:t>
            </a:r>
            <a:endParaRPr lang="en-US" sz="1700" dirty="0"/>
          </a:p>
        </p:txBody>
      </p:sp>
      <p:sp>
        <p:nvSpPr>
          <p:cNvPr id="10" name="Link - CREDITS">
            <a:hlinkClick r:id="rId7" action="ppaction://hlinksldjump" highlightClick="1"/>
          </p:cNvPr>
          <p:cNvSpPr txBox="1"/>
          <p:nvPr/>
        </p:nvSpPr>
        <p:spPr>
          <a:xfrm>
            <a:off x="4270248" y="4517136"/>
            <a:ext cx="3657600" cy="603504"/>
          </a:xfrm>
          <a:prstGeom prst="roundRect">
            <a:avLst>
              <a:gd name="adj" fmla="val 15152"/>
            </a:avLst>
          </a:prstGeom>
          <a:solidFill>
            <a:srgbClr val="1A2353"/>
          </a:solidFill>
          <a:ln w="25400">
            <a:solidFill>
              <a:srgbClr val="2DE2E6"/>
            </a:solidFill>
          </a:ln>
          <a:effectLst>
            <a:outerShdw sx="100000" sy="100000" kx="0" ky="0" algn="bl" rotWithShape="0" blurRad="177800" dist="50800" dir="5400000">
              <a:srgbClr val="2DE2E6">
                <a:alpha val="35000"/>
              </a:srgbClr>
            </a:outerShdw>
          </a:effectLst>
        </p:spPr>
        <p:txBody>
          <a:bodyPr wrap="square" lIns="0" tIns="0" rIns="0" bIns="0" rtlCol="0" anchor="ctr"/>
          <a:lstStyle/>
          <a:p>
            <a:pPr algn="ctr" indent="0" marL="0">
              <a:buNone/>
            </a:pPr>
            <a:r>
              <a:rPr lang="en-US" sz="1700" spc="100" kern="0" dirty="0">
                <a:solidFill>
                  <a:srgbClr val="EAF2FF"/>
                </a:solidFill>
                <a:latin typeface="Arial Black" pitchFamily="34" charset="0"/>
                <a:ea typeface="Arial Black" pitchFamily="34" charset="-122"/>
                <a:cs typeface="Arial Black" pitchFamily="34" charset="-120"/>
              </a:rPr>
              <a:t>CREDITS</a:t>
            </a:r>
            <a:endParaRPr lang="en-US" sz="1700" dirty="0"/>
          </a:p>
        </p:txBody>
      </p:sp>
      <p:sp>
        <p:nvSpPr>
          <p:cNvPr id="11" name="Link - EXIT GAME">
            <a:hlinkClick r:id="" action="ppaction://hlinkshowjump?jump=endshow" highlightClick="1"/>
          </p:cNvPr>
          <p:cNvSpPr txBox="1"/>
          <p:nvPr/>
        </p:nvSpPr>
        <p:spPr>
          <a:xfrm>
            <a:off x="4270248" y="5266944"/>
            <a:ext cx="3657600" cy="603504"/>
          </a:xfrm>
          <a:prstGeom prst="roundRect">
            <a:avLst>
              <a:gd name="adj" fmla="val 15152"/>
            </a:avLst>
          </a:prstGeom>
          <a:solidFill>
            <a:srgbClr val="1A2353"/>
          </a:solidFill>
          <a:ln w="25400">
            <a:solidFill>
              <a:srgbClr val="2DE2E6"/>
            </a:solidFill>
          </a:ln>
          <a:effectLst>
            <a:outerShdw sx="100000" sy="100000" kx="0" ky="0" algn="bl" rotWithShape="0" blurRad="177800" dist="50800" dir="5400000">
              <a:srgbClr val="2DE2E6">
                <a:alpha val="35000"/>
              </a:srgbClr>
            </a:outerShdw>
          </a:effectLst>
        </p:spPr>
        <p:txBody>
          <a:bodyPr wrap="square" lIns="0" tIns="0" rIns="0" bIns="0" rtlCol="0" anchor="ctr"/>
          <a:lstStyle/>
          <a:p>
            <a:pPr algn="ctr" indent="0" marL="0">
              <a:buNone/>
            </a:pPr>
            <a:r>
              <a:rPr lang="en-US" sz="1700" spc="100" kern="0" dirty="0">
                <a:solidFill>
                  <a:srgbClr val="EAF2FF"/>
                </a:solidFill>
                <a:latin typeface="Arial Black" pitchFamily="34" charset="0"/>
                <a:ea typeface="Arial Black" pitchFamily="34" charset="-122"/>
                <a:cs typeface="Arial Black" pitchFamily="34" charset="-120"/>
              </a:rPr>
              <a:t>EXIT GAME</a:t>
            </a:r>
            <a:endParaRPr lang="en-US" sz="1700" dirty="0"/>
          </a:p>
        </p:txBody>
      </p:sp>
      <p:pic>
        <p:nvPicPr>
          <p:cNvPr id="12" name="Image 0" descr="/tmp/claude-0/-home-user-ashton212123/6ae88841-e158-5430-ba3a-d930461fce9f/scratchpad/build/assets/kai.png">    </p:cNvPr>
          <p:cNvPicPr>
            <a:picLocks noChangeAspect="1"/>
          </p:cNvPicPr>
          <p:nvPr/>
        </p:nvPicPr>
        <p:blipFill>
          <a:blip r:embed="rId1"/>
          <a:stretch>
            <a:fillRect/>
          </a:stretch>
        </p:blipFill>
        <p:spPr>
          <a:xfrm>
            <a:off x="1234440" y="3063240"/>
            <a:ext cx="1691640" cy="2642616"/>
          </a:xfrm>
          <a:prstGeom prst="rect">
            <a:avLst/>
          </a:prstGeom>
        </p:spPr>
      </p:pic>
      <p:pic>
        <p:nvPicPr>
          <p:cNvPr id="13" name="Image 1" descr="/tmp/claude-0/-home-user-ashton212123/6ae88841-e158-5430-ba3a-d930461fce9f/scratchpad/build/assets/null_glitch.png">    </p:cNvPr>
          <p:cNvPicPr>
            <a:picLocks noChangeAspect="1"/>
          </p:cNvPicPr>
          <p:nvPr/>
        </p:nvPicPr>
        <p:blipFill>
          <a:blip r:embed="rId2"/>
          <a:stretch>
            <a:fillRect/>
          </a:stretch>
        </p:blipFill>
        <p:spPr>
          <a:xfrm>
            <a:off x="8869680" y="3429000"/>
            <a:ext cx="2377440" cy="1883664"/>
          </a:xfrm>
          <a:prstGeom prst="rect">
            <a:avLst/>
          </a:prstGeom>
        </p:spPr>
      </p:pic>
      <p:sp>
        <p:nvSpPr>
          <p:cNvPr id="14" name="Text 10"/>
          <p:cNvSpPr txBox="1"/>
          <p:nvPr/>
        </p:nvSpPr>
        <p:spPr>
          <a:xfrm>
            <a:off x="457200" y="6144768"/>
            <a:ext cx="11274552" cy="292608"/>
          </a:xfrm>
          <a:prstGeom prst="rect">
            <a:avLst/>
          </a:prstGeom>
          <a:noFill/>
          <a:ln/>
        </p:spPr>
        <p:txBody>
          <a:bodyPr wrap="square" lIns="0" tIns="0" rIns="0" bIns="0" rtlCol="0" anchor="t"/>
          <a:lstStyle/>
          <a:p>
            <a:pPr algn="ctr" indent="0" marL="0">
              <a:buNone/>
            </a:pPr>
            <a:r>
              <a:rPr lang="en-US" sz="1100" spc="200" kern="0" dirty="0">
                <a:solidFill>
                  <a:srgbClr val="9AA6D9"/>
                </a:solidFill>
                <a:latin typeface="Courier New" pitchFamily="34" charset="0"/>
                <a:ea typeface="Courier New" pitchFamily="34" charset="-122"/>
                <a:cs typeface="Courier New" pitchFamily="34" charset="-120"/>
              </a:rPr>
              <a:t>AN EMPOWERMENT TECHNOLOGIES GAMECRAFT PROJECT</a:t>
            </a:r>
            <a:endParaRPr lang="en-US" sz="1100" dirty="0"/>
          </a:p>
        </p:txBody>
      </p:sp>
    </p:spTree>
  </p:cSld>
  <p:clrMapOvr>
    <a:masterClrMapping/>
  </p:clrMapOvr>
  <p:transition spd="med" advClick="0">
    <p:fade/>
    <p:sndAc>
      <p:stSnd>
        <p:snd r:embed="rId8" name="snd_start.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20040"/>
            <a:ext cx="3657600" cy="365760"/>
          </a:xfrm>
          <a:prstGeom prst="rect">
            <a:avLst/>
          </a:prstGeom>
          <a:noFill/>
          <a:ln/>
        </p:spPr>
        <p:txBody>
          <a:bodyPr wrap="square" lIns="0" tIns="0" rIns="0" bIns="0" rtlCol="0" anchor="t"/>
          <a:lstStyle/>
          <a:p>
            <a:pPr indent="0" marL="0">
              <a:buNone/>
            </a:pPr>
            <a:r>
              <a:rPr lang="en-US" sz="1400" b="1" dirty="0">
                <a:solidFill>
                  <a:srgbClr val="2DE2E6"/>
                </a:solidFill>
                <a:latin typeface="Courier New" pitchFamily="34" charset="0"/>
                <a:ea typeface="Courier New" pitchFamily="34" charset="-122"/>
                <a:cs typeface="Courier New" pitchFamily="34" charset="-120"/>
              </a:rPr>
              <a:t>&gt; HELP.TXT</a:t>
            </a:r>
            <a:endParaRPr lang="en-US" sz="1400" dirty="0"/>
          </a:p>
        </p:txBody>
      </p:sp>
      <p:sp>
        <p:nvSpPr>
          <p:cNvPr id="3" name="Text 1"/>
          <p:cNvSpPr txBox="1"/>
          <p:nvPr/>
        </p:nvSpPr>
        <p:spPr>
          <a:xfrm>
            <a:off x="457200" y="658368"/>
            <a:ext cx="7315200" cy="685800"/>
          </a:xfrm>
          <a:prstGeom prst="rect">
            <a:avLst/>
          </a:prstGeom>
          <a:noFill/>
          <a:ln/>
        </p:spPr>
        <p:txBody>
          <a:bodyPr wrap="square" lIns="0" tIns="0" rIns="0" bIns="0" rtlCol="0" anchor="t"/>
          <a:lstStyle/>
          <a:p>
            <a:pPr indent="0" marL="0">
              <a:buNone/>
            </a:pPr>
            <a:r>
              <a:rPr lang="en-US" sz="3400" dirty="0">
                <a:solidFill>
                  <a:srgbClr val="EAF2FF"/>
                </a:solidFill>
                <a:latin typeface="Arial Black" pitchFamily="34" charset="0"/>
                <a:ea typeface="Arial Black" pitchFamily="34" charset="-122"/>
                <a:cs typeface="Arial Black" pitchFamily="34" charset="-120"/>
              </a:rPr>
              <a:t>HOW TO PLAY</a:t>
            </a:r>
            <a:endParaRPr lang="en-US" sz="3400" dirty="0"/>
          </a:p>
        </p:txBody>
      </p:sp>
      <p:sp>
        <p:nvSpPr>
          <p:cNvPr id="4" name="Shape 2"/>
          <p:cNvSpPr/>
          <p:nvPr/>
        </p:nvSpPr>
        <p:spPr>
          <a:xfrm>
            <a:off x="457200" y="1508760"/>
            <a:ext cx="3602736" cy="1920240"/>
          </a:xfrm>
          <a:prstGeom prst="roundRect">
            <a:avLst>
              <a:gd name="adj" fmla="val 5714"/>
            </a:avLst>
          </a:prstGeom>
          <a:solidFill>
            <a:srgbClr val="121A3F">
              <a:alpha val="94000"/>
            </a:srgbClr>
          </a:solidFill>
          <a:ln w="15875">
            <a:solidFill>
              <a:srgbClr val="3A4370"/>
            </a:solidFill>
            <a:prstDash val="solid"/>
          </a:ln>
        </p:spPr>
      </p:sp>
      <p:sp>
        <p:nvSpPr>
          <p:cNvPr id="5" name="Shape 3"/>
          <p:cNvSpPr/>
          <p:nvPr/>
        </p:nvSpPr>
        <p:spPr>
          <a:xfrm>
            <a:off x="713232" y="1737360"/>
            <a:ext cx="685800" cy="685800"/>
          </a:xfrm>
          <a:prstGeom prst="ellipse">
            <a:avLst/>
          </a:prstGeom>
          <a:solidFill>
            <a:srgbClr val="1A2353"/>
          </a:solidFill>
          <a:ln w="22225">
            <a:solidFill>
              <a:srgbClr val="2DE2E6"/>
            </a:solidFill>
            <a:prstDash val="solid"/>
          </a:ln>
        </p:spPr>
      </p:sp>
      <p:pic>
        <p:nvPicPr>
          <p:cNvPr id="6" name="Image 0" descr="/tmp/claude-0/-home-user-ashton212123/6ae88841-e158-5430-ba3a-d930461fce9f/scratchpad/build/assets/icons/FaFlag_2DE2E6.png">    </p:cNvPr>
          <p:cNvPicPr>
            <a:picLocks noChangeAspect="1"/>
          </p:cNvPicPr>
          <p:nvPr/>
        </p:nvPicPr>
        <p:blipFill>
          <a:blip r:embed="rId1"/>
          <a:stretch>
            <a:fillRect/>
          </a:stretch>
        </p:blipFill>
        <p:spPr>
          <a:xfrm>
            <a:off x="822960" y="1847088"/>
            <a:ext cx="466344" cy="466344"/>
          </a:xfrm>
          <a:prstGeom prst="rect">
            <a:avLst/>
          </a:prstGeom>
        </p:spPr>
      </p:pic>
      <p:sp>
        <p:nvSpPr>
          <p:cNvPr id="7" name="Text 4"/>
          <p:cNvSpPr txBox="1"/>
          <p:nvPr/>
        </p:nvSpPr>
        <p:spPr>
          <a:xfrm>
            <a:off x="1572768" y="1737360"/>
            <a:ext cx="2331720" cy="685800"/>
          </a:xfrm>
          <a:prstGeom prst="rect">
            <a:avLst/>
          </a:prstGeom>
          <a:noFill/>
          <a:ln/>
        </p:spPr>
        <p:txBody>
          <a:bodyPr wrap="square" lIns="0" tIns="0" rIns="0" bIns="0" rtlCol="0" anchor="ctr"/>
          <a:lstStyle/>
          <a:p>
            <a:pPr indent="0" marL="0">
              <a:buNone/>
            </a:pPr>
            <a:r>
              <a:rPr lang="en-US" sz="1400" dirty="0">
                <a:solidFill>
                  <a:srgbClr val="2DE2E6"/>
                </a:solidFill>
                <a:latin typeface="Arial Black" pitchFamily="34" charset="0"/>
                <a:ea typeface="Arial Black" pitchFamily="34" charset="-122"/>
                <a:cs typeface="Arial Black" pitchFamily="34" charset="-120"/>
              </a:rPr>
              <a:t>THE MISSION</a:t>
            </a:r>
            <a:endParaRPr lang="en-US" sz="1400" dirty="0"/>
          </a:p>
        </p:txBody>
      </p:sp>
      <p:sp>
        <p:nvSpPr>
          <p:cNvPr id="8" name="Text 5"/>
          <p:cNvSpPr txBox="1"/>
          <p:nvPr/>
        </p:nvSpPr>
        <p:spPr>
          <a:xfrm>
            <a:off x="713232" y="2542032"/>
            <a:ext cx="3108960" cy="777240"/>
          </a:xfrm>
          <a:prstGeom prst="rect">
            <a:avLst/>
          </a:prstGeom>
          <a:noFill/>
          <a:ln/>
        </p:spPr>
        <p:txBody>
          <a:bodyPr wrap="square" lIns="0" tIns="0" rIns="0" bIns="0" rtlCol="0" anchor="t"/>
          <a:lstStyle/>
          <a:p>
            <a:pPr indent="0" marL="0">
              <a:buNone/>
            </a:pPr>
            <a:r>
              <a:rPr lang="en-US" sz="1400" dirty="0">
                <a:solidFill>
                  <a:srgbClr val="EAF2FF"/>
                </a:solidFill>
                <a:latin typeface="Calibri" pitchFamily="34" charset="0"/>
                <a:ea typeface="Calibri" pitchFamily="34" charset="-122"/>
                <a:cs typeface="Calibri" pitchFamily="34" charset="-120"/>
              </a:rPr>
              <a:t>Escape the infected computer by clearing 4 sectors, then unlock the ESC Gate at NULL's Core.</a:t>
            </a:r>
            <a:endParaRPr lang="en-US" sz="1400" dirty="0"/>
          </a:p>
        </p:txBody>
      </p:sp>
      <p:sp>
        <p:nvSpPr>
          <p:cNvPr id="9" name="Shape 6"/>
          <p:cNvSpPr/>
          <p:nvPr/>
        </p:nvSpPr>
        <p:spPr>
          <a:xfrm>
            <a:off x="4293108" y="1508760"/>
            <a:ext cx="3602736" cy="1920240"/>
          </a:xfrm>
          <a:prstGeom prst="roundRect">
            <a:avLst>
              <a:gd name="adj" fmla="val 5714"/>
            </a:avLst>
          </a:prstGeom>
          <a:solidFill>
            <a:srgbClr val="121A3F">
              <a:alpha val="94000"/>
            </a:srgbClr>
          </a:solidFill>
          <a:ln w="15875">
            <a:solidFill>
              <a:srgbClr val="3A4370"/>
            </a:solidFill>
            <a:prstDash val="solid"/>
          </a:ln>
        </p:spPr>
      </p:sp>
      <p:sp>
        <p:nvSpPr>
          <p:cNvPr id="10" name="Shape 7"/>
          <p:cNvSpPr/>
          <p:nvPr/>
        </p:nvSpPr>
        <p:spPr>
          <a:xfrm>
            <a:off x="4549140" y="1737360"/>
            <a:ext cx="685800" cy="685800"/>
          </a:xfrm>
          <a:prstGeom prst="ellipse">
            <a:avLst/>
          </a:prstGeom>
          <a:solidFill>
            <a:srgbClr val="1A2353"/>
          </a:solidFill>
          <a:ln w="22225">
            <a:solidFill>
              <a:srgbClr val="2DE2E6"/>
            </a:solidFill>
            <a:prstDash val="solid"/>
          </a:ln>
        </p:spPr>
      </p:sp>
      <p:pic>
        <p:nvPicPr>
          <p:cNvPr id="11" name="Image 1" descr="/tmp/claude-0/-home-user-ashton212123/6ae88841-e158-5430-ba3a-d930461fce9f/scratchpad/build/assets/icons/FaMousePointer_2DE2E6.png">    </p:cNvPr>
          <p:cNvPicPr>
            <a:picLocks noChangeAspect="1"/>
          </p:cNvPicPr>
          <p:nvPr/>
        </p:nvPicPr>
        <p:blipFill>
          <a:blip r:embed="rId2"/>
          <a:stretch>
            <a:fillRect/>
          </a:stretch>
        </p:blipFill>
        <p:spPr>
          <a:xfrm>
            <a:off x="4658868" y="1847088"/>
            <a:ext cx="466344" cy="466344"/>
          </a:xfrm>
          <a:prstGeom prst="rect">
            <a:avLst/>
          </a:prstGeom>
        </p:spPr>
      </p:pic>
      <p:sp>
        <p:nvSpPr>
          <p:cNvPr id="12" name="Text 8"/>
          <p:cNvSpPr txBox="1"/>
          <p:nvPr/>
        </p:nvSpPr>
        <p:spPr>
          <a:xfrm>
            <a:off x="5408676" y="1737360"/>
            <a:ext cx="2331720" cy="685800"/>
          </a:xfrm>
          <a:prstGeom prst="rect">
            <a:avLst/>
          </a:prstGeom>
          <a:noFill/>
          <a:ln/>
        </p:spPr>
        <p:txBody>
          <a:bodyPr wrap="square" lIns="0" tIns="0" rIns="0" bIns="0" rtlCol="0" anchor="ctr"/>
          <a:lstStyle/>
          <a:p>
            <a:pPr indent="0" marL="0">
              <a:buNone/>
            </a:pPr>
            <a:r>
              <a:rPr lang="en-US" sz="1400" dirty="0">
                <a:solidFill>
                  <a:srgbClr val="2DE2E6"/>
                </a:solidFill>
                <a:latin typeface="Arial Black" pitchFamily="34" charset="0"/>
                <a:ea typeface="Arial Black" pitchFamily="34" charset="-122"/>
                <a:cs typeface="Arial Black" pitchFamily="34" charset="-120"/>
              </a:rPr>
              <a:t>ANSWER</a:t>
            </a:r>
            <a:endParaRPr lang="en-US" sz="1400" dirty="0"/>
          </a:p>
        </p:txBody>
      </p:sp>
      <p:sp>
        <p:nvSpPr>
          <p:cNvPr id="13" name="Text 9"/>
          <p:cNvSpPr txBox="1"/>
          <p:nvPr/>
        </p:nvSpPr>
        <p:spPr>
          <a:xfrm>
            <a:off x="4549140" y="2542032"/>
            <a:ext cx="3108960" cy="777240"/>
          </a:xfrm>
          <a:prstGeom prst="rect">
            <a:avLst/>
          </a:prstGeom>
          <a:noFill/>
          <a:ln/>
        </p:spPr>
        <p:txBody>
          <a:bodyPr wrap="square" lIns="0" tIns="0" rIns="0" bIns="0" rtlCol="0" anchor="t"/>
          <a:lstStyle/>
          <a:p>
            <a:pPr indent="0" marL="0">
              <a:buNone/>
            </a:pPr>
            <a:r>
              <a:rPr lang="en-US" sz="1400" dirty="0">
                <a:solidFill>
                  <a:srgbClr val="EAF2FF"/>
                </a:solidFill>
                <a:latin typeface="Calibri" pitchFamily="34" charset="0"/>
                <a:ea typeface="Calibri" pitchFamily="34" charset="-122"/>
                <a:cs typeface="Calibri" pitchFamily="34" charset="-120"/>
              </a:rPr>
              <a:t>Click the answer you think is right. Use your MOUSE only, not the keyboard.</a:t>
            </a:r>
            <a:endParaRPr lang="en-US" sz="1400" dirty="0"/>
          </a:p>
        </p:txBody>
      </p:sp>
      <p:sp>
        <p:nvSpPr>
          <p:cNvPr id="14" name="Shape 10"/>
          <p:cNvSpPr/>
          <p:nvPr/>
        </p:nvSpPr>
        <p:spPr>
          <a:xfrm>
            <a:off x="8129016" y="1508760"/>
            <a:ext cx="3602736" cy="1920240"/>
          </a:xfrm>
          <a:prstGeom prst="roundRect">
            <a:avLst>
              <a:gd name="adj" fmla="val 5714"/>
            </a:avLst>
          </a:prstGeom>
          <a:solidFill>
            <a:srgbClr val="121A3F">
              <a:alpha val="94000"/>
            </a:srgbClr>
          </a:solidFill>
          <a:ln w="15875">
            <a:solidFill>
              <a:srgbClr val="3A4370"/>
            </a:solidFill>
            <a:prstDash val="solid"/>
          </a:ln>
        </p:spPr>
      </p:sp>
      <p:sp>
        <p:nvSpPr>
          <p:cNvPr id="15" name="Shape 11"/>
          <p:cNvSpPr/>
          <p:nvPr/>
        </p:nvSpPr>
        <p:spPr>
          <a:xfrm>
            <a:off x="8385048" y="1737360"/>
            <a:ext cx="685800" cy="685800"/>
          </a:xfrm>
          <a:prstGeom prst="ellipse">
            <a:avLst/>
          </a:prstGeom>
          <a:solidFill>
            <a:srgbClr val="1A2353"/>
          </a:solidFill>
          <a:ln w="22225">
            <a:solidFill>
              <a:srgbClr val="2DE2E6"/>
            </a:solidFill>
            <a:prstDash val="solid"/>
          </a:ln>
        </p:spPr>
      </p:sp>
      <p:pic>
        <p:nvPicPr>
          <p:cNvPr id="16" name="Image 2" descr="/tmp/claude-0/-home-user-ashton212123/6ae88841-e158-5430-ba3a-d930461fce9f/scratchpad/build/assets/shield.png">    </p:cNvPr>
          <p:cNvPicPr>
            <a:picLocks noChangeAspect="1"/>
          </p:cNvPicPr>
          <p:nvPr/>
        </p:nvPicPr>
        <p:blipFill>
          <a:blip r:embed="rId3"/>
          <a:stretch>
            <a:fillRect/>
          </a:stretch>
        </p:blipFill>
        <p:spPr>
          <a:xfrm>
            <a:off x="8494776" y="1847088"/>
            <a:ext cx="466344" cy="466344"/>
          </a:xfrm>
          <a:prstGeom prst="rect">
            <a:avLst/>
          </a:prstGeom>
        </p:spPr>
      </p:pic>
      <p:sp>
        <p:nvSpPr>
          <p:cNvPr id="17" name="Text 12"/>
          <p:cNvSpPr txBox="1"/>
          <p:nvPr/>
        </p:nvSpPr>
        <p:spPr>
          <a:xfrm>
            <a:off x="9244584" y="1737360"/>
            <a:ext cx="2331720" cy="685800"/>
          </a:xfrm>
          <a:prstGeom prst="rect">
            <a:avLst/>
          </a:prstGeom>
          <a:noFill/>
          <a:ln/>
        </p:spPr>
        <p:txBody>
          <a:bodyPr wrap="square" lIns="0" tIns="0" rIns="0" bIns="0" rtlCol="0" anchor="ctr"/>
          <a:lstStyle/>
          <a:p>
            <a:pPr indent="0" marL="0">
              <a:buNone/>
            </a:pPr>
            <a:r>
              <a:rPr lang="en-US" sz="1400" dirty="0">
                <a:solidFill>
                  <a:srgbClr val="2DE2E6"/>
                </a:solidFill>
                <a:latin typeface="Arial Black" pitchFamily="34" charset="0"/>
                <a:ea typeface="Arial Black" pitchFamily="34" charset="-122"/>
                <a:cs typeface="Arial Black" pitchFamily="34" charset="-120"/>
              </a:rPr>
              <a:t>SHIELDS</a:t>
            </a:r>
            <a:endParaRPr lang="en-US" sz="1400" dirty="0"/>
          </a:p>
        </p:txBody>
      </p:sp>
      <p:sp>
        <p:nvSpPr>
          <p:cNvPr id="18" name="Text 13"/>
          <p:cNvSpPr txBox="1"/>
          <p:nvPr/>
        </p:nvSpPr>
        <p:spPr>
          <a:xfrm>
            <a:off x="8385048" y="2542032"/>
            <a:ext cx="3108960" cy="777240"/>
          </a:xfrm>
          <a:prstGeom prst="rect">
            <a:avLst/>
          </a:prstGeom>
          <a:noFill/>
          <a:ln/>
        </p:spPr>
        <p:txBody>
          <a:bodyPr wrap="square" lIns="0" tIns="0" rIns="0" bIns="0" rtlCol="0" anchor="t"/>
          <a:lstStyle/>
          <a:p>
            <a:pPr indent="0" marL="0">
              <a:buNone/>
            </a:pPr>
            <a:r>
              <a:rPr lang="en-US" sz="1400" dirty="0">
                <a:solidFill>
                  <a:srgbClr val="EAF2FF"/>
                </a:solidFill>
                <a:latin typeface="Calibri" pitchFamily="34" charset="0"/>
                <a:ea typeface="Calibri" pitchFamily="34" charset="-122"/>
                <a:cs typeface="Calibri" pitchFamily="34" charset="-120"/>
              </a:rPr>
              <a:t>You start with 3 shields. Each wrong answer breaks one. Lose all 3 and the system crashes.</a:t>
            </a:r>
            <a:endParaRPr lang="en-US" sz="1400" dirty="0"/>
          </a:p>
        </p:txBody>
      </p:sp>
      <p:sp>
        <p:nvSpPr>
          <p:cNvPr id="19" name="Shape 14"/>
          <p:cNvSpPr/>
          <p:nvPr/>
        </p:nvSpPr>
        <p:spPr>
          <a:xfrm>
            <a:off x="457200" y="3611880"/>
            <a:ext cx="3602736" cy="1920240"/>
          </a:xfrm>
          <a:prstGeom prst="roundRect">
            <a:avLst>
              <a:gd name="adj" fmla="val 5714"/>
            </a:avLst>
          </a:prstGeom>
          <a:solidFill>
            <a:srgbClr val="121A3F">
              <a:alpha val="94000"/>
            </a:srgbClr>
          </a:solidFill>
          <a:ln w="15875">
            <a:solidFill>
              <a:srgbClr val="3A4370"/>
            </a:solidFill>
            <a:prstDash val="solid"/>
          </a:ln>
        </p:spPr>
      </p:sp>
      <p:sp>
        <p:nvSpPr>
          <p:cNvPr id="20" name="Shape 15"/>
          <p:cNvSpPr/>
          <p:nvPr/>
        </p:nvSpPr>
        <p:spPr>
          <a:xfrm>
            <a:off x="713232" y="3840480"/>
            <a:ext cx="685800" cy="685800"/>
          </a:xfrm>
          <a:prstGeom prst="ellipse">
            <a:avLst/>
          </a:prstGeom>
          <a:solidFill>
            <a:srgbClr val="1A2353"/>
          </a:solidFill>
          <a:ln w="22225">
            <a:solidFill>
              <a:srgbClr val="2DE2E6"/>
            </a:solidFill>
            <a:prstDash val="solid"/>
          </a:ln>
        </p:spPr>
      </p:sp>
      <p:pic>
        <p:nvPicPr>
          <p:cNvPr id="21" name="Image 3" descr="/tmp/claude-0/-home-user-ashton212123/6ae88841-e158-5430-ba3a-d930461fce9f/scratchpad/build/assets/chip.png">    </p:cNvPr>
          <p:cNvPicPr>
            <a:picLocks noChangeAspect="1"/>
          </p:cNvPicPr>
          <p:nvPr/>
        </p:nvPicPr>
        <p:blipFill>
          <a:blip r:embed="rId4"/>
          <a:stretch>
            <a:fillRect/>
          </a:stretch>
        </p:blipFill>
        <p:spPr>
          <a:xfrm>
            <a:off x="822960" y="3968496"/>
            <a:ext cx="466344" cy="429768"/>
          </a:xfrm>
          <a:prstGeom prst="rect">
            <a:avLst/>
          </a:prstGeom>
        </p:spPr>
      </p:pic>
      <p:sp>
        <p:nvSpPr>
          <p:cNvPr id="22" name="Text 16"/>
          <p:cNvSpPr txBox="1"/>
          <p:nvPr/>
        </p:nvSpPr>
        <p:spPr>
          <a:xfrm>
            <a:off x="1572768" y="3840480"/>
            <a:ext cx="2331720" cy="685800"/>
          </a:xfrm>
          <a:prstGeom prst="rect">
            <a:avLst/>
          </a:prstGeom>
          <a:noFill/>
          <a:ln/>
        </p:spPr>
        <p:txBody>
          <a:bodyPr wrap="square" lIns="0" tIns="0" rIns="0" bIns="0" rtlCol="0" anchor="ctr"/>
          <a:lstStyle/>
          <a:p>
            <a:pPr indent="0" marL="0">
              <a:buNone/>
            </a:pPr>
            <a:r>
              <a:rPr lang="en-US" sz="1400" dirty="0">
                <a:solidFill>
                  <a:srgbClr val="2DE2E6"/>
                </a:solidFill>
                <a:latin typeface="Arial Black" pitchFamily="34" charset="0"/>
                <a:ea typeface="Arial Black" pitchFamily="34" charset="-122"/>
                <a:cs typeface="Arial Black" pitchFamily="34" charset="-120"/>
              </a:rPr>
              <a:t>CODE FRAGMENTS</a:t>
            </a:r>
            <a:endParaRPr lang="en-US" sz="1400" dirty="0"/>
          </a:p>
        </p:txBody>
      </p:sp>
      <p:sp>
        <p:nvSpPr>
          <p:cNvPr id="23" name="Text 17"/>
          <p:cNvSpPr txBox="1"/>
          <p:nvPr/>
        </p:nvSpPr>
        <p:spPr>
          <a:xfrm>
            <a:off x="713232" y="4645152"/>
            <a:ext cx="3108960" cy="777240"/>
          </a:xfrm>
          <a:prstGeom prst="rect">
            <a:avLst/>
          </a:prstGeom>
          <a:noFill/>
          <a:ln/>
        </p:spPr>
        <p:txBody>
          <a:bodyPr wrap="square" lIns="0" tIns="0" rIns="0" bIns="0" rtlCol="0" anchor="t"/>
          <a:lstStyle/>
          <a:p>
            <a:pPr indent="0" marL="0">
              <a:buNone/>
            </a:pPr>
            <a:r>
              <a:rPr lang="en-US" sz="1400" dirty="0">
                <a:solidFill>
                  <a:srgbClr val="EAF2FF"/>
                </a:solidFill>
                <a:latin typeface="Calibri" pitchFamily="34" charset="0"/>
                <a:ea typeface="Calibri" pitchFamily="34" charset="-122"/>
                <a:cs typeface="Calibri" pitchFamily="34" charset="-120"/>
              </a:rPr>
              <a:t>Clear a sector to get a Code Fragment (a digit). Write it down! You need all 4 to escape.</a:t>
            </a:r>
            <a:endParaRPr lang="en-US" sz="1400" dirty="0"/>
          </a:p>
        </p:txBody>
      </p:sp>
      <p:sp>
        <p:nvSpPr>
          <p:cNvPr id="24" name="Shape 18"/>
          <p:cNvSpPr/>
          <p:nvPr/>
        </p:nvSpPr>
        <p:spPr>
          <a:xfrm>
            <a:off x="4293108" y="3611880"/>
            <a:ext cx="3602736" cy="1920240"/>
          </a:xfrm>
          <a:prstGeom prst="roundRect">
            <a:avLst>
              <a:gd name="adj" fmla="val 5714"/>
            </a:avLst>
          </a:prstGeom>
          <a:solidFill>
            <a:srgbClr val="121A3F">
              <a:alpha val="94000"/>
            </a:srgbClr>
          </a:solidFill>
          <a:ln w="15875">
            <a:solidFill>
              <a:srgbClr val="3A4370"/>
            </a:solidFill>
            <a:prstDash val="solid"/>
          </a:ln>
        </p:spPr>
      </p:sp>
      <p:sp>
        <p:nvSpPr>
          <p:cNvPr id="25" name="Shape 19"/>
          <p:cNvSpPr/>
          <p:nvPr/>
        </p:nvSpPr>
        <p:spPr>
          <a:xfrm>
            <a:off x="4549140" y="3840480"/>
            <a:ext cx="685800" cy="685800"/>
          </a:xfrm>
          <a:prstGeom prst="ellipse">
            <a:avLst/>
          </a:prstGeom>
          <a:solidFill>
            <a:srgbClr val="1A2353"/>
          </a:solidFill>
          <a:ln w="22225">
            <a:solidFill>
              <a:srgbClr val="2DE2E6"/>
            </a:solidFill>
            <a:prstDash val="solid"/>
          </a:ln>
        </p:spPr>
      </p:sp>
      <p:pic>
        <p:nvPicPr>
          <p:cNvPr id="26" name="Image 4" descr="/tmp/claude-0/-home-user-ashton212123/6ae88841-e158-5430-ba3a-d930461fce9f/scratchpad/build/assets/icons/FaQuestion_2DE2E6.png">    </p:cNvPr>
          <p:cNvPicPr>
            <a:picLocks noChangeAspect="1"/>
          </p:cNvPicPr>
          <p:nvPr/>
        </p:nvPicPr>
        <p:blipFill>
          <a:blip r:embed="rId5"/>
          <a:stretch>
            <a:fillRect/>
          </a:stretch>
        </p:blipFill>
        <p:spPr>
          <a:xfrm>
            <a:off x="4658868" y="3950208"/>
            <a:ext cx="466344" cy="466344"/>
          </a:xfrm>
          <a:prstGeom prst="rect">
            <a:avLst/>
          </a:prstGeom>
        </p:spPr>
      </p:pic>
      <p:sp>
        <p:nvSpPr>
          <p:cNvPr id="27" name="Text 20"/>
          <p:cNvSpPr txBox="1"/>
          <p:nvPr/>
        </p:nvSpPr>
        <p:spPr>
          <a:xfrm>
            <a:off x="5408676" y="3840480"/>
            <a:ext cx="2331720" cy="685800"/>
          </a:xfrm>
          <a:prstGeom prst="rect">
            <a:avLst/>
          </a:prstGeom>
          <a:noFill/>
          <a:ln/>
        </p:spPr>
        <p:txBody>
          <a:bodyPr wrap="square" lIns="0" tIns="0" rIns="0" bIns="0" rtlCol="0" anchor="ctr"/>
          <a:lstStyle/>
          <a:p>
            <a:pPr indent="0" marL="0">
              <a:buNone/>
            </a:pPr>
            <a:r>
              <a:rPr lang="en-US" sz="1400" dirty="0">
                <a:solidFill>
                  <a:srgbClr val="2DE2E6"/>
                </a:solidFill>
                <a:latin typeface="Arial Black" pitchFamily="34" charset="0"/>
                <a:ea typeface="Arial Black" pitchFamily="34" charset="-122"/>
                <a:cs typeface="Arial Black" pitchFamily="34" charset="-120"/>
              </a:rPr>
              <a:t>NEED HELP?</a:t>
            </a:r>
            <a:endParaRPr lang="en-US" sz="1400" dirty="0"/>
          </a:p>
        </p:txBody>
      </p:sp>
      <p:sp>
        <p:nvSpPr>
          <p:cNvPr id="28" name="Text 21"/>
          <p:cNvSpPr txBox="1"/>
          <p:nvPr/>
        </p:nvSpPr>
        <p:spPr>
          <a:xfrm>
            <a:off x="4549140" y="4645152"/>
            <a:ext cx="3108960" cy="777240"/>
          </a:xfrm>
          <a:prstGeom prst="rect">
            <a:avLst/>
          </a:prstGeom>
          <a:noFill/>
          <a:ln/>
        </p:spPr>
        <p:txBody>
          <a:bodyPr wrap="square" lIns="0" tIns="0" rIns="0" bIns="0" rtlCol="0" anchor="t"/>
          <a:lstStyle/>
          <a:p>
            <a:pPr indent="0" marL="0">
              <a:buNone/>
            </a:pPr>
            <a:r>
              <a:rPr lang="en-US" sz="1400" dirty="0">
                <a:solidFill>
                  <a:srgbClr val="EAF2FF"/>
                </a:solidFill>
                <a:latin typeface="Calibri" pitchFamily="34" charset="0"/>
                <a:ea typeface="Calibri" pitchFamily="34" charset="-122"/>
                <a:cs typeface="Calibri" pitchFamily="34" charset="-120"/>
              </a:rPr>
              <a:t>Click the ? button at the top-right corner anytime to come back to these rules.</a:t>
            </a:r>
            <a:endParaRPr lang="en-US" sz="1400" dirty="0"/>
          </a:p>
        </p:txBody>
      </p:sp>
      <p:sp>
        <p:nvSpPr>
          <p:cNvPr id="29" name="Shape 22"/>
          <p:cNvSpPr/>
          <p:nvPr/>
        </p:nvSpPr>
        <p:spPr>
          <a:xfrm>
            <a:off x="8129016" y="3611880"/>
            <a:ext cx="3602736" cy="1920240"/>
          </a:xfrm>
          <a:prstGeom prst="roundRect">
            <a:avLst>
              <a:gd name="adj" fmla="val 5714"/>
            </a:avLst>
          </a:prstGeom>
          <a:solidFill>
            <a:srgbClr val="121A3F">
              <a:alpha val="94000"/>
            </a:srgbClr>
          </a:solidFill>
          <a:ln w="15875">
            <a:solidFill>
              <a:srgbClr val="3A4370"/>
            </a:solidFill>
            <a:prstDash val="solid"/>
          </a:ln>
        </p:spPr>
      </p:sp>
      <p:sp>
        <p:nvSpPr>
          <p:cNvPr id="30" name="Shape 23"/>
          <p:cNvSpPr/>
          <p:nvPr/>
        </p:nvSpPr>
        <p:spPr>
          <a:xfrm>
            <a:off x="8385048" y="3840480"/>
            <a:ext cx="685800" cy="685800"/>
          </a:xfrm>
          <a:prstGeom prst="ellipse">
            <a:avLst/>
          </a:prstGeom>
          <a:solidFill>
            <a:srgbClr val="1A2353"/>
          </a:solidFill>
          <a:ln w="22225">
            <a:solidFill>
              <a:srgbClr val="2DE2E6"/>
            </a:solidFill>
            <a:prstDash val="solid"/>
          </a:ln>
        </p:spPr>
      </p:sp>
      <p:pic>
        <p:nvPicPr>
          <p:cNvPr id="31" name="Image 5" descr="/tmp/claude-0/-home-user-ashton212123/6ae88841-e158-5430-ba3a-d930461fce9f/scratchpad/build/assets/icons/FaKey_2DE2E6.png">    </p:cNvPr>
          <p:cNvPicPr>
            <a:picLocks noChangeAspect="1"/>
          </p:cNvPicPr>
          <p:nvPr/>
        </p:nvPicPr>
        <p:blipFill>
          <a:blip r:embed="rId6"/>
          <a:stretch>
            <a:fillRect/>
          </a:stretch>
        </p:blipFill>
        <p:spPr>
          <a:xfrm>
            <a:off x="8494776" y="3950208"/>
            <a:ext cx="466344" cy="466344"/>
          </a:xfrm>
          <a:prstGeom prst="rect">
            <a:avLst/>
          </a:prstGeom>
        </p:spPr>
      </p:pic>
      <p:sp>
        <p:nvSpPr>
          <p:cNvPr id="32" name="Text 24"/>
          <p:cNvSpPr txBox="1"/>
          <p:nvPr/>
        </p:nvSpPr>
        <p:spPr>
          <a:xfrm>
            <a:off x="9244584" y="3840480"/>
            <a:ext cx="2331720" cy="685800"/>
          </a:xfrm>
          <a:prstGeom prst="rect">
            <a:avLst/>
          </a:prstGeom>
          <a:noFill/>
          <a:ln/>
        </p:spPr>
        <p:txBody>
          <a:bodyPr wrap="square" lIns="0" tIns="0" rIns="0" bIns="0" rtlCol="0" anchor="ctr"/>
          <a:lstStyle/>
          <a:p>
            <a:pPr indent="0" marL="0">
              <a:buNone/>
            </a:pPr>
            <a:r>
              <a:rPr lang="en-US" sz="1400" dirty="0">
                <a:solidFill>
                  <a:srgbClr val="2DE2E6"/>
                </a:solidFill>
                <a:latin typeface="Arial Black" pitchFamily="34" charset="0"/>
                <a:ea typeface="Arial Black" pitchFamily="34" charset="-122"/>
                <a:cs typeface="Arial Black" pitchFamily="34" charset="-120"/>
              </a:rPr>
              <a:t>ESCAPE!</a:t>
            </a:r>
            <a:endParaRPr lang="en-US" sz="1400" dirty="0"/>
          </a:p>
        </p:txBody>
      </p:sp>
      <p:sp>
        <p:nvSpPr>
          <p:cNvPr id="33" name="Text 25"/>
          <p:cNvSpPr txBox="1"/>
          <p:nvPr/>
        </p:nvSpPr>
        <p:spPr>
          <a:xfrm>
            <a:off x="8385048" y="4645152"/>
            <a:ext cx="3108960" cy="777240"/>
          </a:xfrm>
          <a:prstGeom prst="rect">
            <a:avLst/>
          </a:prstGeom>
          <a:noFill/>
          <a:ln/>
        </p:spPr>
        <p:txBody>
          <a:bodyPr wrap="square" lIns="0" tIns="0" rIns="0" bIns="0" rtlCol="0" anchor="t"/>
          <a:lstStyle/>
          <a:p>
            <a:pPr indent="0" marL="0">
              <a:buNone/>
            </a:pPr>
            <a:r>
              <a:rPr lang="en-US" sz="1400" dirty="0">
                <a:solidFill>
                  <a:srgbClr val="EAF2FF"/>
                </a:solidFill>
                <a:latin typeface="Calibri" pitchFamily="34" charset="0"/>
                <a:ea typeface="Calibri" pitchFamily="34" charset="-122"/>
                <a:cs typeface="Calibri" pitchFamily="34" charset="-120"/>
              </a:rPr>
              <a:t>Unlock the ESC Gate to win. Keep more shields to earn up to 3 stars.</a:t>
            </a:r>
            <a:endParaRPr lang="en-US" sz="1400" dirty="0"/>
          </a:p>
        </p:txBody>
      </p:sp>
      <p:sp>
        <p:nvSpPr>
          <p:cNvPr id="34" name="Link - BACK">
            <a:hlinkClick r:id="" action="ppaction://hlinkshowjump?jump=lastslideviewed" highlightClick="1"/>
          </p:cNvPr>
          <p:cNvSpPr txBox="1"/>
          <p:nvPr/>
        </p:nvSpPr>
        <p:spPr>
          <a:xfrm>
            <a:off x="457200" y="5806440"/>
            <a:ext cx="2377440" cy="566928"/>
          </a:xfrm>
          <a:prstGeom prst="roundRect">
            <a:avLst>
              <a:gd name="adj" fmla="val 16129"/>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500" spc="100" kern="0" dirty="0">
                <a:solidFill>
                  <a:srgbClr val="0A0F24"/>
                </a:solidFill>
                <a:latin typeface="Arial Black" pitchFamily="34" charset="0"/>
                <a:ea typeface="Arial Black" pitchFamily="34" charset="-122"/>
                <a:cs typeface="Arial Black" pitchFamily="34" charset="-120"/>
              </a:rPr>
              <a:t>BACK</a:t>
            </a:r>
            <a:endParaRPr lang="en-US" sz="1500" dirty="0"/>
          </a:p>
        </p:txBody>
      </p:sp>
      <p:sp>
        <p:nvSpPr>
          <p:cNvPr id="35" name="Text 27"/>
          <p:cNvSpPr txBox="1"/>
          <p:nvPr/>
        </p:nvSpPr>
        <p:spPr>
          <a:xfrm>
            <a:off x="3063240" y="5806440"/>
            <a:ext cx="4572000" cy="566928"/>
          </a:xfrm>
          <a:prstGeom prst="rect">
            <a:avLst/>
          </a:prstGeom>
          <a:noFill/>
          <a:ln/>
        </p:spPr>
        <p:txBody>
          <a:bodyPr wrap="square" lIns="0" tIns="0" rIns="0" bIns="0" rtlCol="0" anchor="ctr"/>
          <a:lstStyle/>
          <a:p>
            <a:pPr indent="0" marL="0">
              <a:buNone/>
            </a:pPr>
            <a:r>
              <a:rPr lang="en-US" sz="1100" dirty="0">
                <a:solidFill>
                  <a:srgbClr val="9AA6D9"/>
                </a:solidFill>
                <a:latin typeface="Courier New" pitchFamily="34" charset="0"/>
                <a:ea typeface="Courier New" pitchFamily="34" charset="-122"/>
                <a:cs typeface="Courier New" pitchFamily="34" charset="-120"/>
              </a:rPr>
              <a:t>Returns you to the slide you were on.</a:t>
            </a:r>
            <a:endParaRPr lang="en-US" sz="1100" dirty="0"/>
          </a:p>
        </p:txBody>
      </p:sp>
    </p:spTree>
  </p:cSld>
  <p:clrMapOvr>
    <a:masterClrMapping/>
  </p:clrMapOvr>
  <p:transition spd="med" advClick="0">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20040"/>
            <a:ext cx="3657600" cy="365760"/>
          </a:xfrm>
          <a:prstGeom prst="rect">
            <a:avLst/>
          </a:prstGeom>
          <a:noFill/>
          <a:ln/>
        </p:spPr>
        <p:txBody>
          <a:bodyPr wrap="square" lIns="0" tIns="0" rIns="0" bIns="0" rtlCol="0" anchor="t"/>
          <a:lstStyle/>
          <a:p>
            <a:pPr indent="0" marL="0">
              <a:buNone/>
            </a:pPr>
            <a:r>
              <a:rPr lang="en-US" sz="1400" b="1" dirty="0">
                <a:solidFill>
                  <a:srgbClr val="2DE2E6"/>
                </a:solidFill>
                <a:latin typeface="Courier New" pitchFamily="34" charset="0"/>
                <a:ea typeface="Courier New" pitchFamily="34" charset="-122"/>
                <a:cs typeface="Courier New" pitchFamily="34" charset="-120"/>
              </a:rPr>
              <a:t>&gt; CREDITS.TXT</a:t>
            </a:r>
            <a:endParaRPr lang="en-US" sz="1400" dirty="0"/>
          </a:p>
        </p:txBody>
      </p:sp>
      <p:sp>
        <p:nvSpPr>
          <p:cNvPr id="3" name="Text 1"/>
          <p:cNvSpPr txBox="1"/>
          <p:nvPr/>
        </p:nvSpPr>
        <p:spPr>
          <a:xfrm>
            <a:off x="457200" y="658368"/>
            <a:ext cx="7315200" cy="685800"/>
          </a:xfrm>
          <a:prstGeom prst="rect">
            <a:avLst/>
          </a:prstGeom>
          <a:noFill/>
          <a:ln/>
        </p:spPr>
        <p:txBody>
          <a:bodyPr wrap="square" lIns="0" tIns="0" rIns="0" bIns="0" rtlCol="0" anchor="t"/>
          <a:lstStyle/>
          <a:p>
            <a:pPr indent="0" marL="0">
              <a:buNone/>
            </a:pPr>
            <a:r>
              <a:rPr lang="en-US" sz="3400" dirty="0">
                <a:solidFill>
                  <a:srgbClr val="EAF2FF"/>
                </a:solidFill>
                <a:latin typeface="Arial Black" pitchFamily="34" charset="0"/>
                <a:ea typeface="Arial Black" pitchFamily="34" charset="-122"/>
                <a:cs typeface="Arial Black" pitchFamily="34" charset="-120"/>
              </a:rPr>
              <a:t>THE TEAM</a:t>
            </a:r>
            <a:endParaRPr lang="en-US" sz="3400" dirty="0"/>
          </a:p>
        </p:txBody>
      </p:sp>
      <p:sp>
        <p:nvSpPr>
          <p:cNvPr id="4" name="Text 2"/>
          <p:cNvSpPr txBox="1"/>
          <p:nvPr/>
        </p:nvSpPr>
        <p:spPr>
          <a:xfrm>
            <a:off x="457200" y="1325880"/>
            <a:ext cx="10972800" cy="365760"/>
          </a:xfrm>
          <a:prstGeom prst="rect">
            <a:avLst/>
          </a:prstGeom>
          <a:noFill/>
          <a:ln/>
        </p:spPr>
        <p:txBody>
          <a:bodyPr wrap="square" lIns="0" tIns="0" rIns="0" bIns="0" rtlCol="0" anchor="t"/>
          <a:lstStyle/>
          <a:p>
            <a:pPr indent="0" marL="0">
              <a:buNone/>
            </a:pPr>
            <a:r>
              <a:rPr lang="en-US" sz="1300" dirty="0">
                <a:solidFill>
                  <a:srgbClr val="9AA6D9"/>
                </a:solidFill>
                <a:latin typeface="Courier New" pitchFamily="34" charset="0"/>
                <a:ea typeface="Courier New" pitchFamily="34" charset="-122"/>
                <a:cs typeface="Courier New" pitchFamily="34" charset="-120"/>
              </a:rPr>
              <a:t>Group: [Group Name]   |   Grade &amp; Section: [Grade &amp; Section]</a:t>
            </a:r>
            <a:endParaRPr lang="en-US" sz="1300" dirty="0"/>
          </a:p>
        </p:txBody>
      </p:sp>
      <p:sp>
        <p:nvSpPr>
          <p:cNvPr id="5" name="Shape 3"/>
          <p:cNvSpPr/>
          <p:nvPr/>
        </p:nvSpPr>
        <p:spPr>
          <a:xfrm>
            <a:off x="457200" y="1920240"/>
            <a:ext cx="2651760" cy="2697480"/>
          </a:xfrm>
          <a:prstGeom prst="roundRect">
            <a:avLst>
              <a:gd name="adj" fmla="val 4138"/>
            </a:avLst>
          </a:prstGeom>
          <a:solidFill>
            <a:srgbClr val="121A3F">
              <a:alpha val="94000"/>
            </a:srgbClr>
          </a:solidFill>
          <a:ln w="15875">
            <a:solidFill>
              <a:srgbClr val="2DE2E6"/>
            </a:solidFill>
            <a:prstDash val="solid"/>
          </a:ln>
          <a:effectLst>
            <a:outerShdw sx="100000" sy="100000" kx="0" ky="0" algn="bl" rotWithShape="0" blurRad="203200" dist="50800" dir="5400000">
              <a:srgbClr val="2DE2E6">
                <a:alpha val="45000"/>
              </a:srgbClr>
            </a:outerShdw>
          </a:effectLst>
        </p:spPr>
      </p:sp>
      <p:sp>
        <p:nvSpPr>
          <p:cNvPr id="6" name="Shape 4"/>
          <p:cNvSpPr/>
          <p:nvPr/>
        </p:nvSpPr>
        <p:spPr>
          <a:xfrm>
            <a:off x="1344168" y="2148840"/>
            <a:ext cx="868680" cy="868680"/>
          </a:xfrm>
          <a:prstGeom prst="ellipse">
            <a:avLst/>
          </a:prstGeom>
          <a:solidFill>
            <a:srgbClr val="1A2353"/>
          </a:solidFill>
          <a:ln w="25400">
            <a:solidFill>
              <a:srgbClr val="2DE2E6"/>
            </a:solidFill>
            <a:prstDash val="solid"/>
          </a:ln>
          <a:effectLst>
            <a:outerShdw sx="100000" sy="100000" kx="0" ky="0" algn="bl" rotWithShape="0" blurRad="152400" dist="50800" dir="5400000">
              <a:srgbClr val="2DE2E6">
                <a:alpha val="45000"/>
              </a:srgbClr>
            </a:outerShdw>
          </a:effectLst>
        </p:spPr>
      </p:sp>
      <p:pic>
        <p:nvPicPr>
          <p:cNvPr id="7" name="Image 0" descr="/tmp/claude-0/-home-user-ashton212123/6ae88841-e158-5430-ba3a-d930461fce9f/scratchpad/build/assets/icons/FaPuzzlePiece_2DE2E6.png">    </p:cNvPr>
          <p:cNvPicPr>
            <a:picLocks noChangeAspect="1"/>
          </p:cNvPicPr>
          <p:nvPr/>
        </p:nvPicPr>
        <p:blipFill>
          <a:blip r:embed="rId1"/>
          <a:stretch>
            <a:fillRect/>
          </a:stretch>
        </p:blipFill>
        <p:spPr>
          <a:xfrm>
            <a:off x="1535278" y="2339950"/>
            <a:ext cx="486461" cy="486461"/>
          </a:xfrm>
          <a:prstGeom prst="rect">
            <a:avLst/>
          </a:prstGeom>
        </p:spPr>
      </p:pic>
      <p:sp>
        <p:nvSpPr>
          <p:cNvPr id="8" name="Text 5"/>
          <p:cNvSpPr txBox="1"/>
          <p:nvPr/>
        </p:nvSpPr>
        <p:spPr>
          <a:xfrm>
            <a:off x="548640" y="3108960"/>
            <a:ext cx="2468880" cy="347472"/>
          </a:xfrm>
          <a:prstGeom prst="rect">
            <a:avLst/>
          </a:prstGeom>
          <a:noFill/>
          <a:ln/>
        </p:spPr>
        <p:txBody>
          <a:bodyPr wrap="square" lIns="0" tIns="0" rIns="0" bIns="0" rtlCol="0" anchor="t"/>
          <a:lstStyle/>
          <a:p>
            <a:pPr algn="ctr" indent="0" marL="0">
              <a:buNone/>
            </a:pPr>
            <a:r>
              <a:rPr lang="en-US" sz="1300" dirty="0">
                <a:solidFill>
                  <a:srgbClr val="2DE2E6"/>
                </a:solidFill>
                <a:latin typeface="Arial Black" pitchFamily="34" charset="0"/>
                <a:ea typeface="Arial Black" pitchFamily="34" charset="-122"/>
                <a:cs typeface="Arial Black" pitchFamily="34" charset="-120"/>
              </a:rPr>
              <a:t>GAME DESIGNER</a:t>
            </a:r>
            <a:endParaRPr lang="en-US" sz="1300" dirty="0"/>
          </a:p>
        </p:txBody>
      </p:sp>
      <p:sp>
        <p:nvSpPr>
          <p:cNvPr id="9" name="Text 6"/>
          <p:cNvSpPr txBox="1"/>
          <p:nvPr/>
        </p:nvSpPr>
        <p:spPr>
          <a:xfrm>
            <a:off x="548640" y="3474720"/>
            <a:ext cx="2468880" cy="384048"/>
          </a:xfrm>
          <a:prstGeom prst="rect">
            <a:avLst/>
          </a:prstGeom>
          <a:noFill/>
          <a:ln/>
        </p:spPr>
        <p:txBody>
          <a:bodyPr wrap="square" lIns="0" tIns="0" rIns="0" bIns="0" rtlCol="0" anchor="t"/>
          <a:lstStyle/>
          <a:p>
            <a:pPr algn="ctr" indent="0" marL="0">
              <a:buNone/>
            </a:pPr>
            <a:r>
              <a:rPr lang="en-US" sz="1800" b="1" dirty="0">
                <a:solidFill>
                  <a:srgbClr val="EAF2FF"/>
                </a:solidFill>
                <a:latin typeface="Calibri" pitchFamily="34" charset="0"/>
                <a:ea typeface="Calibri" pitchFamily="34" charset="-122"/>
                <a:cs typeface="Calibri" pitchFamily="34" charset="-120"/>
              </a:rPr>
              <a:t>[Member Name]</a:t>
            </a:r>
            <a:endParaRPr lang="en-US" sz="1800" dirty="0"/>
          </a:p>
        </p:txBody>
      </p:sp>
      <p:sp>
        <p:nvSpPr>
          <p:cNvPr id="10" name="Text 7"/>
          <p:cNvSpPr txBox="1"/>
          <p:nvPr/>
        </p:nvSpPr>
        <p:spPr>
          <a:xfrm>
            <a:off x="685800" y="3886200"/>
            <a:ext cx="2194560" cy="594360"/>
          </a:xfrm>
          <a:prstGeom prst="rect">
            <a:avLst/>
          </a:prstGeom>
          <a:noFill/>
          <a:ln/>
        </p:spPr>
        <p:txBody>
          <a:bodyPr wrap="square" lIns="0" tIns="0" rIns="0" bIns="0" rtlCol="0" anchor="t"/>
          <a:lstStyle/>
          <a:p>
            <a:pPr algn="ctr" indent="0" marL="0">
              <a:buNone/>
            </a:pPr>
            <a:r>
              <a:rPr lang="en-US" sz="1200" dirty="0">
                <a:solidFill>
                  <a:srgbClr val="9AA6D9"/>
                </a:solidFill>
                <a:latin typeface="Calibri" pitchFamily="34" charset="0"/>
                <a:ea typeface="Calibri" pitchFamily="34" charset="-122"/>
                <a:cs typeface="Calibri" pitchFamily="34" charset="-120"/>
              </a:rPr>
              <a:t>Concept, mechanics, rules, and game flow</a:t>
            </a:r>
            <a:endParaRPr lang="en-US" sz="1200" dirty="0"/>
          </a:p>
        </p:txBody>
      </p:sp>
      <p:sp>
        <p:nvSpPr>
          <p:cNvPr id="11" name="Shape 8"/>
          <p:cNvSpPr/>
          <p:nvPr/>
        </p:nvSpPr>
        <p:spPr>
          <a:xfrm>
            <a:off x="3331159" y="1920240"/>
            <a:ext cx="2651760" cy="2697480"/>
          </a:xfrm>
          <a:prstGeom prst="roundRect">
            <a:avLst>
              <a:gd name="adj" fmla="val 4138"/>
            </a:avLst>
          </a:prstGeom>
          <a:solidFill>
            <a:srgbClr val="121A3F">
              <a:alpha val="94000"/>
            </a:srgbClr>
          </a:solidFill>
          <a:ln w="15875">
            <a:solidFill>
              <a:srgbClr val="FF7A45"/>
            </a:solidFill>
            <a:prstDash val="solid"/>
          </a:ln>
          <a:effectLst>
            <a:outerShdw sx="100000" sy="100000" kx="0" ky="0" algn="bl" rotWithShape="0" blurRad="203200" dist="50800" dir="5400000">
              <a:srgbClr val="FF7A45">
                <a:alpha val="45000"/>
              </a:srgbClr>
            </a:outerShdw>
          </a:effectLst>
        </p:spPr>
      </p:sp>
      <p:sp>
        <p:nvSpPr>
          <p:cNvPr id="12" name="Shape 9"/>
          <p:cNvSpPr/>
          <p:nvPr/>
        </p:nvSpPr>
        <p:spPr>
          <a:xfrm>
            <a:off x="4218127" y="2148840"/>
            <a:ext cx="868680" cy="868680"/>
          </a:xfrm>
          <a:prstGeom prst="ellipse">
            <a:avLst/>
          </a:prstGeom>
          <a:solidFill>
            <a:srgbClr val="1A2353"/>
          </a:solidFill>
          <a:ln w="25400">
            <a:solidFill>
              <a:srgbClr val="FF7A45"/>
            </a:solidFill>
            <a:prstDash val="solid"/>
          </a:ln>
          <a:effectLst>
            <a:outerShdw sx="100000" sy="100000" kx="0" ky="0" algn="bl" rotWithShape="0" blurRad="152400" dist="50800" dir="5400000">
              <a:srgbClr val="FF7A45">
                <a:alpha val="45000"/>
              </a:srgbClr>
            </a:outerShdw>
          </a:effectLst>
        </p:spPr>
      </p:sp>
      <p:pic>
        <p:nvPicPr>
          <p:cNvPr id="13" name="Image 1" descr="/tmp/claude-0/-home-user-ashton212123/6ae88841-e158-5430-ba3a-d930461fce9f/scratchpad/build/assets/icons/FaBookOpen_FF7A45.png">    </p:cNvPr>
          <p:cNvPicPr>
            <a:picLocks noChangeAspect="1"/>
          </p:cNvPicPr>
          <p:nvPr/>
        </p:nvPicPr>
        <p:blipFill>
          <a:blip r:embed="rId2"/>
          <a:stretch>
            <a:fillRect/>
          </a:stretch>
        </p:blipFill>
        <p:spPr>
          <a:xfrm>
            <a:off x="4409237" y="2339950"/>
            <a:ext cx="486461" cy="486461"/>
          </a:xfrm>
          <a:prstGeom prst="rect">
            <a:avLst/>
          </a:prstGeom>
        </p:spPr>
      </p:pic>
      <p:sp>
        <p:nvSpPr>
          <p:cNvPr id="14" name="Text 10"/>
          <p:cNvSpPr txBox="1"/>
          <p:nvPr/>
        </p:nvSpPr>
        <p:spPr>
          <a:xfrm>
            <a:off x="3422599" y="3108960"/>
            <a:ext cx="2468880" cy="347472"/>
          </a:xfrm>
          <a:prstGeom prst="rect">
            <a:avLst/>
          </a:prstGeom>
          <a:noFill/>
          <a:ln/>
        </p:spPr>
        <p:txBody>
          <a:bodyPr wrap="square" lIns="0" tIns="0" rIns="0" bIns="0" rtlCol="0" anchor="t"/>
          <a:lstStyle/>
          <a:p>
            <a:pPr algn="ctr" indent="0" marL="0">
              <a:buNone/>
            </a:pPr>
            <a:r>
              <a:rPr lang="en-US" sz="1300" dirty="0">
                <a:solidFill>
                  <a:srgbClr val="FF7A45"/>
                </a:solidFill>
                <a:latin typeface="Arial Black" pitchFamily="34" charset="0"/>
                <a:ea typeface="Arial Black" pitchFamily="34" charset="-122"/>
                <a:cs typeface="Arial Black" pitchFamily="34" charset="-120"/>
              </a:rPr>
              <a:t>STORY / CONTENT</a:t>
            </a:r>
            <a:endParaRPr lang="en-US" sz="1300" dirty="0"/>
          </a:p>
        </p:txBody>
      </p:sp>
      <p:sp>
        <p:nvSpPr>
          <p:cNvPr id="15" name="Text 11"/>
          <p:cNvSpPr txBox="1"/>
          <p:nvPr/>
        </p:nvSpPr>
        <p:spPr>
          <a:xfrm>
            <a:off x="3422599" y="3474720"/>
            <a:ext cx="2468880" cy="384048"/>
          </a:xfrm>
          <a:prstGeom prst="rect">
            <a:avLst/>
          </a:prstGeom>
          <a:noFill/>
          <a:ln/>
        </p:spPr>
        <p:txBody>
          <a:bodyPr wrap="square" lIns="0" tIns="0" rIns="0" bIns="0" rtlCol="0" anchor="t"/>
          <a:lstStyle/>
          <a:p>
            <a:pPr algn="ctr" indent="0" marL="0">
              <a:buNone/>
            </a:pPr>
            <a:r>
              <a:rPr lang="en-US" sz="1800" b="1" dirty="0">
                <a:solidFill>
                  <a:srgbClr val="EAF2FF"/>
                </a:solidFill>
                <a:latin typeface="Calibri" pitchFamily="34" charset="0"/>
                <a:ea typeface="Calibri" pitchFamily="34" charset="-122"/>
                <a:cs typeface="Calibri" pitchFamily="34" charset="-120"/>
              </a:rPr>
              <a:t>[Member Name]</a:t>
            </a:r>
            <a:endParaRPr lang="en-US" sz="1800" dirty="0"/>
          </a:p>
        </p:txBody>
      </p:sp>
      <p:sp>
        <p:nvSpPr>
          <p:cNvPr id="16" name="Text 12"/>
          <p:cNvSpPr txBox="1"/>
          <p:nvPr/>
        </p:nvSpPr>
        <p:spPr>
          <a:xfrm>
            <a:off x="3559759" y="3886200"/>
            <a:ext cx="2194560" cy="594360"/>
          </a:xfrm>
          <a:prstGeom prst="rect">
            <a:avLst/>
          </a:prstGeom>
          <a:noFill/>
          <a:ln/>
        </p:spPr>
        <p:txBody>
          <a:bodyPr wrap="square" lIns="0" tIns="0" rIns="0" bIns="0" rtlCol="0" anchor="t"/>
          <a:lstStyle/>
          <a:p>
            <a:pPr algn="ctr" indent="0" marL="0">
              <a:buNone/>
            </a:pPr>
            <a:r>
              <a:rPr lang="en-US" sz="1200" dirty="0">
                <a:solidFill>
                  <a:srgbClr val="9AA6D9"/>
                </a:solidFill>
                <a:latin typeface="Calibri" pitchFamily="34" charset="0"/>
                <a:ea typeface="Calibri" pitchFamily="34" charset="-122"/>
                <a:cs typeface="Calibri" pitchFamily="34" charset="-120"/>
              </a:rPr>
              <a:t>Backstory, characters, and questions</a:t>
            </a:r>
            <a:endParaRPr lang="en-US" sz="1200" dirty="0"/>
          </a:p>
        </p:txBody>
      </p:sp>
      <p:sp>
        <p:nvSpPr>
          <p:cNvPr id="17" name="Shape 13"/>
          <p:cNvSpPr/>
          <p:nvPr/>
        </p:nvSpPr>
        <p:spPr>
          <a:xfrm>
            <a:off x="6205118" y="1920240"/>
            <a:ext cx="2651760" cy="2697480"/>
          </a:xfrm>
          <a:prstGeom prst="roundRect">
            <a:avLst>
              <a:gd name="adj" fmla="val 4138"/>
            </a:avLst>
          </a:prstGeom>
          <a:solidFill>
            <a:srgbClr val="121A3F">
              <a:alpha val="94000"/>
            </a:srgbClr>
          </a:solidFill>
          <a:ln w="15875">
            <a:solidFill>
              <a:srgbClr val="A98BFF"/>
            </a:solidFill>
            <a:prstDash val="solid"/>
          </a:ln>
          <a:effectLst>
            <a:outerShdw sx="100000" sy="100000" kx="0" ky="0" algn="bl" rotWithShape="0" blurRad="203200" dist="50800" dir="5400000">
              <a:srgbClr val="A98BFF">
                <a:alpha val="45000"/>
              </a:srgbClr>
            </a:outerShdw>
          </a:effectLst>
        </p:spPr>
      </p:sp>
      <p:sp>
        <p:nvSpPr>
          <p:cNvPr id="18" name="Shape 14"/>
          <p:cNvSpPr/>
          <p:nvPr/>
        </p:nvSpPr>
        <p:spPr>
          <a:xfrm>
            <a:off x="7092086" y="2148840"/>
            <a:ext cx="868680" cy="868680"/>
          </a:xfrm>
          <a:prstGeom prst="ellipse">
            <a:avLst/>
          </a:prstGeom>
          <a:solidFill>
            <a:srgbClr val="1A2353"/>
          </a:solidFill>
          <a:ln w="25400">
            <a:solidFill>
              <a:srgbClr val="A98BFF"/>
            </a:solidFill>
            <a:prstDash val="solid"/>
          </a:ln>
          <a:effectLst>
            <a:outerShdw sx="100000" sy="100000" kx="0" ky="0" algn="bl" rotWithShape="0" blurRad="152400" dist="50800" dir="5400000">
              <a:srgbClr val="A98BFF">
                <a:alpha val="45000"/>
              </a:srgbClr>
            </a:outerShdw>
          </a:effectLst>
        </p:spPr>
      </p:sp>
      <p:pic>
        <p:nvPicPr>
          <p:cNvPr id="19" name="Image 2" descr="/tmp/claude-0/-home-user-ashton212123/6ae88841-e158-5430-ba3a-d930461fce9f/scratchpad/build/assets/icons/FaLaptopCode_A98BFF.png">    </p:cNvPr>
          <p:cNvPicPr>
            <a:picLocks noChangeAspect="1"/>
          </p:cNvPicPr>
          <p:nvPr/>
        </p:nvPicPr>
        <p:blipFill>
          <a:blip r:embed="rId3"/>
          <a:stretch>
            <a:fillRect/>
          </a:stretch>
        </p:blipFill>
        <p:spPr>
          <a:xfrm>
            <a:off x="7283196" y="2339950"/>
            <a:ext cx="486461" cy="486461"/>
          </a:xfrm>
          <a:prstGeom prst="rect">
            <a:avLst/>
          </a:prstGeom>
        </p:spPr>
      </p:pic>
      <p:sp>
        <p:nvSpPr>
          <p:cNvPr id="20" name="Text 15"/>
          <p:cNvSpPr txBox="1"/>
          <p:nvPr/>
        </p:nvSpPr>
        <p:spPr>
          <a:xfrm>
            <a:off x="6296558" y="3108960"/>
            <a:ext cx="2468880" cy="347472"/>
          </a:xfrm>
          <a:prstGeom prst="rect">
            <a:avLst/>
          </a:prstGeom>
          <a:noFill/>
          <a:ln/>
        </p:spPr>
        <p:txBody>
          <a:bodyPr wrap="square" lIns="0" tIns="0" rIns="0" bIns="0" rtlCol="0" anchor="t"/>
          <a:lstStyle/>
          <a:p>
            <a:pPr algn="ctr" indent="0" marL="0">
              <a:buNone/>
            </a:pPr>
            <a:r>
              <a:rPr lang="en-US" sz="1300" dirty="0">
                <a:solidFill>
                  <a:srgbClr val="A98BFF"/>
                </a:solidFill>
                <a:latin typeface="Arial Black" pitchFamily="34" charset="0"/>
                <a:ea typeface="Arial Black" pitchFamily="34" charset="-122"/>
                <a:cs typeface="Arial Black" pitchFamily="34" charset="-120"/>
              </a:rPr>
              <a:t>POWERPOINT DEV</a:t>
            </a:r>
            <a:endParaRPr lang="en-US" sz="1300" dirty="0"/>
          </a:p>
        </p:txBody>
      </p:sp>
      <p:sp>
        <p:nvSpPr>
          <p:cNvPr id="21" name="Text 16"/>
          <p:cNvSpPr txBox="1"/>
          <p:nvPr/>
        </p:nvSpPr>
        <p:spPr>
          <a:xfrm>
            <a:off x="6296558" y="3474720"/>
            <a:ext cx="2468880" cy="384048"/>
          </a:xfrm>
          <a:prstGeom prst="rect">
            <a:avLst/>
          </a:prstGeom>
          <a:noFill/>
          <a:ln/>
        </p:spPr>
        <p:txBody>
          <a:bodyPr wrap="square" lIns="0" tIns="0" rIns="0" bIns="0" rtlCol="0" anchor="t"/>
          <a:lstStyle/>
          <a:p>
            <a:pPr algn="ctr" indent="0" marL="0">
              <a:buNone/>
            </a:pPr>
            <a:r>
              <a:rPr lang="en-US" sz="1800" b="1" dirty="0">
                <a:solidFill>
                  <a:srgbClr val="EAF2FF"/>
                </a:solidFill>
                <a:latin typeface="Calibri" pitchFamily="34" charset="0"/>
                <a:ea typeface="Calibri" pitchFamily="34" charset="-122"/>
                <a:cs typeface="Calibri" pitchFamily="34" charset="-120"/>
              </a:rPr>
              <a:t>[Member Name]</a:t>
            </a:r>
            <a:endParaRPr lang="en-US" sz="1800" dirty="0"/>
          </a:p>
        </p:txBody>
      </p:sp>
      <p:sp>
        <p:nvSpPr>
          <p:cNvPr id="22" name="Text 17"/>
          <p:cNvSpPr txBox="1"/>
          <p:nvPr/>
        </p:nvSpPr>
        <p:spPr>
          <a:xfrm>
            <a:off x="6433718" y="3886200"/>
            <a:ext cx="2194560" cy="594360"/>
          </a:xfrm>
          <a:prstGeom prst="rect">
            <a:avLst/>
          </a:prstGeom>
          <a:noFill/>
          <a:ln/>
        </p:spPr>
        <p:txBody>
          <a:bodyPr wrap="square" lIns="0" tIns="0" rIns="0" bIns="0" rtlCol="0" anchor="t"/>
          <a:lstStyle/>
          <a:p>
            <a:pPr algn="ctr" indent="0" marL="0">
              <a:buNone/>
            </a:pPr>
            <a:r>
              <a:rPr lang="en-US" sz="1200" dirty="0">
                <a:solidFill>
                  <a:srgbClr val="9AA6D9"/>
                </a:solidFill>
                <a:latin typeface="Calibri" pitchFamily="34" charset="0"/>
                <a:ea typeface="Calibri" pitchFamily="34" charset="-122"/>
                <a:cs typeface="Calibri" pitchFamily="34" charset="-120"/>
              </a:rPr>
              <a:t>Slides, hyperlinks, and interactivity</a:t>
            </a:r>
            <a:endParaRPr lang="en-US" sz="1200" dirty="0"/>
          </a:p>
        </p:txBody>
      </p:sp>
      <p:sp>
        <p:nvSpPr>
          <p:cNvPr id="23" name="Shape 18"/>
          <p:cNvSpPr/>
          <p:nvPr/>
        </p:nvSpPr>
        <p:spPr>
          <a:xfrm>
            <a:off x="9079078" y="1920240"/>
            <a:ext cx="2651760" cy="2697480"/>
          </a:xfrm>
          <a:prstGeom prst="roundRect">
            <a:avLst>
              <a:gd name="adj" fmla="val 4138"/>
            </a:avLst>
          </a:prstGeom>
          <a:solidFill>
            <a:srgbClr val="121A3F">
              <a:alpha val="94000"/>
            </a:srgbClr>
          </a:solidFill>
          <a:ln w="15875">
            <a:solidFill>
              <a:srgbClr val="9BE564"/>
            </a:solidFill>
            <a:prstDash val="solid"/>
          </a:ln>
          <a:effectLst>
            <a:outerShdw sx="100000" sy="100000" kx="0" ky="0" algn="bl" rotWithShape="0" blurRad="203200" dist="50800" dir="5400000">
              <a:srgbClr val="9BE564">
                <a:alpha val="45000"/>
              </a:srgbClr>
            </a:outerShdw>
          </a:effectLst>
        </p:spPr>
      </p:sp>
      <p:sp>
        <p:nvSpPr>
          <p:cNvPr id="24" name="Shape 19"/>
          <p:cNvSpPr/>
          <p:nvPr/>
        </p:nvSpPr>
        <p:spPr>
          <a:xfrm>
            <a:off x="9966046" y="2148840"/>
            <a:ext cx="868680" cy="868680"/>
          </a:xfrm>
          <a:prstGeom prst="ellipse">
            <a:avLst/>
          </a:prstGeom>
          <a:solidFill>
            <a:srgbClr val="1A2353"/>
          </a:solidFill>
          <a:ln w="25400">
            <a:solidFill>
              <a:srgbClr val="9BE564"/>
            </a:solidFill>
            <a:prstDash val="solid"/>
          </a:ln>
          <a:effectLst>
            <a:outerShdw sx="100000" sy="100000" kx="0" ky="0" algn="bl" rotWithShape="0" blurRad="152400" dist="50800" dir="5400000">
              <a:srgbClr val="9BE564">
                <a:alpha val="45000"/>
              </a:srgbClr>
            </a:outerShdw>
          </a:effectLst>
        </p:spPr>
      </p:sp>
      <p:pic>
        <p:nvPicPr>
          <p:cNvPr id="25" name="Image 3" descr="/tmp/claude-0/-home-user-ashton212123/6ae88841-e158-5430-ba3a-d930461fce9f/scratchpad/build/assets/icons/FaClipboardCheck_9BE564.png">    </p:cNvPr>
          <p:cNvPicPr>
            <a:picLocks noChangeAspect="1"/>
          </p:cNvPicPr>
          <p:nvPr/>
        </p:nvPicPr>
        <p:blipFill>
          <a:blip r:embed="rId4"/>
          <a:stretch>
            <a:fillRect/>
          </a:stretch>
        </p:blipFill>
        <p:spPr>
          <a:xfrm>
            <a:off x="10157155" y="2339950"/>
            <a:ext cx="486461" cy="486461"/>
          </a:xfrm>
          <a:prstGeom prst="rect">
            <a:avLst/>
          </a:prstGeom>
        </p:spPr>
      </p:pic>
      <p:sp>
        <p:nvSpPr>
          <p:cNvPr id="26" name="Text 20"/>
          <p:cNvSpPr txBox="1"/>
          <p:nvPr/>
        </p:nvSpPr>
        <p:spPr>
          <a:xfrm>
            <a:off x="9170518" y="3108960"/>
            <a:ext cx="2468880" cy="347472"/>
          </a:xfrm>
          <a:prstGeom prst="rect">
            <a:avLst/>
          </a:prstGeom>
          <a:noFill/>
          <a:ln/>
        </p:spPr>
        <p:txBody>
          <a:bodyPr wrap="square" lIns="0" tIns="0" rIns="0" bIns="0" rtlCol="0" anchor="t"/>
          <a:lstStyle/>
          <a:p>
            <a:pPr algn="ctr" indent="0" marL="0">
              <a:buNone/>
            </a:pPr>
            <a:r>
              <a:rPr lang="en-US" sz="1300" dirty="0">
                <a:solidFill>
                  <a:srgbClr val="9BE564"/>
                </a:solidFill>
                <a:latin typeface="Arial Black" pitchFamily="34" charset="0"/>
                <a:ea typeface="Arial Black" pitchFamily="34" charset="-122"/>
                <a:cs typeface="Arial Black" pitchFamily="34" charset="-120"/>
              </a:rPr>
              <a:t>TESTER / DOCS</a:t>
            </a:r>
            <a:endParaRPr lang="en-US" sz="1300" dirty="0"/>
          </a:p>
        </p:txBody>
      </p:sp>
      <p:sp>
        <p:nvSpPr>
          <p:cNvPr id="27" name="Text 21"/>
          <p:cNvSpPr txBox="1"/>
          <p:nvPr/>
        </p:nvSpPr>
        <p:spPr>
          <a:xfrm>
            <a:off x="9170518" y="3474720"/>
            <a:ext cx="2468880" cy="384048"/>
          </a:xfrm>
          <a:prstGeom prst="rect">
            <a:avLst/>
          </a:prstGeom>
          <a:noFill/>
          <a:ln/>
        </p:spPr>
        <p:txBody>
          <a:bodyPr wrap="square" lIns="0" tIns="0" rIns="0" bIns="0" rtlCol="0" anchor="t"/>
          <a:lstStyle/>
          <a:p>
            <a:pPr algn="ctr" indent="0" marL="0">
              <a:buNone/>
            </a:pPr>
            <a:r>
              <a:rPr lang="en-US" sz="1800" b="1" dirty="0">
                <a:solidFill>
                  <a:srgbClr val="EAF2FF"/>
                </a:solidFill>
                <a:latin typeface="Calibri" pitchFamily="34" charset="0"/>
                <a:ea typeface="Calibri" pitchFamily="34" charset="-122"/>
                <a:cs typeface="Calibri" pitchFamily="34" charset="-120"/>
              </a:rPr>
              <a:t>[Member Name]</a:t>
            </a:r>
            <a:endParaRPr lang="en-US" sz="1800" dirty="0"/>
          </a:p>
        </p:txBody>
      </p:sp>
      <p:sp>
        <p:nvSpPr>
          <p:cNvPr id="28" name="Text 22"/>
          <p:cNvSpPr txBox="1"/>
          <p:nvPr/>
        </p:nvSpPr>
        <p:spPr>
          <a:xfrm>
            <a:off x="9307678" y="3886200"/>
            <a:ext cx="2194560" cy="594360"/>
          </a:xfrm>
          <a:prstGeom prst="rect">
            <a:avLst/>
          </a:prstGeom>
          <a:noFill/>
          <a:ln/>
        </p:spPr>
        <p:txBody>
          <a:bodyPr wrap="square" lIns="0" tIns="0" rIns="0" bIns="0" rtlCol="0" anchor="t"/>
          <a:lstStyle/>
          <a:p>
            <a:pPr algn="ctr" indent="0" marL="0">
              <a:buNone/>
            </a:pPr>
            <a:r>
              <a:rPr lang="en-US" sz="1200" dirty="0">
                <a:solidFill>
                  <a:srgbClr val="9AA6D9"/>
                </a:solidFill>
                <a:latin typeface="Calibri" pitchFamily="34" charset="0"/>
                <a:ea typeface="Calibri" pitchFamily="34" charset="-122"/>
                <a:cs typeface="Calibri" pitchFamily="34" charset="-120"/>
              </a:rPr>
              <a:t>Playtesting and Word documentation</a:t>
            </a:r>
            <a:endParaRPr lang="en-US" sz="1200" dirty="0"/>
          </a:p>
        </p:txBody>
      </p:sp>
      <p:sp>
        <p:nvSpPr>
          <p:cNvPr id="29" name="Text 23"/>
          <p:cNvSpPr txBox="1"/>
          <p:nvPr/>
        </p:nvSpPr>
        <p:spPr>
          <a:xfrm>
            <a:off x="457200" y="4846320"/>
            <a:ext cx="11274552" cy="365760"/>
          </a:xfrm>
          <a:prstGeom prst="rect">
            <a:avLst/>
          </a:prstGeom>
          <a:noFill/>
          <a:ln/>
        </p:spPr>
        <p:txBody>
          <a:bodyPr wrap="square" lIns="0" tIns="0" rIns="0" bIns="0" rtlCol="0" anchor="t"/>
          <a:lstStyle/>
          <a:p>
            <a:pPr algn="ctr" indent="0" marL="0">
              <a:buNone/>
            </a:pPr>
            <a:r>
              <a:rPr lang="en-US" sz="1400" dirty="0">
                <a:solidFill>
                  <a:srgbClr val="9AA6D9"/>
                </a:solidFill>
                <a:latin typeface="Calibri" pitchFamily="34" charset="0"/>
                <a:ea typeface="Calibri" pitchFamily="34" charset="-122"/>
                <a:cs typeface="Calibri" pitchFamily="34" charset="-120"/>
              </a:rPr>
              <a:t>Made with Microsoft PowerPoint and Microsoft Word. The story, questions, pixel art, and sound effects are all original.</a:t>
            </a:r>
            <a:endParaRPr lang="en-US" sz="1400" dirty="0"/>
          </a:p>
        </p:txBody>
      </p:sp>
      <p:sp>
        <p:nvSpPr>
          <p:cNvPr id="30" name="Link - OPEN GAME DOCUMENTATION">
            <a:hlinkClick r:id="rId7" highlightClick="1"/>
          </p:cNvPr>
          <p:cNvSpPr txBox="1"/>
          <p:nvPr/>
        </p:nvSpPr>
        <p:spPr>
          <a:xfrm>
            <a:off x="457200" y="5532120"/>
            <a:ext cx="5120640" cy="658368"/>
          </a:xfrm>
          <a:prstGeom prst="roundRect">
            <a:avLst>
              <a:gd name="adj" fmla="val 13889"/>
            </a:avLst>
          </a:prstGeom>
          <a:solidFill>
            <a:srgbClr val="1A2353"/>
          </a:solidFill>
          <a:ln w="25400">
            <a:solidFill>
              <a:srgbClr val="FFC233"/>
            </a:solidFill>
          </a:ln>
          <a:effectLst>
            <a:outerShdw sx="100000" sy="100000" kx="0" ky="0" algn="bl" rotWithShape="0" blurRad="177800" dist="50800" dir="5400000">
              <a:srgbClr val="FFC233">
                <a:alpha val="35000"/>
              </a:srgbClr>
            </a:outerShdw>
          </a:effectLst>
        </p:spPr>
        <p:txBody>
          <a:bodyPr wrap="square" lIns="0" tIns="0" rIns="0" bIns="0" rtlCol="0" anchor="ctr"/>
          <a:lstStyle/>
          <a:p>
            <a:pPr algn="ctr" indent="0" marL="0">
              <a:buNone/>
            </a:pPr>
            <a:r>
              <a:rPr lang="en-US" sz="1500" spc="100" kern="0" dirty="0">
                <a:solidFill>
                  <a:srgbClr val="EAF2FF"/>
                </a:solidFill>
                <a:latin typeface="Arial Black" pitchFamily="34" charset="0"/>
                <a:ea typeface="Arial Black" pitchFamily="34" charset="-122"/>
                <a:cs typeface="Arial Black" pitchFamily="34" charset="-120"/>
              </a:rPr>
              <a:t>OPEN GAME DOCUMENTATION</a:t>
            </a:r>
            <a:endParaRPr lang="en-US" sz="1500" dirty="0"/>
          </a:p>
        </p:txBody>
      </p:sp>
      <p:sp>
        <p:nvSpPr>
          <p:cNvPr id="31" name="Link - MAIN MENU">
            <a:hlinkClick r:id="rId8" action="ppaction://hlinksldjump" highlightClick="1"/>
          </p:cNvPr>
          <p:cNvSpPr txBox="1"/>
          <p:nvPr/>
        </p:nvSpPr>
        <p:spPr>
          <a:xfrm>
            <a:off x="9171432" y="5532120"/>
            <a:ext cx="2560320" cy="658368"/>
          </a:xfrm>
          <a:prstGeom prst="roundRect">
            <a:avLst>
              <a:gd name="adj" fmla="val 13889"/>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500" spc="100" kern="0" dirty="0">
                <a:solidFill>
                  <a:srgbClr val="0A0F24"/>
                </a:solidFill>
                <a:latin typeface="Arial Black" pitchFamily="34" charset="0"/>
                <a:ea typeface="Arial Black" pitchFamily="34" charset="-122"/>
                <a:cs typeface="Arial Black" pitchFamily="34" charset="-120"/>
              </a:rPr>
              <a:t>MAIN MENU</a:t>
            </a:r>
            <a:endParaRPr lang="en-US" sz="1500" dirty="0"/>
          </a:p>
        </p:txBody>
      </p:sp>
    </p:spTree>
  </p:cSld>
  <p:clrMapOvr>
    <a:masterClrMapping/>
  </p:clrMapOvr>
  <p:transition spd="med" advClick="0">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320040"/>
            <a:ext cx="3657600" cy="365760"/>
          </a:xfrm>
          <a:prstGeom prst="rect">
            <a:avLst/>
          </a:prstGeom>
          <a:noFill/>
          <a:ln/>
        </p:spPr>
        <p:txBody>
          <a:bodyPr wrap="square" lIns="0" tIns="0" rIns="0" bIns="0" rtlCol="0" anchor="t"/>
          <a:lstStyle/>
          <a:p>
            <a:pPr indent="0" marL="0">
              <a:buNone/>
            </a:pPr>
            <a:r>
              <a:rPr lang="en-US" sz="1400" b="1" dirty="0">
                <a:solidFill>
                  <a:srgbClr val="2DE2E6"/>
                </a:solidFill>
                <a:latin typeface="Courier New" pitchFamily="34" charset="0"/>
                <a:ea typeface="Courier New" pitchFamily="34" charset="-122"/>
                <a:cs typeface="Courier New" pitchFamily="34" charset="-120"/>
              </a:rPr>
              <a:t>&gt; STORY 1/3</a:t>
            </a:r>
            <a:endParaRPr lang="en-US" sz="1400" dirty="0"/>
          </a:p>
        </p:txBody>
      </p:sp>
      <p:sp>
        <p:nvSpPr>
          <p:cNvPr id="3" name="Link - SKIP STORY">
            <a:hlinkClick r:id="rId5" action="ppaction://hlinksldjump" highlightClick="1"/>
          </p:cNvPr>
          <p:cNvSpPr txBox="1"/>
          <p:nvPr/>
        </p:nvSpPr>
        <p:spPr>
          <a:xfrm>
            <a:off x="9902952" y="274320"/>
            <a:ext cx="1828800" cy="457200"/>
          </a:xfrm>
          <a:prstGeom prst="roundRect">
            <a:avLst>
              <a:gd name="adj" fmla="val 20000"/>
            </a:avLst>
          </a:prstGeom>
          <a:solidFill>
            <a:srgbClr val="1A2353"/>
          </a:solidFill>
          <a:ln w="25400">
            <a:solidFill>
              <a:srgbClr val="2DE2E6"/>
            </a:solidFill>
          </a:ln>
          <a:effectLst>
            <a:outerShdw sx="100000" sy="100000" kx="0" ky="0" algn="bl" rotWithShape="0" blurRad="177800" dist="50800" dir="5400000">
              <a:srgbClr val="2DE2E6">
                <a:alpha val="35000"/>
              </a:srgbClr>
            </a:outerShdw>
          </a:effectLst>
        </p:spPr>
        <p:txBody>
          <a:bodyPr wrap="square" lIns="0" tIns="0" rIns="0" bIns="0" rtlCol="0" anchor="ctr"/>
          <a:lstStyle/>
          <a:p>
            <a:pPr algn="ctr" indent="0" marL="0">
              <a:buNone/>
            </a:pPr>
            <a:r>
              <a:rPr lang="en-US" sz="1100" spc="100" kern="0" dirty="0">
                <a:solidFill>
                  <a:srgbClr val="EAF2FF"/>
                </a:solidFill>
                <a:latin typeface="Arial Black" pitchFamily="34" charset="0"/>
                <a:ea typeface="Arial Black" pitchFamily="34" charset="-122"/>
                <a:cs typeface="Arial Black" pitchFamily="34" charset="-120"/>
              </a:rPr>
              <a:t>SKIP STORY</a:t>
            </a:r>
            <a:endParaRPr lang="en-US" sz="1100" dirty="0"/>
          </a:p>
        </p:txBody>
      </p:sp>
      <p:sp>
        <p:nvSpPr>
          <p:cNvPr id="4" name="Shape 2"/>
          <p:cNvSpPr/>
          <p:nvPr/>
        </p:nvSpPr>
        <p:spPr>
          <a:xfrm>
            <a:off x="4206240" y="868680"/>
            <a:ext cx="6949440" cy="3429000"/>
          </a:xfrm>
          <a:prstGeom prst="roundRect">
            <a:avLst>
              <a:gd name="adj" fmla="val 4000"/>
            </a:avLst>
          </a:prstGeom>
          <a:solidFill>
            <a:srgbClr val="161D42"/>
          </a:solidFill>
          <a:ln w="50800">
            <a:solidFill>
              <a:srgbClr val="3A4370"/>
            </a:solidFill>
            <a:prstDash val="solid"/>
          </a:ln>
        </p:spPr>
      </p:sp>
      <p:sp>
        <p:nvSpPr>
          <p:cNvPr id="5" name="Shape 3"/>
          <p:cNvSpPr/>
          <p:nvPr/>
        </p:nvSpPr>
        <p:spPr>
          <a:xfrm>
            <a:off x="4434840" y="1097280"/>
            <a:ext cx="6492240" cy="2971800"/>
          </a:xfrm>
          <a:prstGeom prst="rect">
            <a:avLst/>
          </a:prstGeom>
          <a:solidFill>
            <a:srgbClr val="0B1430"/>
          </a:solidFill>
          <a:ln w="12700">
            <a:solidFill>
              <a:srgbClr val="0B1430"/>
            </a:solidFill>
            <a:prstDash val="solid"/>
          </a:ln>
        </p:spPr>
      </p:sp>
      <p:sp>
        <p:nvSpPr>
          <p:cNvPr id="6" name="Text 4"/>
          <p:cNvSpPr txBox="1"/>
          <p:nvPr/>
        </p:nvSpPr>
        <p:spPr>
          <a:xfrm>
            <a:off x="4572000" y="1170432"/>
            <a:ext cx="3657600" cy="274320"/>
          </a:xfrm>
          <a:prstGeom prst="rect">
            <a:avLst/>
          </a:prstGeom>
          <a:noFill/>
          <a:ln/>
        </p:spPr>
        <p:txBody>
          <a:bodyPr wrap="square" lIns="0" tIns="0" rIns="0" bIns="0" rtlCol="0" anchor="t"/>
          <a:lstStyle/>
          <a:p>
            <a:pPr indent="0" marL="0">
              <a:buNone/>
            </a:pPr>
            <a:r>
              <a:rPr lang="en-US" sz="1000" dirty="0">
                <a:solidFill>
                  <a:srgbClr val="9AA6D9"/>
                </a:solidFill>
                <a:latin typeface="Courier New" pitchFamily="34" charset="0"/>
                <a:ea typeface="Courier New" pitchFamily="34" charset="-122"/>
                <a:cs typeface="Courier New" pitchFamily="34" charset="-120"/>
              </a:rPr>
              <a:t>E-TECH_GAME_FINAL_v3.pptx</a:t>
            </a:r>
            <a:endParaRPr lang="en-US" sz="1000" dirty="0"/>
          </a:p>
        </p:txBody>
      </p:sp>
      <p:sp>
        <p:nvSpPr>
          <p:cNvPr id="7" name="Shape 5"/>
          <p:cNvSpPr/>
          <p:nvPr/>
        </p:nvSpPr>
        <p:spPr>
          <a:xfrm>
            <a:off x="4572000" y="1600200"/>
            <a:ext cx="914400" cy="109728"/>
          </a:xfrm>
          <a:prstGeom prst="rect">
            <a:avLst/>
          </a:prstGeom>
          <a:solidFill>
            <a:srgbClr val="1E2A55"/>
          </a:solidFill>
          <a:ln w="12700">
            <a:solidFill>
              <a:srgbClr val="1E2A55"/>
            </a:solidFill>
            <a:prstDash val="solid"/>
          </a:ln>
        </p:spPr>
      </p:sp>
      <p:sp>
        <p:nvSpPr>
          <p:cNvPr id="8" name="Shape 6"/>
          <p:cNvSpPr/>
          <p:nvPr/>
        </p:nvSpPr>
        <p:spPr>
          <a:xfrm>
            <a:off x="4572000" y="2057400"/>
            <a:ext cx="1188720" cy="109728"/>
          </a:xfrm>
          <a:prstGeom prst="rect">
            <a:avLst/>
          </a:prstGeom>
          <a:solidFill>
            <a:srgbClr val="1E2A55"/>
          </a:solidFill>
          <a:ln w="12700">
            <a:solidFill>
              <a:srgbClr val="1E2A55"/>
            </a:solidFill>
            <a:prstDash val="solid"/>
          </a:ln>
        </p:spPr>
      </p:sp>
      <p:sp>
        <p:nvSpPr>
          <p:cNvPr id="9" name="Shape 7"/>
          <p:cNvSpPr/>
          <p:nvPr/>
        </p:nvSpPr>
        <p:spPr>
          <a:xfrm>
            <a:off x="4572000" y="2514600"/>
            <a:ext cx="1463040" cy="109728"/>
          </a:xfrm>
          <a:prstGeom prst="rect">
            <a:avLst/>
          </a:prstGeom>
          <a:solidFill>
            <a:srgbClr val="1E2A55"/>
          </a:solidFill>
          <a:ln w="12700">
            <a:solidFill>
              <a:srgbClr val="1E2A55"/>
            </a:solidFill>
            <a:prstDash val="solid"/>
          </a:ln>
        </p:spPr>
      </p:sp>
      <p:sp>
        <p:nvSpPr>
          <p:cNvPr id="10" name="Shape 8"/>
          <p:cNvSpPr/>
          <p:nvPr/>
        </p:nvSpPr>
        <p:spPr>
          <a:xfrm>
            <a:off x="4572000" y="2971800"/>
            <a:ext cx="914400" cy="109728"/>
          </a:xfrm>
          <a:prstGeom prst="rect">
            <a:avLst/>
          </a:prstGeom>
          <a:solidFill>
            <a:srgbClr val="1E2A55"/>
          </a:solidFill>
          <a:ln w="12700">
            <a:solidFill>
              <a:srgbClr val="1E2A55"/>
            </a:solidFill>
            <a:prstDash val="solid"/>
          </a:ln>
        </p:spPr>
      </p:sp>
      <p:sp>
        <p:nvSpPr>
          <p:cNvPr id="11" name="Shape 9"/>
          <p:cNvSpPr/>
          <p:nvPr/>
        </p:nvSpPr>
        <p:spPr>
          <a:xfrm>
            <a:off x="4572000" y="3429000"/>
            <a:ext cx="1188720" cy="109728"/>
          </a:xfrm>
          <a:prstGeom prst="rect">
            <a:avLst/>
          </a:prstGeom>
          <a:solidFill>
            <a:srgbClr val="1E2A55"/>
          </a:solidFill>
          <a:ln w="12700">
            <a:solidFill>
              <a:srgbClr val="1E2A55"/>
            </a:solidFill>
            <a:prstDash val="solid"/>
          </a:ln>
        </p:spPr>
      </p:sp>
      <p:sp>
        <p:nvSpPr>
          <p:cNvPr id="12" name="Shape 10"/>
          <p:cNvSpPr/>
          <p:nvPr/>
        </p:nvSpPr>
        <p:spPr>
          <a:xfrm>
            <a:off x="5760720" y="1371600"/>
            <a:ext cx="4572000" cy="2468880"/>
          </a:xfrm>
          <a:prstGeom prst="rect">
            <a:avLst/>
          </a:prstGeom>
          <a:solidFill>
            <a:srgbClr val="FFF3B0"/>
          </a:solidFill>
          <a:ln w="38100">
            <a:solidFill>
              <a:srgbClr val="D7263D"/>
            </a:solidFill>
            <a:prstDash val="solid"/>
          </a:ln>
          <a:effectLst>
            <a:outerShdw sx="100000" sy="100000" kx="0" ky="0" algn="bl" rotWithShape="0" blurRad="254000" dist="50800" dir="5400000">
              <a:srgbClr val="FFC233">
                <a:alpha val="70000"/>
              </a:srgbClr>
            </a:outerShdw>
          </a:effectLst>
        </p:spPr>
      </p:sp>
      <p:sp>
        <p:nvSpPr>
          <p:cNvPr id="13" name="Shape 11"/>
          <p:cNvSpPr/>
          <p:nvPr/>
        </p:nvSpPr>
        <p:spPr>
          <a:xfrm>
            <a:off x="5760720" y="1371600"/>
            <a:ext cx="4572000" cy="365760"/>
          </a:xfrm>
          <a:prstGeom prst="rect">
            <a:avLst/>
          </a:prstGeom>
          <a:solidFill>
            <a:srgbClr val="D7263D"/>
          </a:solidFill>
          <a:ln w="12700">
            <a:solidFill>
              <a:srgbClr val="D7263D"/>
            </a:solidFill>
            <a:prstDash val="solid"/>
          </a:ln>
        </p:spPr>
      </p:sp>
      <p:sp>
        <p:nvSpPr>
          <p:cNvPr id="14" name="Text 12"/>
          <p:cNvSpPr txBox="1"/>
          <p:nvPr/>
        </p:nvSpPr>
        <p:spPr>
          <a:xfrm>
            <a:off x="5897880" y="1371600"/>
            <a:ext cx="2743200" cy="365760"/>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WINNER!!!</a:t>
            </a:r>
            <a:endParaRPr lang="en-US" sz="1200" dirty="0"/>
          </a:p>
        </p:txBody>
      </p:sp>
      <p:sp>
        <p:nvSpPr>
          <p:cNvPr id="15" name="Text 13"/>
          <p:cNvSpPr txBox="1"/>
          <p:nvPr/>
        </p:nvSpPr>
        <p:spPr>
          <a:xfrm>
            <a:off x="9921240" y="1371600"/>
            <a:ext cx="32004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x</a:t>
            </a:r>
            <a:endParaRPr lang="en-US" sz="1400" dirty="0"/>
          </a:p>
        </p:txBody>
      </p:sp>
      <p:sp>
        <p:nvSpPr>
          <p:cNvPr id="16" name="Text 14"/>
          <p:cNvSpPr txBox="1"/>
          <p:nvPr/>
        </p:nvSpPr>
        <p:spPr>
          <a:xfrm>
            <a:off x="5760720" y="1828800"/>
            <a:ext cx="4572000" cy="457200"/>
          </a:xfrm>
          <a:prstGeom prst="rect">
            <a:avLst/>
          </a:prstGeom>
          <a:noFill/>
          <a:ln/>
        </p:spPr>
        <p:txBody>
          <a:bodyPr wrap="square" lIns="0" tIns="0" rIns="0" bIns="0" rtlCol="0" anchor="t"/>
          <a:lstStyle/>
          <a:p>
            <a:pPr algn="ctr" indent="0" marL="0">
              <a:buNone/>
            </a:pPr>
            <a:r>
              <a:rPr lang="en-US" sz="2000" dirty="0">
                <a:solidFill>
                  <a:srgbClr val="D7263D"/>
                </a:solidFill>
                <a:latin typeface="Arial Black" pitchFamily="34" charset="0"/>
                <a:ea typeface="Arial Black" pitchFamily="34" charset="-122"/>
                <a:cs typeface="Arial Black" pitchFamily="34" charset="-120"/>
              </a:rPr>
              <a:t>CONGRATULATIONS!!!</a:t>
            </a:r>
            <a:endParaRPr lang="en-US" sz="2000" dirty="0"/>
          </a:p>
        </p:txBody>
      </p:sp>
      <p:sp>
        <p:nvSpPr>
          <p:cNvPr id="17" name="Text 15"/>
          <p:cNvSpPr txBox="1"/>
          <p:nvPr/>
        </p:nvSpPr>
        <p:spPr>
          <a:xfrm>
            <a:off x="6035040" y="2286000"/>
            <a:ext cx="4023360" cy="594360"/>
          </a:xfrm>
          <a:prstGeom prst="rect">
            <a:avLst/>
          </a:prstGeom>
          <a:noFill/>
          <a:ln/>
        </p:spPr>
        <p:txBody>
          <a:bodyPr wrap="square" lIns="0" tIns="0" rIns="0" bIns="0" rtlCol="0" anchor="t"/>
          <a:lstStyle/>
          <a:p>
            <a:pPr algn="ctr" indent="0" marL="0">
              <a:buNone/>
            </a:pPr>
            <a:r>
              <a:rPr lang="en-US" sz="1400" b="1" dirty="0">
                <a:solidFill>
                  <a:srgbClr val="2B2B2B"/>
                </a:solidFill>
                <a:latin typeface="Calibri" pitchFamily="34" charset="0"/>
                <a:ea typeface="Calibri" pitchFamily="34" charset="-122"/>
                <a:cs typeface="Calibri" pitchFamily="34" charset="-120"/>
              </a:rPr>
              <a:t>You are our 1,000,000th visitor! You WON a FREE PHONE!</a:t>
            </a:r>
            <a:endParaRPr lang="en-US" sz="1400" dirty="0"/>
          </a:p>
        </p:txBody>
      </p:sp>
      <p:sp>
        <p:nvSpPr>
          <p:cNvPr id="18" name="Text 16"/>
          <p:cNvSpPr txBox="1"/>
          <p:nvPr/>
        </p:nvSpPr>
        <p:spPr>
          <a:xfrm>
            <a:off x="7086600" y="3063240"/>
            <a:ext cx="1920240" cy="475488"/>
          </a:xfrm>
          <a:prstGeom prst="rect">
            <a:avLst/>
          </a:prstGeom>
          <a:solidFill>
            <a:srgbClr val="D7263D"/>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CLAIM NOW</a:t>
            </a:r>
            <a:endParaRPr lang="en-US" sz="1400" dirty="0"/>
          </a:p>
        </p:txBody>
      </p:sp>
      <p:pic>
        <p:nvPicPr>
          <p:cNvPr id="19" name="Image 0" descr="/tmp/claude-0/-home-user-ashton212123/6ae88841-e158-5430-ba3a-d930461fce9f/scratchpad/build/assets/icons/FaMousePointer_FFFFFF.png">    </p:cNvPr>
          <p:cNvPicPr>
            <a:picLocks noChangeAspect="1"/>
          </p:cNvPicPr>
          <p:nvPr/>
        </p:nvPicPr>
        <p:blipFill>
          <a:blip r:embed="rId1"/>
          <a:stretch>
            <a:fillRect/>
          </a:stretch>
        </p:blipFill>
        <p:spPr>
          <a:xfrm>
            <a:off x="8641080" y="3291840"/>
            <a:ext cx="457200" cy="457200"/>
          </a:xfrm>
          <a:prstGeom prst="rect">
            <a:avLst/>
          </a:prstGeom>
        </p:spPr>
      </p:pic>
      <p:sp>
        <p:nvSpPr>
          <p:cNvPr id="20" name="Shape 17"/>
          <p:cNvSpPr/>
          <p:nvPr/>
        </p:nvSpPr>
        <p:spPr>
          <a:xfrm>
            <a:off x="7223760" y="4297680"/>
            <a:ext cx="914400" cy="182880"/>
          </a:xfrm>
          <a:prstGeom prst="rect">
            <a:avLst/>
          </a:prstGeom>
          <a:solidFill>
            <a:srgbClr val="3A4370"/>
          </a:solidFill>
          <a:ln w="12700">
            <a:solidFill>
              <a:srgbClr val="3A4370"/>
            </a:solidFill>
            <a:prstDash val="solid"/>
          </a:ln>
        </p:spPr>
      </p:sp>
      <p:sp>
        <p:nvSpPr>
          <p:cNvPr id="21" name="Shape 18"/>
          <p:cNvSpPr/>
          <p:nvPr/>
        </p:nvSpPr>
        <p:spPr>
          <a:xfrm>
            <a:off x="6675120" y="4462272"/>
            <a:ext cx="2011680" cy="91440"/>
          </a:xfrm>
          <a:prstGeom prst="rect">
            <a:avLst/>
          </a:prstGeom>
          <a:solidFill>
            <a:srgbClr val="3A4370"/>
          </a:solidFill>
          <a:ln w="12700">
            <a:solidFill>
              <a:srgbClr val="3A4370"/>
            </a:solidFill>
            <a:prstDash val="solid"/>
          </a:ln>
        </p:spPr>
      </p:sp>
      <p:pic>
        <p:nvPicPr>
          <p:cNvPr id="22" name="Image 1" descr="/tmp/claude-0/-home-user-ashton212123/6ae88841-e158-5430-ba3a-d930461fce9f/scratchpad/build/assets/kai.png">    </p:cNvPr>
          <p:cNvPicPr>
            <a:picLocks noChangeAspect="1"/>
          </p:cNvPicPr>
          <p:nvPr/>
        </p:nvPicPr>
        <p:blipFill>
          <a:blip r:embed="rId2"/>
          <a:stretch>
            <a:fillRect/>
          </a:stretch>
        </p:blipFill>
        <p:spPr>
          <a:xfrm>
            <a:off x="1325880" y="1143000"/>
            <a:ext cx="1920240" cy="2999232"/>
          </a:xfrm>
          <a:prstGeom prst="rect">
            <a:avLst/>
          </a:prstGeom>
        </p:spPr>
      </p:pic>
      <p:sp>
        <p:nvSpPr>
          <p:cNvPr id="23" name="Shape 19"/>
          <p:cNvSpPr/>
          <p:nvPr/>
        </p:nvSpPr>
        <p:spPr>
          <a:xfrm>
            <a:off x="457200" y="4846320"/>
            <a:ext cx="11274552" cy="1536192"/>
          </a:xfrm>
          <a:prstGeom prst="roundRect">
            <a:avLst>
              <a:gd name="adj" fmla="val 7143"/>
            </a:avLst>
          </a:prstGeom>
          <a:solidFill>
            <a:srgbClr val="121A3F">
              <a:alpha val="94000"/>
            </a:srgbClr>
          </a:solidFill>
          <a:ln w="22225">
            <a:solidFill>
              <a:srgbClr val="2DE2E6"/>
            </a:solidFill>
            <a:prstDash val="solid"/>
          </a:ln>
          <a:effectLst>
            <a:outerShdw sx="100000" sy="100000" kx="0" ky="0" algn="bl" rotWithShape="0" blurRad="203200" dist="50800" dir="5400000">
              <a:srgbClr val="2DE2E6">
                <a:alpha val="45000"/>
              </a:srgbClr>
            </a:outerShdw>
          </a:effectLst>
        </p:spPr>
      </p:sp>
      <p:sp>
        <p:nvSpPr>
          <p:cNvPr id="24" name="Text 20"/>
          <p:cNvSpPr txBox="1"/>
          <p:nvPr/>
        </p:nvSpPr>
        <p:spPr>
          <a:xfrm>
            <a:off x="731520" y="4645152"/>
            <a:ext cx="1408176" cy="384048"/>
          </a:xfrm>
          <a:prstGeom prst="roundRect">
            <a:avLst>
              <a:gd name="adj" fmla="val 14286"/>
            </a:avLst>
          </a:prstGeom>
          <a:solidFill>
            <a:srgbClr val="2DE2E6"/>
          </a:solidFill>
          <a:ln/>
        </p:spPr>
        <p:txBody>
          <a:bodyPr wrap="square" lIns="0" tIns="0" rIns="0" bIns="0" rtlCol="0" anchor="ctr"/>
          <a:lstStyle/>
          <a:p>
            <a:pPr algn="ctr" indent="0" marL="0">
              <a:buNone/>
            </a:pPr>
            <a:r>
              <a:rPr lang="en-US" sz="1300" b="1" dirty="0">
                <a:solidFill>
                  <a:srgbClr val="0A0F24"/>
                </a:solidFill>
                <a:latin typeface="Courier New" pitchFamily="34" charset="0"/>
                <a:ea typeface="Courier New" pitchFamily="34" charset="-122"/>
                <a:cs typeface="Courier New" pitchFamily="34" charset="-120"/>
              </a:rPr>
              <a:t>11:47 PM</a:t>
            </a:r>
            <a:endParaRPr lang="en-US" sz="1300" dirty="0"/>
          </a:p>
        </p:txBody>
      </p:sp>
      <p:sp>
        <p:nvSpPr>
          <p:cNvPr id="25" name="Text 21"/>
          <p:cNvSpPr txBox="1"/>
          <p:nvPr/>
        </p:nvSpPr>
        <p:spPr>
          <a:xfrm>
            <a:off x="777240" y="5193792"/>
            <a:ext cx="8778240" cy="1033272"/>
          </a:xfrm>
          <a:prstGeom prst="rect">
            <a:avLst/>
          </a:prstGeom>
          <a:noFill/>
          <a:ln/>
        </p:spPr>
        <p:txBody>
          <a:bodyPr wrap="square" lIns="0" tIns="0" rIns="0" bIns="0" rtlCol="0" anchor="t"/>
          <a:lstStyle/>
          <a:p>
            <a:pPr indent="0" marL="0">
              <a:spcAft>
                <a:spcPts val="400"/>
              </a:spcAft>
              <a:buNone/>
            </a:pPr>
            <a:r>
              <a:rPr lang="en-US" sz="1700" dirty="0">
                <a:solidFill>
                  <a:srgbClr val="EAF2FF"/>
                </a:solidFill>
                <a:latin typeface="Calibri" pitchFamily="34" charset="0"/>
                <a:ea typeface="Calibri" pitchFamily="34" charset="-122"/>
                <a:cs typeface="Calibri" pitchFamily="34" charset="-120"/>
              </a:rPr>
              <a:t>It's the night before the E-Tech deadline. Kai is finishing the group's game when a flashing pop-up appears. Without thinking twice... Kai clicks CLAIM NOW.</a:t>
            </a:r>
            <a:endParaRPr lang="en-US" sz="1700" dirty="0"/>
          </a:p>
        </p:txBody>
      </p:sp>
      <p:sp>
        <p:nvSpPr>
          <p:cNvPr id="26" name="Link - NEXT">
            <a:hlinkClick r:id="rId6" action="ppaction://hlinksldjump" highlightClick="1"/>
          </p:cNvPr>
          <p:cNvSpPr txBox="1"/>
          <p:nvPr/>
        </p:nvSpPr>
        <p:spPr>
          <a:xfrm>
            <a:off x="9692640" y="5687568"/>
            <a:ext cx="1783080" cy="502920"/>
          </a:xfrm>
          <a:prstGeom prst="roundRect">
            <a:avLst>
              <a:gd name="adj" fmla="val 18182"/>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400" spc="100" kern="0" dirty="0">
                <a:solidFill>
                  <a:srgbClr val="0A0F24"/>
                </a:solidFill>
                <a:latin typeface="Arial Black" pitchFamily="34" charset="0"/>
                <a:ea typeface="Arial Black" pitchFamily="34" charset="-122"/>
                <a:cs typeface="Arial Black" pitchFamily="34" charset="-120"/>
              </a:rPr>
              <a:t>NEXT</a:t>
            </a:r>
            <a:endParaRPr lang="en-US" sz="1400" dirty="0"/>
          </a:p>
        </p:txBody>
      </p:sp>
    </p:spTree>
  </p:cSld>
  <p:clrMapOvr>
    <a:masterClrMapping/>
  </p:clrMapOvr>
  <p:transition spd="med" advClick="0">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20040"/>
            <a:ext cx="3657600" cy="365760"/>
          </a:xfrm>
          <a:prstGeom prst="rect">
            <a:avLst/>
          </a:prstGeom>
          <a:noFill/>
          <a:ln/>
        </p:spPr>
        <p:txBody>
          <a:bodyPr wrap="square" lIns="0" tIns="0" rIns="0" bIns="0" rtlCol="0" anchor="t"/>
          <a:lstStyle/>
          <a:p>
            <a:pPr indent="0" marL="0">
              <a:buNone/>
            </a:pPr>
            <a:r>
              <a:rPr lang="en-US" sz="1400" b="1" dirty="0">
                <a:solidFill>
                  <a:srgbClr val="F72585"/>
                </a:solidFill>
                <a:latin typeface="Courier New" pitchFamily="34" charset="0"/>
                <a:ea typeface="Courier New" pitchFamily="34" charset="-122"/>
                <a:cs typeface="Courier New" pitchFamily="34" charset="-120"/>
              </a:rPr>
              <a:t>&gt; STORY 2/3</a:t>
            </a:r>
            <a:endParaRPr lang="en-US" sz="1400" dirty="0"/>
          </a:p>
        </p:txBody>
      </p:sp>
      <p:sp>
        <p:nvSpPr>
          <p:cNvPr id="3" name="Link - SKIP STORY">
            <a:hlinkClick r:id="rId5" action="ppaction://hlinksldjump" highlightClick="1"/>
          </p:cNvPr>
          <p:cNvSpPr txBox="1"/>
          <p:nvPr/>
        </p:nvSpPr>
        <p:spPr>
          <a:xfrm>
            <a:off x="9902952" y="274320"/>
            <a:ext cx="1828800" cy="457200"/>
          </a:xfrm>
          <a:prstGeom prst="roundRect">
            <a:avLst>
              <a:gd name="adj" fmla="val 20000"/>
            </a:avLst>
          </a:prstGeom>
          <a:solidFill>
            <a:srgbClr val="1A2353"/>
          </a:solidFill>
          <a:ln w="25400">
            <a:solidFill>
              <a:srgbClr val="F72585"/>
            </a:solidFill>
          </a:ln>
          <a:effectLst>
            <a:outerShdw sx="100000" sy="100000" kx="0" ky="0" algn="bl" rotWithShape="0" blurRad="177800" dist="50800" dir="5400000">
              <a:srgbClr val="F72585">
                <a:alpha val="35000"/>
              </a:srgbClr>
            </a:outerShdw>
          </a:effectLst>
        </p:spPr>
        <p:txBody>
          <a:bodyPr wrap="square" lIns="0" tIns="0" rIns="0" bIns="0" rtlCol="0" anchor="ctr"/>
          <a:lstStyle/>
          <a:p>
            <a:pPr algn="ctr" indent="0" marL="0">
              <a:buNone/>
            </a:pPr>
            <a:r>
              <a:rPr lang="en-US" sz="1100" spc="100" kern="0" dirty="0">
                <a:solidFill>
                  <a:srgbClr val="EAF2FF"/>
                </a:solidFill>
                <a:latin typeface="Arial Black" pitchFamily="34" charset="0"/>
                <a:ea typeface="Arial Black" pitchFamily="34" charset="-122"/>
                <a:cs typeface="Arial Black" pitchFamily="34" charset="-120"/>
              </a:rPr>
              <a:t>SKIP STORY</a:t>
            </a:r>
            <a:endParaRPr lang="en-US" sz="1100" dirty="0"/>
          </a:p>
        </p:txBody>
      </p:sp>
      <p:sp>
        <p:nvSpPr>
          <p:cNvPr id="4" name="Text 2"/>
          <p:cNvSpPr txBox="1"/>
          <p:nvPr/>
        </p:nvSpPr>
        <p:spPr>
          <a:xfrm rot="-360000">
            <a:off x="640080" y="914400"/>
            <a:ext cx="4206240" cy="1005840"/>
          </a:xfrm>
          <a:prstGeom prst="rect">
            <a:avLst/>
          </a:prstGeom>
          <a:noFill/>
          <a:ln/>
        </p:spPr>
        <p:txBody>
          <a:bodyPr wrap="square" lIns="0" tIns="0" rIns="0" bIns="0" rtlCol="0" anchor="t"/>
          <a:lstStyle/>
          <a:p>
            <a:pPr indent="0" marL="0">
              <a:buNone/>
            </a:pPr>
            <a:r>
              <a:rPr lang="en-US" sz="5800" dirty="0">
                <a:solidFill>
                  <a:srgbClr val="FFC233"/>
                </a:solidFill>
                <a:latin typeface="Arial Black" pitchFamily="34" charset="0"/>
                <a:ea typeface="Arial Black" pitchFamily="34" charset="-122"/>
                <a:cs typeface="Arial Black" pitchFamily="34" charset="-120"/>
              </a:rPr>
              <a:t>ZZZAP!</a:t>
            </a:r>
            <a:endParaRPr lang="en-US" sz="5800" dirty="0"/>
          </a:p>
        </p:txBody>
      </p:sp>
      <p:pic>
        <p:nvPicPr>
          <p:cNvPr id="5" name="Image 0" descr="/tmp/claude-0/-home-user-ashton212123/6ae88841-e158-5430-ba3a-d930461fce9f/scratchpad/build/assets/kai.png">    </p:cNvPr>
          <p:cNvPicPr>
            <a:picLocks noChangeAspect="1"/>
          </p:cNvPicPr>
          <p:nvPr/>
        </p:nvPicPr>
        <p:blipFill>
          <a:blip r:embed="rId1"/>
          <a:stretch>
            <a:fillRect/>
          </a:stretch>
        </p:blipFill>
        <p:spPr>
          <a:xfrm rot="-1440000">
            <a:off x="1828800" y="2011680"/>
            <a:ext cx="1371600" cy="2139696"/>
          </a:xfrm>
          <a:prstGeom prst="rect">
            <a:avLst/>
          </a:prstGeom>
        </p:spPr>
      </p:pic>
      <p:sp>
        <p:nvSpPr>
          <p:cNvPr id="6" name="Shape 3"/>
          <p:cNvSpPr/>
          <p:nvPr/>
        </p:nvSpPr>
        <p:spPr>
          <a:xfrm>
            <a:off x="1280160" y="2286000"/>
            <a:ext cx="146304" cy="146304"/>
          </a:xfrm>
          <a:prstGeom prst="rect">
            <a:avLst/>
          </a:prstGeom>
          <a:solidFill>
            <a:srgbClr val="F72585"/>
          </a:solidFill>
          <a:ln w="12700">
            <a:solidFill>
              <a:srgbClr val="F72585"/>
            </a:solidFill>
            <a:prstDash val="solid"/>
          </a:ln>
        </p:spPr>
      </p:sp>
      <p:sp>
        <p:nvSpPr>
          <p:cNvPr id="7" name="Shape 4"/>
          <p:cNvSpPr/>
          <p:nvPr/>
        </p:nvSpPr>
        <p:spPr>
          <a:xfrm>
            <a:off x="3566160" y="2194560"/>
            <a:ext cx="109728" cy="109728"/>
          </a:xfrm>
          <a:prstGeom prst="rect">
            <a:avLst/>
          </a:prstGeom>
          <a:solidFill>
            <a:srgbClr val="2DE2E6"/>
          </a:solidFill>
          <a:ln w="12700">
            <a:solidFill>
              <a:srgbClr val="2DE2E6"/>
            </a:solidFill>
            <a:prstDash val="solid"/>
          </a:ln>
        </p:spPr>
      </p:sp>
      <p:sp>
        <p:nvSpPr>
          <p:cNvPr id="8" name="Shape 5"/>
          <p:cNvSpPr/>
          <p:nvPr/>
        </p:nvSpPr>
        <p:spPr>
          <a:xfrm>
            <a:off x="1554480" y="3931920"/>
            <a:ext cx="109728" cy="109728"/>
          </a:xfrm>
          <a:prstGeom prst="rect">
            <a:avLst/>
          </a:prstGeom>
          <a:solidFill>
            <a:srgbClr val="F72585"/>
          </a:solidFill>
          <a:ln w="12700">
            <a:solidFill>
              <a:srgbClr val="F72585"/>
            </a:solidFill>
            <a:prstDash val="solid"/>
          </a:ln>
        </p:spPr>
      </p:sp>
      <p:sp>
        <p:nvSpPr>
          <p:cNvPr id="9" name="Shape 6"/>
          <p:cNvSpPr/>
          <p:nvPr/>
        </p:nvSpPr>
        <p:spPr>
          <a:xfrm>
            <a:off x="3291840" y="3749040"/>
            <a:ext cx="164592" cy="164592"/>
          </a:xfrm>
          <a:prstGeom prst="rect">
            <a:avLst/>
          </a:prstGeom>
          <a:solidFill>
            <a:srgbClr val="2DE2E6"/>
          </a:solidFill>
          <a:ln w="12700">
            <a:solidFill>
              <a:srgbClr val="2DE2E6"/>
            </a:solidFill>
            <a:prstDash val="solid"/>
          </a:ln>
        </p:spPr>
      </p:sp>
      <p:sp>
        <p:nvSpPr>
          <p:cNvPr id="10" name="Shape 7"/>
          <p:cNvSpPr/>
          <p:nvPr/>
        </p:nvSpPr>
        <p:spPr>
          <a:xfrm>
            <a:off x="4023360" y="2926080"/>
            <a:ext cx="91440" cy="91440"/>
          </a:xfrm>
          <a:prstGeom prst="rect">
            <a:avLst/>
          </a:prstGeom>
          <a:solidFill>
            <a:srgbClr val="F72585"/>
          </a:solidFill>
          <a:ln w="12700">
            <a:solidFill>
              <a:srgbClr val="F72585"/>
            </a:solidFill>
            <a:prstDash val="solid"/>
          </a:ln>
        </p:spPr>
      </p:sp>
      <p:sp>
        <p:nvSpPr>
          <p:cNvPr id="11" name="Shape 8"/>
          <p:cNvSpPr/>
          <p:nvPr/>
        </p:nvSpPr>
        <p:spPr>
          <a:xfrm>
            <a:off x="1005840" y="3108960"/>
            <a:ext cx="91440" cy="91440"/>
          </a:xfrm>
          <a:prstGeom prst="rect">
            <a:avLst/>
          </a:prstGeom>
          <a:solidFill>
            <a:srgbClr val="2DE2E6"/>
          </a:solidFill>
          <a:ln w="12700">
            <a:solidFill>
              <a:srgbClr val="2DE2E6"/>
            </a:solidFill>
            <a:prstDash val="solid"/>
          </a:ln>
        </p:spPr>
      </p:sp>
      <p:pic>
        <p:nvPicPr>
          <p:cNvPr id="12" name="Image 1" descr="/tmp/claude-0/-home-user-ashton212123/6ae88841-e158-5430-ba3a-d930461fce9f/scratchpad/build/assets/null_glitch.png">    </p:cNvPr>
          <p:cNvPicPr>
            <a:picLocks noChangeAspect="1"/>
          </p:cNvPicPr>
          <p:nvPr/>
        </p:nvPicPr>
        <p:blipFill>
          <a:blip r:embed="rId2"/>
          <a:stretch>
            <a:fillRect/>
          </a:stretch>
        </p:blipFill>
        <p:spPr>
          <a:xfrm>
            <a:off x="5852160" y="685800"/>
            <a:ext cx="4663440" cy="3694176"/>
          </a:xfrm>
          <a:prstGeom prst="rect">
            <a:avLst/>
          </a:prstGeom>
        </p:spPr>
      </p:pic>
      <p:sp>
        <p:nvSpPr>
          <p:cNvPr id="13" name="Shape 9"/>
          <p:cNvSpPr/>
          <p:nvPr/>
        </p:nvSpPr>
        <p:spPr>
          <a:xfrm>
            <a:off x="457200" y="4846320"/>
            <a:ext cx="11274552" cy="1536192"/>
          </a:xfrm>
          <a:prstGeom prst="roundRect">
            <a:avLst>
              <a:gd name="adj" fmla="val 7143"/>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4" name="Text 10"/>
          <p:cNvSpPr txBox="1"/>
          <p:nvPr/>
        </p:nvSpPr>
        <p:spPr>
          <a:xfrm>
            <a:off x="731520" y="4645152"/>
            <a:ext cx="1188720" cy="384048"/>
          </a:xfrm>
          <a:prstGeom prst="roundRect">
            <a:avLst>
              <a:gd name="adj" fmla="val 14286"/>
            </a:avLst>
          </a:prstGeom>
          <a:solidFill>
            <a:srgbClr val="F72585"/>
          </a:solidFill>
          <a:ln/>
        </p:spPr>
        <p:txBody>
          <a:bodyPr wrap="square" lIns="0" tIns="0" rIns="0" bIns="0" rtlCol="0" anchor="ctr"/>
          <a:lstStyle/>
          <a:p>
            <a:pPr algn="ctr" indent="0" marL="0">
              <a:buNone/>
            </a:pPr>
            <a:r>
              <a:rPr lang="en-US" sz="1300" b="1" dirty="0">
                <a:solidFill>
                  <a:srgbClr val="0A0F24"/>
                </a:solidFill>
                <a:latin typeface="Courier New" pitchFamily="34" charset="0"/>
                <a:ea typeface="Courier New" pitchFamily="34" charset="-122"/>
                <a:cs typeface="Courier New" pitchFamily="34" charset="-120"/>
              </a:rPr>
              <a:t>NULL</a:t>
            </a:r>
            <a:endParaRPr lang="en-US" sz="1300" dirty="0"/>
          </a:p>
        </p:txBody>
      </p:sp>
      <p:sp>
        <p:nvSpPr>
          <p:cNvPr id="15" name="Text 11"/>
          <p:cNvSpPr txBox="1"/>
          <p:nvPr/>
        </p:nvSpPr>
        <p:spPr>
          <a:xfrm>
            <a:off x="777240" y="5193792"/>
            <a:ext cx="8778240" cy="1033272"/>
          </a:xfrm>
          <a:prstGeom prst="rect">
            <a:avLst/>
          </a:prstGeom>
          <a:noFill/>
          <a:ln/>
        </p:spPr>
        <p:txBody>
          <a:bodyPr wrap="square" lIns="0" tIns="0" rIns="0" bIns="0" rtlCol="0" anchor="t"/>
          <a:lstStyle/>
          <a:p>
            <a:pPr indent="0" marL="0">
              <a:spcAft>
                <a:spcPts val="400"/>
              </a:spcAft>
              <a:buNone/>
            </a:pPr>
            <a:r>
              <a:rPr lang="en-US" sz="1700" dirty="0">
                <a:solidFill>
                  <a:srgbClr val="EAF2FF"/>
                </a:solidFill>
                <a:latin typeface="Calibri" pitchFamily="34" charset="0"/>
                <a:ea typeface="Calibri" pitchFamily="34" charset="-122"/>
                <a:cs typeface="Calibri" pitchFamily="34" charset="-120"/>
              </a:rPr>
              <a:t>Hahaha! I am NULL, the virus you just let in! I pulled you INSIDE the computer. Your files, your game, and YOU now belong to me!</a:t>
            </a:r>
            <a:endParaRPr lang="en-US" sz="1700" dirty="0"/>
          </a:p>
        </p:txBody>
      </p:sp>
      <p:sp>
        <p:nvSpPr>
          <p:cNvPr id="16" name="Link - NEXT">
            <a:hlinkClick r:id="rId6" action="ppaction://hlinksldjump" highlightClick="1"/>
          </p:cNvPr>
          <p:cNvSpPr txBox="1"/>
          <p:nvPr/>
        </p:nvSpPr>
        <p:spPr>
          <a:xfrm>
            <a:off x="9692640" y="5687568"/>
            <a:ext cx="1783080" cy="502920"/>
          </a:xfrm>
          <a:prstGeom prst="roundRect">
            <a:avLst>
              <a:gd name="adj" fmla="val 18182"/>
            </a:avLst>
          </a:prstGeom>
          <a:solidFill>
            <a:srgbClr val="F72585"/>
          </a:solidFill>
          <a:ln w="25400">
            <a:solidFill>
              <a:srgbClr val="F72585"/>
            </a:solidFill>
          </a:ln>
          <a:effectLst>
            <a:outerShdw sx="100000" sy="100000" kx="0" ky="0" algn="bl" rotWithShape="0" blurRad="177800" dist="50800" dir="5400000">
              <a:srgbClr val="F72585">
                <a:alpha val="60000"/>
              </a:srgbClr>
            </a:outerShdw>
          </a:effectLst>
        </p:spPr>
        <p:txBody>
          <a:bodyPr wrap="square" lIns="0" tIns="0" rIns="0" bIns="0" rtlCol="0" anchor="ctr"/>
          <a:lstStyle/>
          <a:p>
            <a:pPr algn="ctr" indent="0" marL="0">
              <a:buNone/>
            </a:pPr>
            <a:r>
              <a:rPr lang="en-US" sz="1400" spc="100" kern="0" dirty="0">
                <a:solidFill>
                  <a:srgbClr val="0A0F24"/>
                </a:solidFill>
                <a:latin typeface="Arial Black" pitchFamily="34" charset="0"/>
                <a:ea typeface="Arial Black" pitchFamily="34" charset="-122"/>
                <a:cs typeface="Arial Black" pitchFamily="34" charset="-120"/>
              </a:rPr>
              <a:t>NEXT</a:t>
            </a:r>
            <a:endParaRPr lang="en-US" sz="1400" dirty="0"/>
          </a:p>
        </p:txBody>
      </p:sp>
    </p:spTree>
  </p:cSld>
  <p:clrMapOvr>
    <a:masterClrMapping/>
  </p:clrMapOvr>
  <p:transition spd="med" advClick="0">
    <p:fade/>
    <p:sndAc>
      <p:stSnd>
        <p:snd r:embed="rId7" name="snd_wrong.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320040"/>
            <a:ext cx="3657600" cy="365760"/>
          </a:xfrm>
          <a:prstGeom prst="rect">
            <a:avLst/>
          </a:prstGeom>
          <a:noFill/>
          <a:ln/>
        </p:spPr>
        <p:txBody>
          <a:bodyPr wrap="square" lIns="0" tIns="0" rIns="0" bIns="0" rtlCol="0" anchor="t"/>
          <a:lstStyle/>
          <a:p>
            <a:pPr indent="0" marL="0">
              <a:buNone/>
            </a:pPr>
            <a:r>
              <a:rPr lang="en-US" sz="1400" b="1" dirty="0">
                <a:solidFill>
                  <a:srgbClr val="2DE2E6"/>
                </a:solidFill>
                <a:latin typeface="Courier New" pitchFamily="34" charset="0"/>
                <a:ea typeface="Courier New" pitchFamily="34" charset="-122"/>
                <a:cs typeface="Courier New" pitchFamily="34" charset="-120"/>
              </a:rPr>
              <a:t>&gt; STORY 3/3</a:t>
            </a:r>
            <a:endParaRPr lang="en-US" sz="1400" dirty="0"/>
          </a:p>
        </p:txBody>
      </p:sp>
      <p:pic>
        <p:nvPicPr>
          <p:cNvPr id="3" name="Image 0" descr="/tmp/claude-0/-home-user-ashton212123/6ae88841-e158-5430-ba3a-d930461fce9f/scratchpad/build/assets/byte.png">    </p:cNvPr>
          <p:cNvPicPr>
            <a:picLocks noChangeAspect="1"/>
          </p:cNvPicPr>
          <p:nvPr/>
        </p:nvPicPr>
        <p:blipFill>
          <a:blip r:embed="rId1"/>
          <a:stretch>
            <a:fillRect/>
          </a:stretch>
        </p:blipFill>
        <p:spPr>
          <a:xfrm>
            <a:off x="1097280" y="914400"/>
            <a:ext cx="2103120" cy="3282696"/>
          </a:xfrm>
          <a:prstGeom prst="rect">
            <a:avLst/>
          </a:prstGeom>
        </p:spPr>
      </p:pic>
      <p:sp>
        <p:nvSpPr>
          <p:cNvPr id="4" name="Text 1"/>
          <p:cNvSpPr txBox="1"/>
          <p:nvPr/>
        </p:nvSpPr>
        <p:spPr>
          <a:xfrm>
            <a:off x="3931920" y="1051560"/>
            <a:ext cx="5486400" cy="365760"/>
          </a:xfrm>
          <a:prstGeom prst="rect">
            <a:avLst/>
          </a:prstGeom>
          <a:noFill/>
          <a:ln/>
        </p:spPr>
        <p:txBody>
          <a:bodyPr wrap="square" lIns="0" tIns="0" rIns="0" bIns="0" rtlCol="0" anchor="t"/>
          <a:lstStyle/>
          <a:p>
            <a:pPr indent="0" marL="0">
              <a:buNone/>
            </a:pPr>
            <a:r>
              <a:rPr lang="en-US" sz="1400" b="1" dirty="0">
                <a:solidFill>
                  <a:srgbClr val="2DE2E6"/>
                </a:solidFill>
                <a:latin typeface="Courier New" pitchFamily="34" charset="0"/>
                <a:ea typeface="Courier New" pitchFamily="34" charset="-122"/>
                <a:cs typeface="Courier New" pitchFamily="34" charset="-120"/>
              </a:rPr>
              <a:t>MISSION MAP</a:t>
            </a:r>
            <a:endParaRPr lang="en-US" sz="1400" dirty="0"/>
          </a:p>
        </p:txBody>
      </p:sp>
      <p:sp>
        <p:nvSpPr>
          <p:cNvPr id="5" name="Shape 2"/>
          <p:cNvSpPr/>
          <p:nvPr/>
        </p:nvSpPr>
        <p:spPr>
          <a:xfrm>
            <a:off x="4526280" y="2103120"/>
            <a:ext cx="6400800" cy="0"/>
          </a:xfrm>
          <a:prstGeom prst="line">
            <a:avLst/>
          </a:prstGeom>
          <a:noFill/>
          <a:ln w="38100">
            <a:solidFill>
              <a:srgbClr val="3A4370"/>
            </a:solidFill>
            <a:prstDash val="dash"/>
          </a:ln>
        </p:spPr>
      </p:sp>
      <p:sp>
        <p:nvSpPr>
          <p:cNvPr id="6" name="Shape 3"/>
          <p:cNvSpPr/>
          <p:nvPr/>
        </p:nvSpPr>
        <p:spPr>
          <a:xfrm>
            <a:off x="4069080" y="1645920"/>
            <a:ext cx="914400" cy="914400"/>
          </a:xfrm>
          <a:prstGeom prst="ellipse">
            <a:avLst/>
          </a:prstGeom>
          <a:solidFill>
            <a:srgbClr val="1A2353"/>
          </a:solidFill>
          <a:ln w="31750">
            <a:solidFill>
              <a:srgbClr val="2DE2E6"/>
            </a:solidFill>
            <a:prstDash val="solid"/>
          </a:ln>
          <a:effectLst>
            <a:outerShdw sx="100000" sy="100000" kx="0" ky="0" algn="bl" rotWithShape="0" blurRad="152400" dist="50800" dir="5400000">
              <a:srgbClr val="2DE2E6">
                <a:alpha val="45000"/>
              </a:srgbClr>
            </a:outerShdw>
          </a:effectLst>
        </p:spPr>
      </p:sp>
      <p:pic>
        <p:nvPicPr>
          <p:cNvPr id="7" name="Image 1" descr="/tmp/claude-0/-home-user-ashton212123/6ae88841-e158-5430-ba3a-d930461fce9f/scratchpad/build/assets/icons/FaFlask_2DE2E6.png">    </p:cNvPr>
          <p:cNvPicPr>
            <a:picLocks noChangeAspect="1"/>
          </p:cNvPicPr>
          <p:nvPr/>
        </p:nvPicPr>
        <p:blipFill>
          <a:blip r:embed="rId2"/>
          <a:stretch>
            <a:fillRect/>
          </a:stretch>
        </p:blipFill>
        <p:spPr>
          <a:xfrm>
            <a:off x="4251960" y="1828800"/>
            <a:ext cx="548640" cy="548640"/>
          </a:xfrm>
          <a:prstGeom prst="rect">
            <a:avLst/>
          </a:prstGeom>
        </p:spPr>
      </p:pic>
      <p:sp>
        <p:nvSpPr>
          <p:cNvPr id="8" name="Text 4"/>
          <p:cNvSpPr txBox="1"/>
          <p:nvPr/>
        </p:nvSpPr>
        <p:spPr>
          <a:xfrm>
            <a:off x="3794760" y="2615184"/>
            <a:ext cx="1463040" cy="256032"/>
          </a:xfrm>
          <a:prstGeom prst="rect">
            <a:avLst/>
          </a:prstGeom>
          <a:noFill/>
          <a:ln/>
        </p:spPr>
        <p:txBody>
          <a:bodyPr wrap="square" lIns="0" tIns="0" rIns="0" bIns="0" rtlCol="0" anchor="t"/>
          <a:lstStyle/>
          <a:p>
            <a:pPr algn="ctr" indent="0" marL="0">
              <a:buNone/>
            </a:pPr>
            <a:r>
              <a:rPr lang="en-US" sz="900" b="1" dirty="0">
                <a:solidFill>
                  <a:srgbClr val="2DE2E6"/>
                </a:solidFill>
                <a:latin typeface="Courier New" pitchFamily="34" charset="0"/>
                <a:ea typeface="Courier New" pitchFamily="34" charset="-122"/>
                <a:cs typeface="Courier New" pitchFamily="34" charset="-120"/>
              </a:rPr>
              <a:t>SCIENCE</a:t>
            </a:r>
            <a:endParaRPr lang="en-US" sz="900" dirty="0"/>
          </a:p>
        </p:txBody>
      </p:sp>
      <p:sp>
        <p:nvSpPr>
          <p:cNvPr id="9" name="Shape 5"/>
          <p:cNvSpPr/>
          <p:nvPr/>
        </p:nvSpPr>
        <p:spPr>
          <a:xfrm>
            <a:off x="5669280" y="1645920"/>
            <a:ext cx="914400" cy="914400"/>
          </a:xfrm>
          <a:prstGeom prst="ellipse">
            <a:avLst/>
          </a:prstGeom>
          <a:solidFill>
            <a:srgbClr val="1A2353"/>
          </a:solidFill>
          <a:ln w="25400">
            <a:solidFill>
              <a:srgbClr val="3A4370"/>
            </a:solidFill>
            <a:prstDash val="solid"/>
          </a:ln>
        </p:spPr>
      </p:sp>
      <p:pic>
        <p:nvPicPr>
          <p:cNvPr id="10" name="Image 2" descr="/tmp/claude-0/-home-user-ashton212123/6ae88841-e158-5430-ba3a-d930461fce9f/scratchpad/build/assets/icons/FaLock_5A6494.png">    </p:cNvPr>
          <p:cNvPicPr>
            <a:picLocks noChangeAspect="1"/>
          </p:cNvPicPr>
          <p:nvPr/>
        </p:nvPicPr>
        <p:blipFill>
          <a:blip r:embed="rId3"/>
          <a:stretch>
            <a:fillRect/>
          </a:stretch>
        </p:blipFill>
        <p:spPr>
          <a:xfrm>
            <a:off x="5907024" y="1883664"/>
            <a:ext cx="438912" cy="438912"/>
          </a:xfrm>
          <a:prstGeom prst="rect">
            <a:avLst/>
          </a:prstGeom>
        </p:spPr>
      </p:pic>
      <p:sp>
        <p:nvSpPr>
          <p:cNvPr id="11" name="Text 6"/>
          <p:cNvSpPr txBox="1"/>
          <p:nvPr/>
        </p:nvSpPr>
        <p:spPr>
          <a:xfrm>
            <a:off x="5394960" y="2615184"/>
            <a:ext cx="1463040" cy="256032"/>
          </a:xfrm>
          <a:prstGeom prst="rect">
            <a:avLst/>
          </a:prstGeom>
          <a:noFill/>
          <a:ln/>
        </p:spPr>
        <p:txBody>
          <a:bodyPr wrap="square" lIns="0" tIns="0" rIns="0" bIns="0" rtlCol="0" anchor="t"/>
          <a:lstStyle/>
          <a:p>
            <a:pPr algn="ctr" indent="0" marL="0">
              <a:buNone/>
            </a:pPr>
            <a:r>
              <a:rPr lang="en-US" sz="900" b="1" dirty="0">
                <a:solidFill>
                  <a:srgbClr val="5A6494"/>
                </a:solidFill>
                <a:latin typeface="Courier New" pitchFamily="34" charset="0"/>
                <a:ea typeface="Courier New" pitchFamily="34" charset="-122"/>
                <a:cs typeface="Courier New" pitchFamily="34" charset="-120"/>
              </a:rPr>
              <a:t>HISTORY</a:t>
            </a:r>
            <a:endParaRPr lang="en-US" sz="900" dirty="0"/>
          </a:p>
        </p:txBody>
      </p:sp>
      <p:sp>
        <p:nvSpPr>
          <p:cNvPr id="12" name="Shape 7"/>
          <p:cNvSpPr/>
          <p:nvPr/>
        </p:nvSpPr>
        <p:spPr>
          <a:xfrm>
            <a:off x="7269480" y="1645920"/>
            <a:ext cx="914400" cy="914400"/>
          </a:xfrm>
          <a:prstGeom prst="ellipse">
            <a:avLst/>
          </a:prstGeom>
          <a:solidFill>
            <a:srgbClr val="1A2353"/>
          </a:solidFill>
          <a:ln w="25400">
            <a:solidFill>
              <a:srgbClr val="3A4370"/>
            </a:solidFill>
            <a:prstDash val="solid"/>
          </a:ln>
        </p:spPr>
      </p:sp>
      <p:pic>
        <p:nvPicPr>
          <p:cNvPr id="13" name="Image 3" descr="/tmp/claude-0/-home-user-ashton212123/6ae88841-e158-5430-ba3a-d930461fce9f/scratchpad/build/assets/icons/FaLock_5A6494.png">    </p:cNvPr>
          <p:cNvPicPr>
            <a:picLocks noChangeAspect="1"/>
          </p:cNvPicPr>
          <p:nvPr/>
        </p:nvPicPr>
        <p:blipFill>
          <a:blip r:embed="rId4"/>
          <a:stretch>
            <a:fillRect/>
          </a:stretch>
        </p:blipFill>
        <p:spPr>
          <a:xfrm>
            <a:off x="7507224" y="1883664"/>
            <a:ext cx="438912" cy="438912"/>
          </a:xfrm>
          <a:prstGeom prst="rect">
            <a:avLst/>
          </a:prstGeom>
        </p:spPr>
      </p:pic>
      <p:sp>
        <p:nvSpPr>
          <p:cNvPr id="14" name="Text 8"/>
          <p:cNvSpPr txBox="1"/>
          <p:nvPr/>
        </p:nvSpPr>
        <p:spPr>
          <a:xfrm>
            <a:off x="6995160" y="2615184"/>
            <a:ext cx="1463040" cy="256032"/>
          </a:xfrm>
          <a:prstGeom prst="rect">
            <a:avLst/>
          </a:prstGeom>
          <a:noFill/>
          <a:ln/>
        </p:spPr>
        <p:txBody>
          <a:bodyPr wrap="square" lIns="0" tIns="0" rIns="0" bIns="0" rtlCol="0" anchor="t"/>
          <a:lstStyle/>
          <a:p>
            <a:pPr algn="ctr" indent="0" marL="0">
              <a:buNone/>
            </a:pPr>
            <a:r>
              <a:rPr lang="en-US" sz="900" b="1" dirty="0">
                <a:solidFill>
                  <a:srgbClr val="5A6494"/>
                </a:solidFill>
                <a:latin typeface="Courier New" pitchFamily="34" charset="0"/>
                <a:ea typeface="Courier New" pitchFamily="34" charset="-122"/>
                <a:cs typeface="Courier New" pitchFamily="34" charset="-120"/>
              </a:rPr>
              <a:t>FUN ZONE</a:t>
            </a:r>
            <a:endParaRPr lang="en-US" sz="900" dirty="0"/>
          </a:p>
        </p:txBody>
      </p:sp>
      <p:sp>
        <p:nvSpPr>
          <p:cNvPr id="15" name="Shape 9"/>
          <p:cNvSpPr/>
          <p:nvPr/>
        </p:nvSpPr>
        <p:spPr>
          <a:xfrm>
            <a:off x="8869680" y="1645920"/>
            <a:ext cx="914400" cy="914400"/>
          </a:xfrm>
          <a:prstGeom prst="ellipse">
            <a:avLst/>
          </a:prstGeom>
          <a:solidFill>
            <a:srgbClr val="1A2353"/>
          </a:solidFill>
          <a:ln w="25400">
            <a:solidFill>
              <a:srgbClr val="3A4370"/>
            </a:solidFill>
            <a:prstDash val="solid"/>
          </a:ln>
        </p:spPr>
      </p:sp>
      <p:pic>
        <p:nvPicPr>
          <p:cNvPr id="16" name="Image 4" descr="/tmp/claude-0/-home-user-ashton212123/6ae88841-e158-5430-ba3a-d930461fce9f/scratchpad/build/assets/icons/FaLock_5A6494.png">    </p:cNvPr>
          <p:cNvPicPr>
            <a:picLocks noChangeAspect="1"/>
          </p:cNvPicPr>
          <p:nvPr/>
        </p:nvPicPr>
        <p:blipFill>
          <a:blip r:embed="rId5"/>
          <a:stretch>
            <a:fillRect/>
          </a:stretch>
        </p:blipFill>
        <p:spPr>
          <a:xfrm>
            <a:off x="9107424" y="1883664"/>
            <a:ext cx="438912" cy="438912"/>
          </a:xfrm>
          <a:prstGeom prst="rect">
            <a:avLst/>
          </a:prstGeom>
        </p:spPr>
      </p:pic>
      <p:sp>
        <p:nvSpPr>
          <p:cNvPr id="17" name="Text 10"/>
          <p:cNvSpPr txBox="1"/>
          <p:nvPr/>
        </p:nvSpPr>
        <p:spPr>
          <a:xfrm>
            <a:off x="8595360" y="2615184"/>
            <a:ext cx="1463040" cy="256032"/>
          </a:xfrm>
          <a:prstGeom prst="rect">
            <a:avLst/>
          </a:prstGeom>
          <a:noFill/>
          <a:ln/>
        </p:spPr>
        <p:txBody>
          <a:bodyPr wrap="square" lIns="0" tIns="0" rIns="0" bIns="0" rtlCol="0" anchor="t"/>
          <a:lstStyle/>
          <a:p>
            <a:pPr algn="ctr" indent="0" marL="0">
              <a:buNone/>
            </a:pPr>
            <a:r>
              <a:rPr lang="en-US" sz="900" b="1" dirty="0">
                <a:solidFill>
                  <a:srgbClr val="5A6494"/>
                </a:solidFill>
                <a:latin typeface="Courier New" pitchFamily="34" charset="0"/>
                <a:ea typeface="Courier New" pitchFamily="34" charset="-122"/>
                <a:cs typeface="Courier New" pitchFamily="34" charset="-120"/>
              </a:rPr>
              <a:t>WORLD</a:t>
            </a:r>
            <a:endParaRPr lang="en-US" sz="900" dirty="0"/>
          </a:p>
        </p:txBody>
      </p:sp>
      <p:sp>
        <p:nvSpPr>
          <p:cNvPr id="18" name="Shape 11"/>
          <p:cNvSpPr/>
          <p:nvPr/>
        </p:nvSpPr>
        <p:spPr>
          <a:xfrm>
            <a:off x="10469880" y="1645920"/>
            <a:ext cx="914400" cy="914400"/>
          </a:xfrm>
          <a:prstGeom prst="ellipse">
            <a:avLst/>
          </a:prstGeom>
          <a:solidFill>
            <a:srgbClr val="1A2353"/>
          </a:solidFill>
          <a:ln w="25400">
            <a:solidFill>
              <a:srgbClr val="3A4370"/>
            </a:solidFill>
            <a:prstDash val="solid"/>
          </a:ln>
        </p:spPr>
      </p:sp>
      <p:pic>
        <p:nvPicPr>
          <p:cNvPr id="19" name="Image 5" descr="/tmp/claude-0/-home-user-ashton212123/6ae88841-e158-5430-ba3a-d930461fce9f/scratchpad/build/assets/icons/FaLock_5A6494.png">    </p:cNvPr>
          <p:cNvPicPr>
            <a:picLocks noChangeAspect="1"/>
          </p:cNvPicPr>
          <p:nvPr/>
        </p:nvPicPr>
        <p:blipFill>
          <a:blip r:embed="rId6"/>
          <a:stretch>
            <a:fillRect/>
          </a:stretch>
        </p:blipFill>
        <p:spPr>
          <a:xfrm>
            <a:off x="10707624" y="1883664"/>
            <a:ext cx="438912" cy="438912"/>
          </a:xfrm>
          <a:prstGeom prst="rect">
            <a:avLst/>
          </a:prstGeom>
        </p:spPr>
      </p:pic>
      <p:sp>
        <p:nvSpPr>
          <p:cNvPr id="20" name="Text 12"/>
          <p:cNvSpPr txBox="1"/>
          <p:nvPr/>
        </p:nvSpPr>
        <p:spPr>
          <a:xfrm>
            <a:off x="10195560" y="2615184"/>
            <a:ext cx="1463040" cy="256032"/>
          </a:xfrm>
          <a:prstGeom prst="rect">
            <a:avLst/>
          </a:prstGeom>
          <a:noFill/>
          <a:ln/>
        </p:spPr>
        <p:txBody>
          <a:bodyPr wrap="square" lIns="0" tIns="0" rIns="0" bIns="0" rtlCol="0" anchor="t"/>
          <a:lstStyle/>
          <a:p>
            <a:pPr algn="ctr" indent="0" marL="0">
              <a:buNone/>
            </a:pPr>
            <a:r>
              <a:rPr lang="en-US" sz="900" b="1" dirty="0">
                <a:solidFill>
                  <a:srgbClr val="5A6494"/>
                </a:solidFill>
                <a:latin typeface="Courier New" pitchFamily="34" charset="0"/>
                <a:ea typeface="Courier New" pitchFamily="34" charset="-122"/>
                <a:cs typeface="Courier New" pitchFamily="34" charset="-120"/>
              </a:rPr>
              <a:t>CORE</a:t>
            </a:r>
            <a:endParaRPr lang="en-US" sz="900" dirty="0"/>
          </a:p>
        </p:txBody>
      </p:sp>
      <p:sp>
        <p:nvSpPr>
          <p:cNvPr id="21" name="Text 13"/>
          <p:cNvSpPr txBox="1"/>
          <p:nvPr/>
        </p:nvSpPr>
        <p:spPr>
          <a:xfrm>
            <a:off x="3931920" y="3246120"/>
            <a:ext cx="7799832" cy="365760"/>
          </a:xfrm>
          <a:prstGeom prst="rect">
            <a:avLst/>
          </a:prstGeom>
          <a:noFill/>
          <a:ln/>
        </p:spPr>
        <p:txBody>
          <a:bodyPr wrap="square" lIns="0" tIns="0" rIns="0" bIns="0" rtlCol="0" anchor="t"/>
          <a:lstStyle/>
          <a:p>
            <a:pPr indent="0" marL="0">
              <a:buNone/>
            </a:pPr>
            <a:r>
              <a:rPr lang="en-US" sz="1200" b="1" dirty="0">
                <a:solidFill>
                  <a:srgbClr val="FFC233"/>
                </a:solidFill>
                <a:latin typeface="Courier New" pitchFamily="34" charset="0"/>
                <a:ea typeface="Courier New" pitchFamily="34" charset="-122"/>
                <a:cs typeface="Courier New" pitchFamily="34" charset="-120"/>
              </a:rPr>
              <a:t>COLLECT 4 CODE FRAGMENTS  &gt;  UNLOCK THE ESC GATE  &gt;  ESCAPE!</a:t>
            </a:r>
            <a:endParaRPr lang="en-US" sz="1200" dirty="0"/>
          </a:p>
        </p:txBody>
      </p:sp>
      <p:pic>
        <p:nvPicPr>
          <p:cNvPr id="22" name="Image 6" descr="/tmp/claude-0/-home-user-ashton212123/6ae88841-e158-5430-ba3a-d930461fce9f/scratchpad/build/assets/chip.png">    </p:cNvPr>
          <p:cNvPicPr>
            <a:picLocks noChangeAspect="1"/>
          </p:cNvPicPr>
          <p:nvPr/>
        </p:nvPicPr>
        <p:blipFill>
          <a:blip r:embed="rId7"/>
          <a:stretch>
            <a:fillRect/>
          </a:stretch>
        </p:blipFill>
        <p:spPr>
          <a:xfrm>
            <a:off x="3977640" y="3703320"/>
            <a:ext cx="457200" cy="420624"/>
          </a:xfrm>
          <a:prstGeom prst="rect">
            <a:avLst/>
          </a:prstGeom>
        </p:spPr>
      </p:pic>
      <p:pic>
        <p:nvPicPr>
          <p:cNvPr id="23" name="Image 7" descr="/tmp/claude-0/-home-user-ashton212123/6ae88841-e158-5430-ba3a-d930461fce9f/scratchpad/build/assets/chip.png">    </p:cNvPr>
          <p:cNvPicPr>
            <a:picLocks noChangeAspect="1"/>
          </p:cNvPicPr>
          <p:nvPr/>
        </p:nvPicPr>
        <p:blipFill>
          <a:blip r:embed="rId8"/>
          <a:stretch>
            <a:fillRect/>
          </a:stretch>
        </p:blipFill>
        <p:spPr>
          <a:xfrm>
            <a:off x="4526280" y="3703320"/>
            <a:ext cx="457200" cy="420624"/>
          </a:xfrm>
          <a:prstGeom prst="rect">
            <a:avLst/>
          </a:prstGeom>
        </p:spPr>
      </p:pic>
      <p:pic>
        <p:nvPicPr>
          <p:cNvPr id="24" name="Image 8" descr="/tmp/claude-0/-home-user-ashton212123/6ae88841-e158-5430-ba3a-d930461fce9f/scratchpad/build/assets/chip.png">    </p:cNvPr>
          <p:cNvPicPr>
            <a:picLocks noChangeAspect="1"/>
          </p:cNvPicPr>
          <p:nvPr/>
        </p:nvPicPr>
        <p:blipFill>
          <a:blip r:embed="rId9"/>
          <a:stretch>
            <a:fillRect/>
          </a:stretch>
        </p:blipFill>
        <p:spPr>
          <a:xfrm>
            <a:off x="5074920" y="3703320"/>
            <a:ext cx="457200" cy="420624"/>
          </a:xfrm>
          <a:prstGeom prst="rect">
            <a:avLst/>
          </a:prstGeom>
        </p:spPr>
      </p:pic>
      <p:pic>
        <p:nvPicPr>
          <p:cNvPr id="25" name="Image 9" descr="/tmp/claude-0/-home-user-ashton212123/6ae88841-e158-5430-ba3a-d930461fce9f/scratchpad/build/assets/chip.png">    </p:cNvPr>
          <p:cNvPicPr>
            <a:picLocks noChangeAspect="1"/>
          </p:cNvPicPr>
          <p:nvPr/>
        </p:nvPicPr>
        <p:blipFill>
          <a:blip r:embed="rId10"/>
          <a:stretch>
            <a:fillRect/>
          </a:stretch>
        </p:blipFill>
        <p:spPr>
          <a:xfrm>
            <a:off x="5623560" y="3703320"/>
            <a:ext cx="457200" cy="420624"/>
          </a:xfrm>
          <a:prstGeom prst="rect">
            <a:avLst/>
          </a:prstGeom>
        </p:spPr>
      </p:pic>
      <p:sp>
        <p:nvSpPr>
          <p:cNvPr id="26" name="Text 14"/>
          <p:cNvSpPr txBox="1"/>
          <p:nvPr/>
        </p:nvSpPr>
        <p:spPr>
          <a:xfrm>
            <a:off x="3931920" y="4206240"/>
            <a:ext cx="2926080" cy="274320"/>
          </a:xfrm>
          <a:prstGeom prst="rect">
            <a:avLst/>
          </a:prstGeom>
          <a:noFill/>
          <a:ln/>
        </p:spPr>
        <p:txBody>
          <a:bodyPr wrap="square" lIns="0" tIns="0" rIns="0" bIns="0" rtlCol="0" anchor="t"/>
          <a:lstStyle/>
          <a:p>
            <a:pPr indent="0" marL="0">
              <a:buNone/>
            </a:pPr>
            <a:r>
              <a:rPr lang="en-US" sz="1000" b="1" dirty="0">
                <a:solidFill>
                  <a:srgbClr val="9AA6D9"/>
                </a:solidFill>
                <a:latin typeface="Courier New" pitchFamily="34" charset="0"/>
                <a:ea typeface="Courier New" pitchFamily="34" charset="-122"/>
                <a:cs typeface="Courier New" pitchFamily="34" charset="-120"/>
              </a:rPr>
              <a:t>4 CODE FRAGMENTS TO FIND</a:t>
            </a:r>
            <a:endParaRPr lang="en-US" sz="1000" dirty="0"/>
          </a:p>
        </p:txBody>
      </p:sp>
      <p:pic>
        <p:nvPicPr>
          <p:cNvPr id="27" name="Image 10" descr="/tmp/claude-0/-home-user-ashton212123/6ae88841-e158-5430-ba3a-d930461fce9f/scratchpad/build/assets/shield.png">    </p:cNvPr>
          <p:cNvPicPr>
            <a:picLocks noChangeAspect="1"/>
          </p:cNvPicPr>
          <p:nvPr/>
        </p:nvPicPr>
        <p:blipFill>
          <a:blip r:embed="rId11"/>
          <a:stretch>
            <a:fillRect/>
          </a:stretch>
        </p:blipFill>
        <p:spPr>
          <a:xfrm>
            <a:off x="7315200" y="3685032"/>
            <a:ext cx="457200" cy="457200"/>
          </a:xfrm>
          <a:prstGeom prst="rect">
            <a:avLst/>
          </a:prstGeom>
        </p:spPr>
      </p:pic>
      <p:pic>
        <p:nvPicPr>
          <p:cNvPr id="28" name="Image 11" descr="/tmp/claude-0/-home-user-ashton212123/6ae88841-e158-5430-ba3a-d930461fce9f/scratchpad/build/assets/shield.png">    </p:cNvPr>
          <p:cNvPicPr>
            <a:picLocks noChangeAspect="1"/>
          </p:cNvPicPr>
          <p:nvPr/>
        </p:nvPicPr>
        <p:blipFill>
          <a:blip r:embed="rId12"/>
          <a:stretch>
            <a:fillRect/>
          </a:stretch>
        </p:blipFill>
        <p:spPr>
          <a:xfrm>
            <a:off x="7863840" y="3685032"/>
            <a:ext cx="457200" cy="457200"/>
          </a:xfrm>
          <a:prstGeom prst="rect">
            <a:avLst/>
          </a:prstGeom>
        </p:spPr>
      </p:pic>
      <p:pic>
        <p:nvPicPr>
          <p:cNvPr id="29" name="Image 12" descr="/tmp/claude-0/-home-user-ashton212123/6ae88841-e158-5430-ba3a-d930461fce9f/scratchpad/build/assets/shield.png">    </p:cNvPr>
          <p:cNvPicPr>
            <a:picLocks noChangeAspect="1"/>
          </p:cNvPicPr>
          <p:nvPr/>
        </p:nvPicPr>
        <p:blipFill>
          <a:blip r:embed="rId13"/>
          <a:stretch>
            <a:fillRect/>
          </a:stretch>
        </p:blipFill>
        <p:spPr>
          <a:xfrm>
            <a:off x="8412480" y="3685032"/>
            <a:ext cx="457200" cy="457200"/>
          </a:xfrm>
          <a:prstGeom prst="rect">
            <a:avLst/>
          </a:prstGeom>
        </p:spPr>
      </p:pic>
      <p:sp>
        <p:nvSpPr>
          <p:cNvPr id="30" name="Text 15"/>
          <p:cNvSpPr txBox="1"/>
          <p:nvPr/>
        </p:nvSpPr>
        <p:spPr>
          <a:xfrm>
            <a:off x="7269480" y="4206240"/>
            <a:ext cx="2926080" cy="274320"/>
          </a:xfrm>
          <a:prstGeom prst="rect">
            <a:avLst/>
          </a:prstGeom>
          <a:noFill/>
          <a:ln/>
        </p:spPr>
        <p:txBody>
          <a:bodyPr wrap="square" lIns="0" tIns="0" rIns="0" bIns="0" rtlCol="0" anchor="t"/>
          <a:lstStyle/>
          <a:p>
            <a:pPr indent="0" marL="0">
              <a:buNone/>
            </a:pPr>
            <a:r>
              <a:rPr lang="en-US" sz="1000" b="1" dirty="0">
                <a:solidFill>
                  <a:srgbClr val="9AA6D9"/>
                </a:solidFill>
                <a:latin typeface="Courier New" pitchFamily="34" charset="0"/>
                <a:ea typeface="Courier New" pitchFamily="34" charset="-122"/>
                <a:cs typeface="Courier New" pitchFamily="34" charset="-120"/>
              </a:rPr>
              <a:t>3 SHIELDS TO PROTECT</a:t>
            </a:r>
            <a:endParaRPr lang="en-US" sz="1000" dirty="0"/>
          </a:p>
        </p:txBody>
      </p:sp>
      <p:sp>
        <p:nvSpPr>
          <p:cNvPr id="31" name="Shape 16"/>
          <p:cNvSpPr/>
          <p:nvPr/>
        </p:nvSpPr>
        <p:spPr>
          <a:xfrm>
            <a:off x="457200" y="4846320"/>
            <a:ext cx="11274552" cy="1536192"/>
          </a:xfrm>
          <a:prstGeom prst="roundRect">
            <a:avLst>
              <a:gd name="adj" fmla="val 7143"/>
            </a:avLst>
          </a:prstGeom>
          <a:solidFill>
            <a:srgbClr val="121A3F">
              <a:alpha val="94000"/>
            </a:srgbClr>
          </a:solidFill>
          <a:ln w="22225">
            <a:solidFill>
              <a:srgbClr val="2DE2E6"/>
            </a:solidFill>
            <a:prstDash val="solid"/>
          </a:ln>
          <a:effectLst>
            <a:outerShdw sx="100000" sy="100000" kx="0" ky="0" algn="bl" rotWithShape="0" blurRad="203200" dist="50800" dir="5400000">
              <a:srgbClr val="2DE2E6">
                <a:alpha val="45000"/>
              </a:srgbClr>
            </a:outerShdw>
          </a:effectLst>
        </p:spPr>
      </p:sp>
      <p:sp>
        <p:nvSpPr>
          <p:cNvPr id="32" name="Text 17"/>
          <p:cNvSpPr txBox="1"/>
          <p:nvPr/>
        </p:nvSpPr>
        <p:spPr>
          <a:xfrm>
            <a:off x="731520" y="4645152"/>
            <a:ext cx="1188720" cy="384048"/>
          </a:xfrm>
          <a:prstGeom prst="roundRect">
            <a:avLst>
              <a:gd name="adj" fmla="val 14286"/>
            </a:avLst>
          </a:prstGeom>
          <a:solidFill>
            <a:srgbClr val="2DE2E6"/>
          </a:solidFill>
          <a:ln/>
        </p:spPr>
        <p:txBody>
          <a:bodyPr wrap="square" lIns="0" tIns="0" rIns="0" bIns="0" rtlCol="0" anchor="ctr"/>
          <a:lstStyle/>
          <a:p>
            <a:pPr algn="ctr" indent="0" marL="0">
              <a:buNone/>
            </a:pPr>
            <a:r>
              <a:rPr lang="en-US" sz="1300" b="1" dirty="0">
                <a:solidFill>
                  <a:srgbClr val="0A0F24"/>
                </a:solidFill>
                <a:latin typeface="Courier New" pitchFamily="34" charset="0"/>
                <a:ea typeface="Courier New" pitchFamily="34" charset="-122"/>
                <a:cs typeface="Courier New" pitchFamily="34" charset="-120"/>
              </a:rPr>
              <a:t>BYTE</a:t>
            </a:r>
            <a:endParaRPr lang="en-US" sz="1300" dirty="0"/>
          </a:p>
        </p:txBody>
      </p:sp>
      <p:sp>
        <p:nvSpPr>
          <p:cNvPr id="33" name="Text 18"/>
          <p:cNvSpPr txBox="1"/>
          <p:nvPr/>
        </p:nvSpPr>
        <p:spPr>
          <a:xfrm>
            <a:off x="777240" y="5193792"/>
            <a:ext cx="8503920" cy="1033272"/>
          </a:xfrm>
          <a:prstGeom prst="rect">
            <a:avLst/>
          </a:prstGeom>
          <a:noFill/>
          <a:ln/>
        </p:spPr>
        <p:txBody>
          <a:bodyPr wrap="square" lIns="0" tIns="0" rIns="0" bIns="0" rtlCol="0" anchor="t"/>
          <a:lstStyle/>
          <a:p>
            <a:pPr indent="0" marL="0">
              <a:spcAft>
                <a:spcPts val="400"/>
              </a:spcAft>
              <a:buNone/>
            </a:pPr>
            <a:r>
              <a:rPr lang="en-US" sz="1600" dirty="0">
                <a:solidFill>
                  <a:srgbClr val="EAF2FF"/>
                </a:solidFill>
                <a:latin typeface="Calibri" pitchFamily="34" charset="0"/>
                <a:ea typeface="Calibri" pitchFamily="34" charset="-122"/>
                <a:cs typeface="Calibri" pitchFamily="34" charset="-120"/>
              </a:rPr>
              <a:t>Don't panic, Kai! I'm BYTE, this computer's last working antivirus. Cross the 4 sectors, collect 4 Code Fragments, and unlock the ESC Gate at NULL's Core. Careful: each wrong answer breaks one of your 3 shields!</a:t>
            </a:r>
            <a:endParaRPr lang="en-US" sz="1600" dirty="0"/>
          </a:p>
        </p:txBody>
      </p:sp>
      <p:sp>
        <p:nvSpPr>
          <p:cNvPr id="34" name="Link - BEGIN MISSION">
            <a:hlinkClick r:id="rId16" action="ppaction://hlinksldjump" highlightClick="1"/>
          </p:cNvPr>
          <p:cNvSpPr txBox="1"/>
          <p:nvPr/>
        </p:nvSpPr>
        <p:spPr>
          <a:xfrm>
            <a:off x="9281160" y="5687568"/>
            <a:ext cx="2194560" cy="502920"/>
          </a:xfrm>
          <a:prstGeom prst="roundRect">
            <a:avLst>
              <a:gd name="adj" fmla="val 18182"/>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300" spc="100" kern="0" dirty="0">
                <a:solidFill>
                  <a:srgbClr val="0A0F24"/>
                </a:solidFill>
                <a:latin typeface="Arial Black" pitchFamily="34" charset="0"/>
                <a:ea typeface="Arial Black" pitchFamily="34" charset="-122"/>
                <a:cs typeface="Arial Black" pitchFamily="34" charset="-120"/>
              </a:rPr>
              <a:t>BEGIN MISSION</a:t>
            </a:r>
            <a:endParaRPr lang="en-US" sz="1300" dirty="0"/>
          </a:p>
        </p:txBody>
      </p:sp>
    </p:spTree>
  </p:cSld>
  <p:clrMapOvr>
    <a:masterClrMapping/>
  </p:clrMapOvr>
  <p:transition spd="med" advClick="0">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2DE2E6"/>
                </a:solidFill>
                <a:latin typeface="Courier New" pitchFamily="34" charset="0"/>
                <a:ea typeface="Courier New" pitchFamily="34" charset="-122"/>
                <a:cs typeface="Courier New" pitchFamily="34" charset="-120"/>
              </a:rPr>
              <a:t>&gt; ENTERING SECTOR 01</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_empty.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7"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Shape 4"/>
          <p:cNvSpPr/>
          <p:nvPr/>
        </p:nvSpPr>
        <p:spPr>
          <a:xfrm>
            <a:off x="548640" y="1097280"/>
            <a:ext cx="1828800" cy="1828800"/>
          </a:xfrm>
          <a:prstGeom prst="ellipse">
            <a:avLst/>
          </a:prstGeom>
          <a:solidFill>
            <a:srgbClr val="1A2353"/>
          </a:solidFill>
          <a:ln w="38100">
            <a:solidFill>
              <a:srgbClr val="2DE2E6"/>
            </a:solidFill>
            <a:prstDash val="solid"/>
          </a:ln>
          <a:effectLst>
            <a:outerShdw sx="100000" sy="100000" kx="0" ky="0" algn="bl" rotWithShape="0" blurRad="152400" dist="50800" dir="5400000">
              <a:srgbClr val="2DE2E6">
                <a:alpha val="45000"/>
              </a:srgbClr>
            </a:outerShdw>
          </a:effectLst>
        </p:spPr>
      </p:sp>
      <p:pic>
        <p:nvPicPr>
          <p:cNvPr id="14" name="Image 7" descr="/tmp/claude-0/-home-user-ashton212123/6ae88841-e158-5430-ba3a-d930461fce9f/scratchpad/build/assets/icons/FaFlask_2DE2E6.png">    </p:cNvPr>
          <p:cNvPicPr>
            <a:picLocks noChangeAspect="1"/>
          </p:cNvPicPr>
          <p:nvPr/>
        </p:nvPicPr>
        <p:blipFill>
          <a:blip r:embed="rId8"/>
          <a:stretch>
            <a:fillRect/>
          </a:stretch>
        </p:blipFill>
        <p:spPr>
          <a:xfrm>
            <a:off x="950976" y="1499616"/>
            <a:ext cx="1024128" cy="1024128"/>
          </a:xfrm>
          <a:prstGeom prst="rect">
            <a:avLst/>
          </a:prstGeom>
        </p:spPr>
      </p:pic>
      <p:sp>
        <p:nvSpPr>
          <p:cNvPr id="15" name="Text 5"/>
          <p:cNvSpPr txBox="1"/>
          <p:nvPr/>
        </p:nvSpPr>
        <p:spPr>
          <a:xfrm>
            <a:off x="2743200" y="1115568"/>
            <a:ext cx="5486400" cy="365760"/>
          </a:xfrm>
          <a:prstGeom prst="rect">
            <a:avLst/>
          </a:prstGeom>
          <a:noFill/>
          <a:ln/>
        </p:spPr>
        <p:txBody>
          <a:bodyPr wrap="square" lIns="0" tIns="0" rIns="0" bIns="0" rtlCol="0" anchor="t"/>
          <a:lstStyle/>
          <a:p>
            <a:pPr indent="0" marL="0">
              <a:buNone/>
            </a:pPr>
            <a:r>
              <a:rPr lang="en-US" sz="1600" b="1" dirty="0">
                <a:solidFill>
                  <a:srgbClr val="2DE2E6"/>
                </a:solidFill>
                <a:latin typeface="Courier New" pitchFamily="34" charset="0"/>
                <a:ea typeface="Courier New" pitchFamily="34" charset="-122"/>
                <a:cs typeface="Courier New" pitchFamily="34" charset="-120"/>
              </a:rPr>
              <a:t>SECTOR 01</a:t>
            </a:r>
            <a:endParaRPr lang="en-US" sz="1600" dirty="0"/>
          </a:p>
        </p:txBody>
      </p:sp>
      <p:sp>
        <p:nvSpPr>
          <p:cNvPr id="16" name="Text 6"/>
          <p:cNvSpPr txBox="1"/>
          <p:nvPr/>
        </p:nvSpPr>
        <p:spPr>
          <a:xfrm>
            <a:off x="2743200" y="1463040"/>
            <a:ext cx="8988552" cy="777240"/>
          </a:xfrm>
          <a:prstGeom prst="rect">
            <a:avLst/>
          </a:prstGeom>
          <a:noFill/>
          <a:ln/>
        </p:spPr>
        <p:txBody>
          <a:bodyPr wrap="square" lIns="0" tIns="0" rIns="0" bIns="0" rtlCol="0" anchor="t"/>
          <a:lstStyle/>
          <a:p>
            <a:pPr indent="0" marL="0">
              <a:buNone/>
            </a:pPr>
            <a:r>
              <a:rPr lang="en-US" sz="3600" dirty="0">
                <a:solidFill>
                  <a:srgbClr val="EAF2FF"/>
                </a:solidFill>
                <a:latin typeface="Arial Black" pitchFamily="34" charset="0"/>
                <a:ea typeface="Arial Black" pitchFamily="34" charset="-122"/>
                <a:cs typeface="Arial Black" pitchFamily="34" charset="-120"/>
              </a:rPr>
              <a:t>THE SCIENCE LAB</a:t>
            </a:r>
            <a:endParaRPr lang="en-US" sz="3600" dirty="0"/>
          </a:p>
        </p:txBody>
      </p:sp>
      <p:sp>
        <p:nvSpPr>
          <p:cNvPr id="17" name="Text 7"/>
          <p:cNvSpPr txBox="1"/>
          <p:nvPr/>
        </p:nvSpPr>
        <p:spPr>
          <a:xfrm>
            <a:off x="2743200" y="2267712"/>
            <a:ext cx="8988552" cy="365760"/>
          </a:xfrm>
          <a:prstGeom prst="rect">
            <a:avLst/>
          </a:prstGeom>
          <a:noFill/>
          <a:ln/>
        </p:spPr>
        <p:txBody>
          <a:bodyPr wrap="square" lIns="0" tIns="0" rIns="0" bIns="0" rtlCol="0" anchor="t"/>
          <a:lstStyle/>
          <a:p>
            <a:pPr indent="0" marL="0">
              <a:buNone/>
            </a:pPr>
            <a:r>
              <a:rPr lang="en-US" sz="1600" dirty="0">
                <a:solidFill>
                  <a:srgbClr val="9AA6D9"/>
                </a:solidFill>
                <a:latin typeface="Calibri" pitchFamily="34" charset="0"/>
                <a:ea typeface="Calibri" pitchFamily="34" charset="-122"/>
                <a:cs typeface="Calibri" pitchFamily="34" charset="-120"/>
              </a:rPr>
              <a:t>Topic: Science and Nature</a:t>
            </a:r>
            <a:endParaRPr lang="en-US" sz="1600" dirty="0"/>
          </a:p>
        </p:txBody>
      </p:sp>
      <p:pic>
        <p:nvPicPr>
          <p:cNvPr id="18" name="Image 8" descr="/tmp/claude-0/-home-user-ashton212123/6ae88841-e158-5430-ba3a-d930461fce9f/scratchpad/build/assets/byte.png">    </p:cNvPr>
          <p:cNvPicPr>
            <a:picLocks noChangeAspect="1"/>
          </p:cNvPicPr>
          <p:nvPr/>
        </p:nvPicPr>
        <p:blipFill>
          <a:blip r:embed="rId9"/>
          <a:stretch>
            <a:fillRect/>
          </a:stretch>
        </p:blipFill>
        <p:spPr>
          <a:xfrm>
            <a:off x="868680" y="3017520"/>
            <a:ext cx="1143000" cy="1783080"/>
          </a:xfrm>
          <a:prstGeom prst="rect">
            <a:avLst/>
          </a:prstGeom>
        </p:spPr>
      </p:pic>
      <p:sp>
        <p:nvSpPr>
          <p:cNvPr id="19" name="Shape 8"/>
          <p:cNvSpPr/>
          <p:nvPr/>
        </p:nvSpPr>
        <p:spPr>
          <a:xfrm>
            <a:off x="2743200" y="3017520"/>
            <a:ext cx="8988552" cy="1600200"/>
          </a:xfrm>
          <a:prstGeom prst="roundRect">
            <a:avLst>
              <a:gd name="adj" fmla="val 6857"/>
            </a:avLst>
          </a:prstGeom>
          <a:solidFill>
            <a:srgbClr val="121A3F">
              <a:alpha val="94000"/>
            </a:srgbClr>
          </a:solidFill>
          <a:ln w="22225">
            <a:solidFill>
              <a:srgbClr val="2DE2E6"/>
            </a:solidFill>
            <a:prstDash val="solid"/>
          </a:ln>
          <a:effectLst>
            <a:outerShdw sx="100000" sy="100000" kx="0" ky="0" algn="bl" rotWithShape="0" blurRad="203200" dist="50800" dir="5400000">
              <a:srgbClr val="2DE2E6">
                <a:alpha val="45000"/>
              </a:srgbClr>
            </a:outerShdw>
          </a:effectLst>
        </p:spPr>
      </p:sp>
      <p:sp>
        <p:nvSpPr>
          <p:cNvPr id="20" name="Text 9"/>
          <p:cNvSpPr txBox="1"/>
          <p:nvPr/>
        </p:nvSpPr>
        <p:spPr>
          <a:xfrm>
            <a:off x="3017520" y="2816352"/>
            <a:ext cx="1188720" cy="384048"/>
          </a:xfrm>
          <a:prstGeom prst="roundRect">
            <a:avLst>
              <a:gd name="adj" fmla="val 14286"/>
            </a:avLst>
          </a:prstGeom>
          <a:solidFill>
            <a:srgbClr val="2DE2E6"/>
          </a:solidFill>
          <a:ln/>
        </p:spPr>
        <p:txBody>
          <a:bodyPr wrap="square" lIns="0" tIns="0" rIns="0" bIns="0" rtlCol="0" anchor="ctr"/>
          <a:lstStyle/>
          <a:p>
            <a:pPr algn="ctr" indent="0" marL="0">
              <a:buNone/>
            </a:pPr>
            <a:r>
              <a:rPr lang="en-US" sz="1300" b="1" dirty="0">
                <a:solidFill>
                  <a:srgbClr val="0A0F24"/>
                </a:solidFill>
                <a:latin typeface="Courier New" pitchFamily="34" charset="0"/>
                <a:ea typeface="Courier New" pitchFamily="34" charset="-122"/>
                <a:cs typeface="Courier New" pitchFamily="34" charset="-120"/>
              </a:rPr>
              <a:t>BYTE</a:t>
            </a:r>
            <a:endParaRPr lang="en-US" sz="1300" dirty="0"/>
          </a:p>
        </p:txBody>
      </p:sp>
      <p:sp>
        <p:nvSpPr>
          <p:cNvPr id="21" name="Text 10"/>
          <p:cNvSpPr txBox="1"/>
          <p:nvPr/>
        </p:nvSpPr>
        <p:spPr>
          <a:xfrm>
            <a:off x="3063240" y="3364992"/>
            <a:ext cx="8348472" cy="1097280"/>
          </a:xfrm>
          <a:prstGeom prst="rect">
            <a:avLst/>
          </a:prstGeom>
          <a:noFill/>
          <a:ln/>
        </p:spPr>
        <p:txBody>
          <a:bodyPr wrap="square" lIns="0" tIns="0" rIns="0" bIns="0" rtlCol="0" anchor="t"/>
          <a:lstStyle/>
          <a:p>
            <a:pPr indent="0" marL="0">
              <a:spcAft>
                <a:spcPts val="400"/>
              </a:spcAft>
              <a:buNone/>
            </a:pPr>
            <a:r>
              <a:rPr lang="en-US" sz="1600" dirty="0">
                <a:solidFill>
                  <a:srgbClr val="EAF2FF"/>
                </a:solidFill>
                <a:latin typeface="Calibri" pitchFamily="34" charset="0"/>
                <a:ea typeface="Calibri" pitchFamily="34" charset="-122"/>
                <a:cs typeface="Calibri" pitchFamily="34" charset="-120"/>
              </a:rPr>
              <a:t>NULL scrambled the computer's science files! The Lab only opens for players who know how the world works. Answer 3 questions to earn the first Code Fragment!</a:t>
            </a:r>
            <a:endParaRPr lang="en-US" sz="1600" dirty="0"/>
          </a:p>
        </p:txBody>
      </p:sp>
      <p:sp>
        <p:nvSpPr>
          <p:cNvPr id="22" name="Text 11"/>
          <p:cNvSpPr txBox="1"/>
          <p:nvPr/>
        </p:nvSpPr>
        <p:spPr>
          <a:xfrm>
            <a:off x="548640" y="4892040"/>
            <a:ext cx="2743200" cy="274320"/>
          </a:xfrm>
          <a:prstGeom prst="rect">
            <a:avLst/>
          </a:prstGeom>
          <a:noFill/>
          <a:ln/>
        </p:spPr>
        <p:txBody>
          <a:bodyPr wrap="square" lIns="0" tIns="0" rIns="0" bIns="0" rtlCol="0" anchor="t"/>
          <a:lstStyle/>
          <a:p>
            <a:pPr indent="0" marL="0">
              <a:buNone/>
            </a:pPr>
            <a:r>
              <a:rPr lang="en-US" sz="1000" b="1" dirty="0">
                <a:solidFill>
                  <a:srgbClr val="9AA6D9"/>
                </a:solidFill>
                <a:latin typeface="Courier New" pitchFamily="34" charset="0"/>
                <a:ea typeface="Courier New" pitchFamily="34" charset="-122"/>
                <a:cs typeface="Courier New" pitchFamily="34" charset="-120"/>
              </a:rPr>
              <a:t>MISSION MAP</a:t>
            </a:r>
            <a:endParaRPr lang="en-US" sz="1000" dirty="0"/>
          </a:p>
        </p:txBody>
      </p:sp>
      <p:sp>
        <p:nvSpPr>
          <p:cNvPr id="23" name="Shape 12"/>
          <p:cNvSpPr/>
          <p:nvPr/>
        </p:nvSpPr>
        <p:spPr>
          <a:xfrm>
            <a:off x="969264" y="5513832"/>
            <a:ext cx="6400800" cy="0"/>
          </a:xfrm>
          <a:prstGeom prst="line">
            <a:avLst/>
          </a:prstGeom>
          <a:noFill/>
          <a:ln w="38100">
            <a:solidFill>
              <a:srgbClr val="3A4370"/>
            </a:solidFill>
            <a:prstDash val="dash"/>
          </a:ln>
        </p:spPr>
      </p:sp>
      <p:sp>
        <p:nvSpPr>
          <p:cNvPr id="24" name="Shape 13"/>
          <p:cNvSpPr/>
          <p:nvPr/>
        </p:nvSpPr>
        <p:spPr>
          <a:xfrm>
            <a:off x="685800" y="5230368"/>
            <a:ext cx="566928" cy="566928"/>
          </a:xfrm>
          <a:prstGeom prst="ellipse">
            <a:avLst/>
          </a:prstGeom>
          <a:solidFill>
            <a:srgbClr val="1A2353"/>
          </a:solidFill>
          <a:ln w="31750">
            <a:solidFill>
              <a:srgbClr val="2DE2E6"/>
            </a:solidFill>
            <a:prstDash val="solid"/>
          </a:ln>
          <a:effectLst>
            <a:outerShdw sx="100000" sy="100000" kx="0" ky="0" algn="bl" rotWithShape="0" blurRad="152400" dist="50800" dir="5400000">
              <a:srgbClr val="2DE2E6">
                <a:alpha val="45000"/>
              </a:srgbClr>
            </a:outerShdw>
          </a:effectLst>
        </p:spPr>
      </p:sp>
      <p:pic>
        <p:nvPicPr>
          <p:cNvPr id="25" name="Image 9" descr="/tmp/claude-0/-home-user-ashton212123/6ae88841-e158-5430-ba3a-d930461fce9f/scratchpad/build/assets/icons/FaFlask_2DE2E6.png">    </p:cNvPr>
          <p:cNvPicPr>
            <a:picLocks noChangeAspect="1"/>
          </p:cNvPicPr>
          <p:nvPr/>
        </p:nvPicPr>
        <p:blipFill>
          <a:blip r:embed="rId10"/>
          <a:stretch>
            <a:fillRect/>
          </a:stretch>
        </p:blipFill>
        <p:spPr>
          <a:xfrm>
            <a:off x="799186" y="5343754"/>
            <a:ext cx="340157" cy="340157"/>
          </a:xfrm>
          <a:prstGeom prst="rect">
            <a:avLst/>
          </a:prstGeom>
        </p:spPr>
      </p:pic>
      <p:sp>
        <p:nvSpPr>
          <p:cNvPr id="26" name="Text 14"/>
          <p:cNvSpPr txBox="1"/>
          <p:nvPr/>
        </p:nvSpPr>
        <p:spPr>
          <a:xfrm>
            <a:off x="237744" y="5852160"/>
            <a:ext cx="1463040" cy="256032"/>
          </a:xfrm>
          <a:prstGeom prst="rect">
            <a:avLst/>
          </a:prstGeom>
          <a:noFill/>
          <a:ln/>
        </p:spPr>
        <p:txBody>
          <a:bodyPr wrap="square" lIns="0" tIns="0" rIns="0" bIns="0" rtlCol="0" anchor="t"/>
          <a:lstStyle/>
          <a:p>
            <a:pPr algn="ctr" indent="0" marL="0">
              <a:buNone/>
            </a:pPr>
            <a:r>
              <a:rPr lang="en-US" sz="900" b="1" dirty="0">
                <a:solidFill>
                  <a:srgbClr val="2DE2E6"/>
                </a:solidFill>
                <a:latin typeface="Courier New" pitchFamily="34" charset="0"/>
                <a:ea typeface="Courier New" pitchFamily="34" charset="-122"/>
                <a:cs typeface="Courier New" pitchFamily="34" charset="-120"/>
              </a:rPr>
              <a:t>SCIENCE</a:t>
            </a:r>
            <a:endParaRPr lang="en-US" sz="900" dirty="0"/>
          </a:p>
        </p:txBody>
      </p:sp>
      <p:sp>
        <p:nvSpPr>
          <p:cNvPr id="27" name="Shape 15"/>
          <p:cNvSpPr/>
          <p:nvPr/>
        </p:nvSpPr>
        <p:spPr>
          <a:xfrm>
            <a:off x="2286000" y="5230368"/>
            <a:ext cx="566928" cy="566928"/>
          </a:xfrm>
          <a:prstGeom prst="ellipse">
            <a:avLst/>
          </a:prstGeom>
          <a:solidFill>
            <a:srgbClr val="1A2353"/>
          </a:solidFill>
          <a:ln w="25400">
            <a:solidFill>
              <a:srgbClr val="3A4370"/>
            </a:solidFill>
            <a:prstDash val="solid"/>
          </a:ln>
        </p:spPr>
      </p:sp>
      <p:pic>
        <p:nvPicPr>
          <p:cNvPr id="28" name="Image 10" descr="/tmp/claude-0/-home-user-ashton212123/6ae88841-e158-5430-ba3a-d930461fce9f/scratchpad/build/assets/icons/FaLock_5A6494.png">    </p:cNvPr>
          <p:cNvPicPr>
            <a:picLocks noChangeAspect="1"/>
          </p:cNvPicPr>
          <p:nvPr/>
        </p:nvPicPr>
        <p:blipFill>
          <a:blip r:embed="rId11"/>
          <a:stretch>
            <a:fillRect/>
          </a:stretch>
        </p:blipFill>
        <p:spPr>
          <a:xfrm>
            <a:off x="2433401" y="5377769"/>
            <a:ext cx="272125" cy="272125"/>
          </a:xfrm>
          <a:prstGeom prst="rect">
            <a:avLst/>
          </a:prstGeom>
        </p:spPr>
      </p:pic>
      <p:sp>
        <p:nvSpPr>
          <p:cNvPr id="29" name="Text 16"/>
          <p:cNvSpPr txBox="1"/>
          <p:nvPr/>
        </p:nvSpPr>
        <p:spPr>
          <a:xfrm>
            <a:off x="1837944" y="5852160"/>
            <a:ext cx="1463040" cy="256032"/>
          </a:xfrm>
          <a:prstGeom prst="rect">
            <a:avLst/>
          </a:prstGeom>
          <a:noFill/>
          <a:ln/>
        </p:spPr>
        <p:txBody>
          <a:bodyPr wrap="square" lIns="0" tIns="0" rIns="0" bIns="0" rtlCol="0" anchor="t"/>
          <a:lstStyle/>
          <a:p>
            <a:pPr algn="ctr" indent="0" marL="0">
              <a:buNone/>
            </a:pPr>
            <a:r>
              <a:rPr lang="en-US" sz="900" b="1" dirty="0">
                <a:solidFill>
                  <a:srgbClr val="5A6494"/>
                </a:solidFill>
                <a:latin typeface="Courier New" pitchFamily="34" charset="0"/>
                <a:ea typeface="Courier New" pitchFamily="34" charset="-122"/>
                <a:cs typeface="Courier New" pitchFamily="34" charset="-120"/>
              </a:rPr>
              <a:t>HISTORY</a:t>
            </a:r>
            <a:endParaRPr lang="en-US" sz="900" dirty="0"/>
          </a:p>
        </p:txBody>
      </p:sp>
      <p:sp>
        <p:nvSpPr>
          <p:cNvPr id="30" name="Shape 17"/>
          <p:cNvSpPr/>
          <p:nvPr/>
        </p:nvSpPr>
        <p:spPr>
          <a:xfrm>
            <a:off x="3886200" y="5230368"/>
            <a:ext cx="566928" cy="566928"/>
          </a:xfrm>
          <a:prstGeom prst="ellipse">
            <a:avLst/>
          </a:prstGeom>
          <a:solidFill>
            <a:srgbClr val="1A2353"/>
          </a:solidFill>
          <a:ln w="25400">
            <a:solidFill>
              <a:srgbClr val="3A4370"/>
            </a:solidFill>
            <a:prstDash val="solid"/>
          </a:ln>
        </p:spPr>
      </p:sp>
      <p:pic>
        <p:nvPicPr>
          <p:cNvPr id="31" name="Image 11" descr="/tmp/claude-0/-home-user-ashton212123/6ae88841-e158-5430-ba3a-d930461fce9f/scratchpad/build/assets/icons/FaLock_5A6494.png">    </p:cNvPr>
          <p:cNvPicPr>
            <a:picLocks noChangeAspect="1"/>
          </p:cNvPicPr>
          <p:nvPr/>
        </p:nvPicPr>
        <p:blipFill>
          <a:blip r:embed="rId12"/>
          <a:stretch>
            <a:fillRect/>
          </a:stretch>
        </p:blipFill>
        <p:spPr>
          <a:xfrm>
            <a:off x="4033601" y="5377769"/>
            <a:ext cx="272125" cy="272125"/>
          </a:xfrm>
          <a:prstGeom prst="rect">
            <a:avLst/>
          </a:prstGeom>
        </p:spPr>
      </p:pic>
      <p:sp>
        <p:nvSpPr>
          <p:cNvPr id="32" name="Text 18"/>
          <p:cNvSpPr txBox="1"/>
          <p:nvPr/>
        </p:nvSpPr>
        <p:spPr>
          <a:xfrm>
            <a:off x="3438144" y="5852160"/>
            <a:ext cx="1463040" cy="256032"/>
          </a:xfrm>
          <a:prstGeom prst="rect">
            <a:avLst/>
          </a:prstGeom>
          <a:noFill/>
          <a:ln/>
        </p:spPr>
        <p:txBody>
          <a:bodyPr wrap="square" lIns="0" tIns="0" rIns="0" bIns="0" rtlCol="0" anchor="t"/>
          <a:lstStyle/>
          <a:p>
            <a:pPr algn="ctr" indent="0" marL="0">
              <a:buNone/>
            </a:pPr>
            <a:r>
              <a:rPr lang="en-US" sz="900" b="1" dirty="0">
                <a:solidFill>
                  <a:srgbClr val="5A6494"/>
                </a:solidFill>
                <a:latin typeface="Courier New" pitchFamily="34" charset="0"/>
                <a:ea typeface="Courier New" pitchFamily="34" charset="-122"/>
                <a:cs typeface="Courier New" pitchFamily="34" charset="-120"/>
              </a:rPr>
              <a:t>FUN ZONE</a:t>
            </a:r>
            <a:endParaRPr lang="en-US" sz="900" dirty="0"/>
          </a:p>
        </p:txBody>
      </p:sp>
      <p:sp>
        <p:nvSpPr>
          <p:cNvPr id="33" name="Shape 19"/>
          <p:cNvSpPr/>
          <p:nvPr/>
        </p:nvSpPr>
        <p:spPr>
          <a:xfrm>
            <a:off x="5486400" y="5230368"/>
            <a:ext cx="566928" cy="566928"/>
          </a:xfrm>
          <a:prstGeom prst="ellipse">
            <a:avLst/>
          </a:prstGeom>
          <a:solidFill>
            <a:srgbClr val="1A2353"/>
          </a:solidFill>
          <a:ln w="25400">
            <a:solidFill>
              <a:srgbClr val="3A4370"/>
            </a:solidFill>
            <a:prstDash val="solid"/>
          </a:ln>
        </p:spPr>
      </p:sp>
      <p:pic>
        <p:nvPicPr>
          <p:cNvPr id="34" name="Image 12" descr="/tmp/claude-0/-home-user-ashton212123/6ae88841-e158-5430-ba3a-d930461fce9f/scratchpad/build/assets/icons/FaLock_5A6494.png">    </p:cNvPr>
          <p:cNvPicPr>
            <a:picLocks noChangeAspect="1"/>
          </p:cNvPicPr>
          <p:nvPr/>
        </p:nvPicPr>
        <p:blipFill>
          <a:blip r:embed="rId13"/>
          <a:stretch>
            <a:fillRect/>
          </a:stretch>
        </p:blipFill>
        <p:spPr>
          <a:xfrm>
            <a:off x="5633801" y="5377769"/>
            <a:ext cx="272125" cy="272125"/>
          </a:xfrm>
          <a:prstGeom prst="rect">
            <a:avLst/>
          </a:prstGeom>
        </p:spPr>
      </p:pic>
      <p:sp>
        <p:nvSpPr>
          <p:cNvPr id="35" name="Text 20"/>
          <p:cNvSpPr txBox="1"/>
          <p:nvPr/>
        </p:nvSpPr>
        <p:spPr>
          <a:xfrm>
            <a:off x="5038344" y="5852160"/>
            <a:ext cx="1463040" cy="256032"/>
          </a:xfrm>
          <a:prstGeom prst="rect">
            <a:avLst/>
          </a:prstGeom>
          <a:noFill/>
          <a:ln/>
        </p:spPr>
        <p:txBody>
          <a:bodyPr wrap="square" lIns="0" tIns="0" rIns="0" bIns="0" rtlCol="0" anchor="t"/>
          <a:lstStyle/>
          <a:p>
            <a:pPr algn="ctr" indent="0" marL="0">
              <a:buNone/>
            </a:pPr>
            <a:r>
              <a:rPr lang="en-US" sz="900" b="1" dirty="0">
                <a:solidFill>
                  <a:srgbClr val="5A6494"/>
                </a:solidFill>
                <a:latin typeface="Courier New" pitchFamily="34" charset="0"/>
                <a:ea typeface="Courier New" pitchFamily="34" charset="-122"/>
                <a:cs typeface="Courier New" pitchFamily="34" charset="-120"/>
              </a:rPr>
              <a:t>WORLD</a:t>
            </a:r>
            <a:endParaRPr lang="en-US" sz="900" dirty="0"/>
          </a:p>
        </p:txBody>
      </p:sp>
      <p:sp>
        <p:nvSpPr>
          <p:cNvPr id="36" name="Shape 21"/>
          <p:cNvSpPr/>
          <p:nvPr/>
        </p:nvSpPr>
        <p:spPr>
          <a:xfrm>
            <a:off x="7086600" y="5230368"/>
            <a:ext cx="566928" cy="566928"/>
          </a:xfrm>
          <a:prstGeom prst="ellipse">
            <a:avLst/>
          </a:prstGeom>
          <a:solidFill>
            <a:srgbClr val="1A2353"/>
          </a:solidFill>
          <a:ln w="25400">
            <a:solidFill>
              <a:srgbClr val="3A4370"/>
            </a:solidFill>
            <a:prstDash val="solid"/>
          </a:ln>
        </p:spPr>
      </p:sp>
      <p:pic>
        <p:nvPicPr>
          <p:cNvPr id="37" name="Image 13" descr="/tmp/claude-0/-home-user-ashton212123/6ae88841-e158-5430-ba3a-d930461fce9f/scratchpad/build/assets/icons/FaLock_5A6494.png">    </p:cNvPr>
          <p:cNvPicPr>
            <a:picLocks noChangeAspect="1"/>
          </p:cNvPicPr>
          <p:nvPr/>
        </p:nvPicPr>
        <p:blipFill>
          <a:blip r:embed="rId14"/>
          <a:stretch>
            <a:fillRect/>
          </a:stretch>
        </p:blipFill>
        <p:spPr>
          <a:xfrm>
            <a:off x="7234001" y="5377769"/>
            <a:ext cx="272125" cy="272125"/>
          </a:xfrm>
          <a:prstGeom prst="rect">
            <a:avLst/>
          </a:prstGeom>
        </p:spPr>
      </p:pic>
      <p:sp>
        <p:nvSpPr>
          <p:cNvPr id="38" name="Text 22"/>
          <p:cNvSpPr txBox="1"/>
          <p:nvPr/>
        </p:nvSpPr>
        <p:spPr>
          <a:xfrm>
            <a:off x="6638544" y="5852160"/>
            <a:ext cx="1463040" cy="256032"/>
          </a:xfrm>
          <a:prstGeom prst="rect">
            <a:avLst/>
          </a:prstGeom>
          <a:noFill/>
          <a:ln/>
        </p:spPr>
        <p:txBody>
          <a:bodyPr wrap="square" lIns="0" tIns="0" rIns="0" bIns="0" rtlCol="0" anchor="t"/>
          <a:lstStyle/>
          <a:p>
            <a:pPr algn="ctr" indent="0" marL="0">
              <a:buNone/>
            </a:pPr>
            <a:r>
              <a:rPr lang="en-US" sz="900" b="1" dirty="0">
                <a:solidFill>
                  <a:srgbClr val="5A6494"/>
                </a:solidFill>
                <a:latin typeface="Courier New" pitchFamily="34" charset="0"/>
                <a:ea typeface="Courier New" pitchFamily="34" charset="-122"/>
                <a:cs typeface="Courier New" pitchFamily="34" charset="-120"/>
              </a:rPr>
              <a:t>CORE</a:t>
            </a:r>
            <a:endParaRPr lang="en-US" sz="900" dirty="0"/>
          </a:p>
        </p:txBody>
      </p:sp>
      <p:sp>
        <p:nvSpPr>
          <p:cNvPr id="39" name="Link - ENTER SECTOR">
            <a:hlinkClick r:id="rId18" action="ppaction://hlinksldjump" highlightClick="1"/>
          </p:cNvPr>
          <p:cNvSpPr txBox="1"/>
          <p:nvPr/>
        </p:nvSpPr>
        <p:spPr>
          <a:xfrm>
            <a:off x="9144000" y="5257800"/>
            <a:ext cx="2587752" cy="731520"/>
          </a:xfrm>
          <a:prstGeom prst="roundRect">
            <a:avLst>
              <a:gd name="adj" fmla="val 12500"/>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ENTER SECTOR</a:t>
            </a:r>
            <a:endParaRPr lang="en-US" sz="1600" dirty="0"/>
          </a:p>
        </p:txBody>
      </p:sp>
    </p:spTree>
  </p:cSld>
  <p:clrMapOvr>
    <a:masterClrMapping/>
  </p:clrMapOvr>
  <p:transition spd="med" advClick="0">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2DE2E6"/>
                </a:solidFill>
                <a:latin typeface="Courier New" pitchFamily="34" charset="0"/>
                <a:ea typeface="Courier New" pitchFamily="34" charset="-122"/>
                <a:cs typeface="Courier New" pitchFamily="34" charset="-120"/>
              </a:rPr>
              <a:t>&gt; SECTOR 01 // SCIENCE LAB</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_empty.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1"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1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2DE2E6"/>
            </a:solidFill>
            <a:prstDash val="solid"/>
          </a:ln>
          <a:effectLst>
            <a:outerShdw sx="100000" sy="100000" kx="0" ky="0" algn="bl" rotWithShape="0" blurRad="203200" dist="50800" dir="5400000">
              <a:srgbClr val="2DE2E6">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Which planet is known as the 'Red Planet'?</a:t>
            </a:r>
            <a:endParaRPr lang="en-US" sz="2200" dirty="0"/>
          </a:p>
        </p:txBody>
      </p:sp>
      <p:sp>
        <p:nvSpPr>
          <p:cNvPr id="17" name="Link - Answer A">
            <a:hlinkClick r:id="rId12" action="ppaction://hlinksldjump" highlightClick="1"/>
          </p:cNvPr>
          <p:cNvSpPr txBox="1"/>
          <p:nvPr/>
        </p:nvSpPr>
        <p:spPr>
          <a:xfrm>
            <a:off x="457200" y="3474720"/>
            <a:ext cx="5486400" cy="1234440"/>
          </a:xfrm>
          <a:prstGeom prst="roundRect">
            <a:avLst>
              <a:gd name="adj" fmla="val 7407"/>
            </a:avLst>
          </a:prstGeom>
          <a:solidFill>
            <a:srgbClr val="1A2353"/>
          </a:solidFill>
          <a:ln w="22225">
            <a:solidFill>
              <a:srgbClr val="2DE2E6"/>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Venus</a:t>
            </a:r>
            <a:endParaRPr lang="en-US" sz="1800" dirty="0"/>
          </a:p>
        </p:txBody>
      </p:sp>
      <p:sp>
        <p:nvSpPr>
          <p:cNvPr id="18" name="Link - Answer A badge">
            <a:hlinkClick r:id="rId12" action="ppaction://hlinksldjump" highlightClick="1"/>
          </p:cNvPr>
          <p:cNvSpPr txBox="1"/>
          <p:nvPr/>
        </p:nvSpPr>
        <p:spPr>
          <a:xfrm>
            <a:off x="658368" y="3817620"/>
            <a:ext cx="548640" cy="548640"/>
          </a:xfrm>
          <a:prstGeom prst="ellipse">
            <a:avLst/>
          </a:prstGeom>
          <a:solidFill>
            <a:srgbClr val="2DE2E6"/>
          </a:solidFill>
          <a:ln w="12700">
            <a:solidFill>
              <a:srgbClr val="2DE2E6"/>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19" name="Link - Answer B">
            <a:hlinkClick r:id="rId13" action="ppaction://hlinksldjump" highlightClick="1"/>
          </p:cNvPr>
          <p:cNvSpPr txBox="1"/>
          <p:nvPr/>
        </p:nvSpPr>
        <p:spPr>
          <a:xfrm>
            <a:off x="6245352" y="3474720"/>
            <a:ext cx="5486400" cy="1234440"/>
          </a:xfrm>
          <a:prstGeom prst="roundRect">
            <a:avLst>
              <a:gd name="adj" fmla="val 7407"/>
            </a:avLst>
          </a:prstGeom>
          <a:solidFill>
            <a:srgbClr val="1A2353"/>
          </a:solidFill>
          <a:ln w="22225">
            <a:solidFill>
              <a:srgbClr val="2DE2E6"/>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Mars</a:t>
            </a:r>
            <a:endParaRPr lang="en-US" sz="1800" dirty="0"/>
          </a:p>
        </p:txBody>
      </p:sp>
      <p:sp>
        <p:nvSpPr>
          <p:cNvPr id="20" name="Link - Answer B badge">
            <a:hlinkClick r:id="rId13" action="ppaction://hlinksldjump" highlightClick="1"/>
          </p:cNvPr>
          <p:cNvSpPr txBox="1"/>
          <p:nvPr/>
        </p:nvSpPr>
        <p:spPr>
          <a:xfrm>
            <a:off x="6446520" y="3817620"/>
            <a:ext cx="548640" cy="548640"/>
          </a:xfrm>
          <a:prstGeom prst="ellipse">
            <a:avLst/>
          </a:prstGeom>
          <a:solidFill>
            <a:srgbClr val="2DE2E6"/>
          </a:solidFill>
          <a:ln w="12700">
            <a:solidFill>
              <a:srgbClr val="2DE2E6"/>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
        <p:nvSpPr>
          <p:cNvPr id="21" name="Link - Answer C">
            <a:hlinkClick r:id="rId12" action="ppaction://hlinksldjump" highlightClick="1"/>
          </p:cNvPr>
          <p:cNvSpPr txBox="1"/>
          <p:nvPr/>
        </p:nvSpPr>
        <p:spPr>
          <a:xfrm>
            <a:off x="457200" y="4892040"/>
            <a:ext cx="5486400" cy="1234440"/>
          </a:xfrm>
          <a:prstGeom prst="roundRect">
            <a:avLst>
              <a:gd name="adj" fmla="val 7407"/>
            </a:avLst>
          </a:prstGeom>
          <a:solidFill>
            <a:srgbClr val="1A2353"/>
          </a:solidFill>
          <a:ln w="22225">
            <a:solidFill>
              <a:srgbClr val="2DE2E6"/>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Jupiter</a:t>
            </a:r>
            <a:endParaRPr lang="en-US" sz="1800" dirty="0"/>
          </a:p>
        </p:txBody>
      </p:sp>
      <p:sp>
        <p:nvSpPr>
          <p:cNvPr id="22" name="Link - Answer C badge">
            <a:hlinkClick r:id="rId12" action="ppaction://hlinksldjump" highlightClick="1"/>
          </p:cNvPr>
          <p:cNvSpPr txBox="1"/>
          <p:nvPr/>
        </p:nvSpPr>
        <p:spPr>
          <a:xfrm>
            <a:off x="658368" y="5234940"/>
            <a:ext cx="548640" cy="548640"/>
          </a:xfrm>
          <a:prstGeom prst="ellipse">
            <a:avLst/>
          </a:prstGeom>
          <a:solidFill>
            <a:srgbClr val="2DE2E6"/>
          </a:solidFill>
          <a:ln w="12700">
            <a:solidFill>
              <a:srgbClr val="2DE2E6"/>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sp>
        <p:nvSpPr>
          <p:cNvPr id="23" name="Link - Answer D">
            <a:hlinkClick r:id="rId12" action="ppaction://hlinksldjump" highlightClick="1"/>
          </p:cNvPr>
          <p:cNvSpPr txBox="1"/>
          <p:nvPr/>
        </p:nvSpPr>
        <p:spPr>
          <a:xfrm>
            <a:off x="6245352" y="4892040"/>
            <a:ext cx="5486400" cy="1234440"/>
          </a:xfrm>
          <a:prstGeom prst="roundRect">
            <a:avLst>
              <a:gd name="adj" fmla="val 7407"/>
            </a:avLst>
          </a:prstGeom>
          <a:solidFill>
            <a:srgbClr val="1A2353"/>
          </a:solidFill>
          <a:ln w="22225">
            <a:solidFill>
              <a:srgbClr val="2DE2E6"/>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Saturn</a:t>
            </a:r>
            <a:endParaRPr lang="en-US" sz="1800" dirty="0"/>
          </a:p>
        </p:txBody>
      </p:sp>
      <p:sp>
        <p:nvSpPr>
          <p:cNvPr id="24" name="Link - Answer D badge">
            <a:hlinkClick r:id="rId12" action="ppaction://hlinksldjump" highlightClick="1"/>
          </p:cNvPr>
          <p:cNvSpPr txBox="1"/>
          <p:nvPr/>
        </p:nvSpPr>
        <p:spPr>
          <a:xfrm>
            <a:off x="6446520" y="5234940"/>
            <a:ext cx="548640" cy="548640"/>
          </a:xfrm>
          <a:prstGeom prst="ellipse">
            <a:avLst/>
          </a:prstGeom>
          <a:solidFill>
            <a:srgbClr val="2DE2E6"/>
          </a:solidFill>
          <a:ln w="12700">
            <a:solidFill>
              <a:srgbClr val="2DE2E6"/>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spTree>
  </p:cSld>
  <p:clrMapOvr>
    <a:masterClrMapping/>
  </p:clrMapOvr>
  <p:transition spd="med" advClick="0">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2DE2E6"/>
                </a:solidFill>
                <a:latin typeface="Courier New" pitchFamily="34" charset="0"/>
                <a:ea typeface="Courier New" pitchFamily="34" charset="-122"/>
                <a:cs typeface="Courier New" pitchFamily="34" charset="-120"/>
              </a:rPr>
              <a:t>&gt; SECTOR 01 // SCIENCE LAB</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_empty.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1"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1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2DE2E6"/>
            </a:solidFill>
            <a:prstDash val="solid"/>
          </a:ln>
          <a:effectLst>
            <a:outerShdw sx="100000" sy="100000" kx="0" ky="0" algn="bl" rotWithShape="0" blurRad="203200" dist="50800" dir="5400000">
              <a:srgbClr val="2DE2E6">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Which planet is known as the 'Red Planet'?</a:t>
            </a:r>
            <a:endParaRPr lang="en-US" sz="2200" dirty="0"/>
          </a:p>
        </p:txBody>
      </p:sp>
      <p:sp>
        <p:nvSpPr>
          <p:cNvPr id="17" name="Link - Answer A">
            <a:hlinkClick r:id="rId12" action="ppaction://hlinksldjump" highlightClick="1"/>
          </p:cNvPr>
          <p:cNvSpPr txBox="1"/>
          <p:nvPr/>
        </p:nvSpPr>
        <p:spPr>
          <a:xfrm>
            <a:off x="457200" y="3474720"/>
            <a:ext cx="5486400" cy="1234440"/>
          </a:xfrm>
          <a:prstGeom prst="roundRect">
            <a:avLst>
              <a:gd name="adj" fmla="val 7407"/>
            </a:avLst>
          </a:prstGeom>
          <a:solidFill>
            <a:srgbClr val="1A2353"/>
          </a:solidFill>
          <a:ln w="22225">
            <a:solidFill>
              <a:srgbClr val="2DE2E6"/>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Venus</a:t>
            </a:r>
            <a:endParaRPr lang="en-US" sz="1800" dirty="0"/>
          </a:p>
        </p:txBody>
      </p:sp>
      <p:sp>
        <p:nvSpPr>
          <p:cNvPr id="18" name="Link - Answer A badge">
            <a:hlinkClick r:id="rId12" action="ppaction://hlinksldjump" highlightClick="1"/>
          </p:cNvPr>
          <p:cNvSpPr txBox="1"/>
          <p:nvPr/>
        </p:nvSpPr>
        <p:spPr>
          <a:xfrm>
            <a:off x="658368" y="3817620"/>
            <a:ext cx="548640" cy="548640"/>
          </a:xfrm>
          <a:prstGeom prst="ellipse">
            <a:avLst/>
          </a:prstGeom>
          <a:solidFill>
            <a:srgbClr val="2DE2E6"/>
          </a:solidFill>
          <a:ln w="12700">
            <a:solidFill>
              <a:srgbClr val="2DE2E6"/>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19" name="Link - Answer B">
            <a:hlinkClick r:id="rId13" action="ppaction://hlinksldjump" highlightClick="1"/>
          </p:cNvPr>
          <p:cNvSpPr txBox="1"/>
          <p:nvPr/>
        </p:nvSpPr>
        <p:spPr>
          <a:xfrm>
            <a:off x="6245352" y="3474720"/>
            <a:ext cx="5486400" cy="1234440"/>
          </a:xfrm>
          <a:prstGeom prst="roundRect">
            <a:avLst>
              <a:gd name="adj" fmla="val 7407"/>
            </a:avLst>
          </a:prstGeom>
          <a:solidFill>
            <a:srgbClr val="1A2353"/>
          </a:solidFill>
          <a:ln w="22225">
            <a:solidFill>
              <a:srgbClr val="2DE2E6"/>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Mars</a:t>
            </a:r>
            <a:endParaRPr lang="en-US" sz="1800" dirty="0"/>
          </a:p>
        </p:txBody>
      </p:sp>
      <p:sp>
        <p:nvSpPr>
          <p:cNvPr id="20" name="Link - Answer B badge">
            <a:hlinkClick r:id="rId13" action="ppaction://hlinksldjump" highlightClick="1"/>
          </p:cNvPr>
          <p:cNvSpPr txBox="1"/>
          <p:nvPr/>
        </p:nvSpPr>
        <p:spPr>
          <a:xfrm>
            <a:off x="6446520" y="3817620"/>
            <a:ext cx="548640" cy="548640"/>
          </a:xfrm>
          <a:prstGeom prst="ellipse">
            <a:avLst/>
          </a:prstGeom>
          <a:solidFill>
            <a:srgbClr val="2DE2E6"/>
          </a:solidFill>
          <a:ln w="12700">
            <a:solidFill>
              <a:srgbClr val="2DE2E6"/>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
        <p:nvSpPr>
          <p:cNvPr id="21" name="Link - Answer C">
            <a:hlinkClick r:id="rId12" action="ppaction://hlinksldjump" highlightClick="1"/>
          </p:cNvPr>
          <p:cNvSpPr txBox="1"/>
          <p:nvPr/>
        </p:nvSpPr>
        <p:spPr>
          <a:xfrm>
            <a:off x="457200" y="4892040"/>
            <a:ext cx="5486400" cy="1234440"/>
          </a:xfrm>
          <a:prstGeom prst="roundRect">
            <a:avLst>
              <a:gd name="adj" fmla="val 7407"/>
            </a:avLst>
          </a:prstGeom>
          <a:solidFill>
            <a:srgbClr val="1A2353"/>
          </a:solidFill>
          <a:ln w="22225">
            <a:solidFill>
              <a:srgbClr val="2DE2E6"/>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Jupiter</a:t>
            </a:r>
            <a:endParaRPr lang="en-US" sz="1800" dirty="0"/>
          </a:p>
        </p:txBody>
      </p:sp>
      <p:sp>
        <p:nvSpPr>
          <p:cNvPr id="22" name="Link - Answer C badge">
            <a:hlinkClick r:id="rId12" action="ppaction://hlinksldjump" highlightClick="1"/>
          </p:cNvPr>
          <p:cNvSpPr txBox="1"/>
          <p:nvPr/>
        </p:nvSpPr>
        <p:spPr>
          <a:xfrm>
            <a:off x="658368" y="5234940"/>
            <a:ext cx="548640" cy="548640"/>
          </a:xfrm>
          <a:prstGeom prst="ellipse">
            <a:avLst/>
          </a:prstGeom>
          <a:solidFill>
            <a:srgbClr val="2DE2E6"/>
          </a:solidFill>
          <a:ln w="12700">
            <a:solidFill>
              <a:srgbClr val="2DE2E6"/>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sp>
        <p:nvSpPr>
          <p:cNvPr id="23" name="Link - Answer D">
            <a:hlinkClick r:id="rId12" action="ppaction://hlinksldjump" highlightClick="1"/>
          </p:cNvPr>
          <p:cNvSpPr txBox="1"/>
          <p:nvPr/>
        </p:nvSpPr>
        <p:spPr>
          <a:xfrm>
            <a:off x="6245352" y="4892040"/>
            <a:ext cx="5486400" cy="1234440"/>
          </a:xfrm>
          <a:prstGeom prst="roundRect">
            <a:avLst>
              <a:gd name="adj" fmla="val 7407"/>
            </a:avLst>
          </a:prstGeom>
          <a:solidFill>
            <a:srgbClr val="1A2353"/>
          </a:solidFill>
          <a:ln w="22225">
            <a:solidFill>
              <a:srgbClr val="2DE2E6"/>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Saturn</a:t>
            </a:r>
            <a:endParaRPr lang="en-US" sz="1800" dirty="0"/>
          </a:p>
        </p:txBody>
      </p:sp>
      <p:sp>
        <p:nvSpPr>
          <p:cNvPr id="24" name="Link - Answer D badge">
            <a:hlinkClick r:id="rId12" action="ppaction://hlinksldjump" highlightClick="1"/>
          </p:cNvPr>
          <p:cNvSpPr txBox="1"/>
          <p:nvPr/>
        </p:nvSpPr>
        <p:spPr>
          <a:xfrm>
            <a:off x="6446520" y="5234940"/>
            <a:ext cx="548640" cy="548640"/>
          </a:xfrm>
          <a:prstGeom prst="ellipse">
            <a:avLst/>
          </a:prstGeom>
          <a:solidFill>
            <a:srgbClr val="2DE2E6"/>
          </a:solidFill>
          <a:ln w="12700">
            <a:solidFill>
              <a:srgbClr val="2DE2E6"/>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spTree>
  </p:cSld>
  <p:clrMapOvr>
    <a:masterClrMapping/>
  </p:clrMapOvr>
  <p:transition spd="med" advClick="0">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2DE2E6"/>
                </a:solidFill>
                <a:latin typeface="Courier New" pitchFamily="34" charset="0"/>
                <a:ea typeface="Courier New" pitchFamily="34" charset="-122"/>
                <a:cs typeface="Courier New" pitchFamily="34" charset="-120"/>
              </a:rPr>
              <a:t>&gt; SECTOR 01 // SCIENCE LAB</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_empty.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1"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1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2DE2E6"/>
            </a:solidFill>
            <a:prstDash val="solid"/>
          </a:ln>
          <a:effectLst>
            <a:outerShdw sx="100000" sy="100000" kx="0" ky="0" algn="bl" rotWithShape="0" blurRad="203200" dist="50800" dir="5400000">
              <a:srgbClr val="2DE2E6">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Which planet is known as the 'Red Planet'?</a:t>
            </a:r>
            <a:endParaRPr lang="en-US" sz="2200" dirty="0"/>
          </a:p>
        </p:txBody>
      </p:sp>
      <p:sp>
        <p:nvSpPr>
          <p:cNvPr id="17" name="Link - Answer A">
            <a:hlinkClick r:id="rId12" action="ppaction://hlinksldjump" highlightClick="1"/>
          </p:cNvPr>
          <p:cNvSpPr txBox="1"/>
          <p:nvPr/>
        </p:nvSpPr>
        <p:spPr>
          <a:xfrm>
            <a:off x="457200" y="3474720"/>
            <a:ext cx="5486400" cy="1234440"/>
          </a:xfrm>
          <a:prstGeom prst="roundRect">
            <a:avLst>
              <a:gd name="adj" fmla="val 7407"/>
            </a:avLst>
          </a:prstGeom>
          <a:solidFill>
            <a:srgbClr val="1A2353"/>
          </a:solidFill>
          <a:ln w="22225">
            <a:solidFill>
              <a:srgbClr val="2DE2E6"/>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Venus</a:t>
            </a:r>
            <a:endParaRPr lang="en-US" sz="1800" dirty="0"/>
          </a:p>
        </p:txBody>
      </p:sp>
      <p:sp>
        <p:nvSpPr>
          <p:cNvPr id="18" name="Link - Answer A badge">
            <a:hlinkClick r:id="rId12" action="ppaction://hlinksldjump" highlightClick="1"/>
          </p:cNvPr>
          <p:cNvSpPr txBox="1"/>
          <p:nvPr/>
        </p:nvSpPr>
        <p:spPr>
          <a:xfrm>
            <a:off x="658368" y="3817620"/>
            <a:ext cx="548640" cy="548640"/>
          </a:xfrm>
          <a:prstGeom prst="ellipse">
            <a:avLst/>
          </a:prstGeom>
          <a:solidFill>
            <a:srgbClr val="2DE2E6"/>
          </a:solidFill>
          <a:ln w="12700">
            <a:solidFill>
              <a:srgbClr val="2DE2E6"/>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19" name="Link - Answer B">
            <a:hlinkClick r:id="rId13" action="ppaction://hlinksldjump" highlightClick="1"/>
          </p:cNvPr>
          <p:cNvSpPr txBox="1"/>
          <p:nvPr/>
        </p:nvSpPr>
        <p:spPr>
          <a:xfrm>
            <a:off x="6245352" y="3474720"/>
            <a:ext cx="5486400" cy="1234440"/>
          </a:xfrm>
          <a:prstGeom prst="roundRect">
            <a:avLst>
              <a:gd name="adj" fmla="val 7407"/>
            </a:avLst>
          </a:prstGeom>
          <a:solidFill>
            <a:srgbClr val="1A2353"/>
          </a:solidFill>
          <a:ln w="22225">
            <a:solidFill>
              <a:srgbClr val="2DE2E6"/>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Mars</a:t>
            </a:r>
            <a:endParaRPr lang="en-US" sz="1800" dirty="0"/>
          </a:p>
        </p:txBody>
      </p:sp>
      <p:sp>
        <p:nvSpPr>
          <p:cNvPr id="20" name="Link - Answer B badge">
            <a:hlinkClick r:id="rId13" action="ppaction://hlinksldjump" highlightClick="1"/>
          </p:cNvPr>
          <p:cNvSpPr txBox="1"/>
          <p:nvPr/>
        </p:nvSpPr>
        <p:spPr>
          <a:xfrm>
            <a:off x="6446520" y="3817620"/>
            <a:ext cx="548640" cy="548640"/>
          </a:xfrm>
          <a:prstGeom prst="ellipse">
            <a:avLst/>
          </a:prstGeom>
          <a:solidFill>
            <a:srgbClr val="2DE2E6"/>
          </a:solidFill>
          <a:ln w="12700">
            <a:solidFill>
              <a:srgbClr val="2DE2E6"/>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
        <p:nvSpPr>
          <p:cNvPr id="21" name="Link - Answer C">
            <a:hlinkClick r:id="rId12" action="ppaction://hlinksldjump" highlightClick="1"/>
          </p:cNvPr>
          <p:cNvSpPr txBox="1"/>
          <p:nvPr/>
        </p:nvSpPr>
        <p:spPr>
          <a:xfrm>
            <a:off x="457200" y="4892040"/>
            <a:ext cx="5486400" cy="1234440"/>
          </a:xfrm>
          <a:prstGeom prst="roundRect">
            <a:avLst>
              <a:gd name="adj" fmla="val 7407"/>
            </a:avLst>
          </a:prstGeom>
          <a:solidFill>
            <a:srgbClr val="1A2353"/>
          </a:solidFill>
          <a:ln w="22225">
            <a:solidFill>
              <a:srgbClr val="2DE2E6"/>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Jupiter</a:t>
            </a:r>
            <a:endParaRPr lang="en-US" sz="1800" dirty="0"/>
          </a:p>
        </p:txBody>
      </p:sp>
      <p:sp>
        <p:nvSpPr>
          <p:cNvPr id="22" name="Link - Answer C badge">
            <a:hlinkClick r:id="rId12" action="ppaction://hlinksldjump" highlightClick="1"/>
          </p:cNvPr>
          <p:cNvSpPr txBox="1"/>
          <p:nvPr/>
        </p:nvSpPr>
        <p:spPr>
          <a:xfrm>
            <a:off x="658368" y="5234940"/>
            <a:ext cx="548640" cy="548640"/>
          </a:xfrm>
          <a:prstGeom prst="ellipse">
            <a:avLst/>
          </a:prstGeom>
          <a:solidFill>
            <a:srgbClr val="2DE2E6"/>
          </a:solidFill>
          <a:ln w="12700">
            <a:solidFill>
              <a:srgbClr val="2DE2E6"/>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sp>
        <p:nvSpPr>
          <p:cNvPr id="23" name="Link - Answer D">
            <a:hlinkClick r:id="rId12" action="ppaction://hlinksldjump" highlightClick="1"/>
          </p:cNvPr>
          <p:cNvSpPr txBox="1"/>
          <p:nvPr/>
        </p:nvSpPr>
        <p:spPr>
          <a:xfrm>
            <a:off x="6245352" y="4892040"/>
            <a:ext cx="5486400" cy="1234440"/>
          </a:xfrm>
          <a:prstGeom prst="roundRect">
            <a:avLst>
              <a:gd name="adj" fmla="val 7407"/>
            </a:avLst>
          </a:prstGeom>
          <a:solidFill>
            <a:srgbClr val="1A2353"/>
          </a:solidFill>
          <a:ln w="22225">
            <a:solidFill>
              <a:srgbClr val="2DE2E6"/>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Saturn</a:t>
            </a:r>
            <a:endParaRPr lang="en-US" sz="1800" dirty="0"/>
          </a:p>
        </p:txBody>
      </p:sp>
      <p:sp>
        <p:nvSpPr>
          <p:cNvPr id="24" name="Link - Answer D badge">
            <a:hlinkClick r:id="rId12" action="ppaction://hlinksldjump" highlightClick="1"/>
          </p:cNvPr>
          <p:cNvSpPr txBox="1"/>
          <p:nvPr/>
        </p:nvSpPr>
        <p:spPr>
          <a:xfrm>
            <a:off x="6446520" y="5234940"/>
            <a:ext cx="548640" cy="548640"/>
          </a:xfrm>
          <a:prstGeom prst="ellipse">
            <a:avLst/>
          </a:prstGeom>
          <a:solidFill>
            <a:srgbClr val="2DE2E6"/>
          </a:solidFill>
          <a:ln w="12700">
            <a:solidFill>
              <a:srgbClr val="2DE2E6"/>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spTree>
  </p:cSld>
  <p:clrMapOvr>
    <a:masterClrMapping/>
  </p:clrMapOvr>
  <p:transition spd="med" advClick="0">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2DE2E6"/>
                </a:solidFill>
                <a:latin typeface="Courier New" pitchFamily="34" charset="0"/>
                <a:ea typeface="Courier New" pitchFamily="34" charset="-122"/>
                <a:cs typeface="Courier New" pitchFamily="34" charset="-120"/>
              </a:rPr>
              <a:t>&gt; SECTOR 01 // SCIENCE LAB</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_empty.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B. Mars</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Mars looks red because its soil is full of iron oxide, the same stuff that makes rust. Venus is the hottest planet, while Jupiter and Saturn are giant gas planets.</a:t>
            </a:r>
            <a:endParaRPr lang="en-US" sz="1800" dirty="0"/>
          </a:p>
        </p:txBody>
      </p:sp>
      <p:sp>
        <p:nvSpPr>
          <p:cNvPr id="20" name="Text 9"/>
          <p:cNvSpPr txBox="1"/>
          <p:nvPr/>
        </p:nvSpPr>
        <p:spPr>
          <a:xfrm>
            <a:off x="2743200" y="4846320"/>
            <a:ext cx="3657600" cy="274320"/>
          </a:xfrm>
          <a:prstGeom prst="rect">
            <a:avLst/>
          </a:prstGeom>
          <a:noFill/>
          <a:ln/>
        </p:spPr>
        <p:txBody>
          <a:bodyPr wrap="square" lIns="0" tIns="0" rIns="0" bIns="0" rtlCol="0" anchor="t"/>
          <a:lstStyle/>
          <a:p>
            <a:pPr indent="0" marL="0">
              <a:buNone/>
            </a:pPr>
            <a:r>
              <a:rPr lang="en-US" sz="1100" b="1" dirty="0">
                <a:solidFill>
                  <a:srgbClr val="9AA6D9"/>
                </a:solidFill>
                <a:latin typeface="Courier New" pitchFamily="34" charset="0"/>
                <a:ea typeface="Courier New" pitchFamily="34" charset="-122"/>
                <a:cs typeface="Courier New" pitchFamily="34" charset="-120"/>
              </a:rPr>
              <a:t>SECTOR PROGRESS</a:t>
            </a:r>
            <a:endParaRPr lang="en-US" sz="1100" dirty="0"/>
          </a:p>
        </p:txBody>
      </p:sp>
      <p:sp>
        <p:nvSpPr>
          <p:cNvPr id="21" name="Shape 10"/>
          <p:cNvSpPr/>
          <p:nvPr/>
        </p:nvSpPr>
        <p:spPr>
          <a:xfrm>
            <a:off x="2743200" y="5230368"/>
            <a:ext cx="777240" cy="274320"/>
          </a:xfrm>
          <a:prstGeom prst="roundRect">
            <a:avLst>
              <a:gd name="adj" fmla="val 20000"/>
            </a:avLst>
          </a:prstGeom>
          <a:solidFill>
            <a:srgbClr val="4BF0A0"/>
          </a:solidFill>
          <a:ln w="12700">
            <a:solidFill>
              <a:srgbClr val="4BF0A0"/>
            </a:solidFill>
            <a:prstDash val="solid"/>
          </a:ln>
        </p:spPr>
      </p:sp>
      <p:sp>
        <p:nvSpPr>
          <p:cNvPr id="22" name="Shape 11"/>
          <p:cNvSpPr/>
          <p:nvPr/>
        </p:nvSpPr>
        <p:spPr>
          <a:xfrm>
            <a:off x="3657600" y="5230368"/>
            <a:ext cx="777240" cy="274320"/>
          </a:xfrm>
          <a:prstGeom prst="roundRect">
            <a:avLst>
              <a:gd name="adj" fmla="val 20000"/>
            </a:avLst>
          </a:prstGeom>
          <a:solidFill>
            <a:srgbClr val="1A2353"/>
          </a:solidFill>
          <a:ln w="12700">
            <a:solidFill>
              <a:srgbClr val="3A4370"/>
            </a:solidFill>
            <a:prstDash val="solid"/>
          </a:ln>
        </p:spPr>
      </p:sp>
      <p:sp>
        <p:nvSpPr>
          <p:cNvPr id="23" name="Shape 12"/>
          <p:cNvSpPr/>
          <p:nvPr/>
        </p:nvSpPr>
        <p:spPr>
          <a:xfrm>
            <a:off x="4572000" y="5230368"/>
            <a:ext cx="777240" cy="274320"/>
          </a:xfrm>
          <a:prstGeom prst="roundRect">
            <a:avLst>
              <a:gd name="adj" fmla="val 20000"/>
            </a:avLst>
          </a:prstGeom>
          <a:solidFill>
            <a:srgbClr val="1A2353"/>
          </a:solidFill>
          <a:ln w="12700">
            <a:solidFill>
              <a:srgbClr val="3A4370"/>
            </a:solidFill>
            <a:prstDash val="solid"/>
          </a:ln>
        </p:spPr>
      </p:sp>
      <p:sp>
        <p:nvSpPr>
          <p:cNvPr id="24" name="Text 13"/>
          <p:cNvSpPr txBox="1"/>
          <p:nvPr/>
        </p:nvSpPr>
        <p:spPr>
          <a:xfrm>
            <a:off x="5577840" y="5193792"/>
            <a:ext cx="2743200" cy="347472"/>
          </a:xfrm>
          <a:prstGeom prst="rect">
            <a:avLst/>
          </a:prstGeom>
          <a:noFill/>
          <a:ln/>
        </p:spPr>
        <p:txBody>
          <a:bodyPr wrap="square" lIns="0" tIns="0" rIns="0" bIns="0" rtlCol="0" anchor="ctr"/>
          <a:lstStyle/>
          <a:p>
            <a:pPr indent="0" marL="0">
              <a:buNone/>
            </a:pPr>
            <a:r>
              <a:rPr lang="en-US" sz="1200" dirty="0">
                <a:solidFill>
                  <a:srgbClr val="4BF0A0"/>
                </a:solidFill>
                <a:latin typeface="Courier New" pitchFamily="34" charset="0"/>
                <a:ea typeface="Courier New" pitchFamily="34" charset="-122"/>
                <a:cs typeface="Courier New" pitchFamily="34" charset="-120"/>
              </a:rPr>
              <a:t>1 of 3 cleared</a:t>
            </a:r>
            <a:endParaRPr lang="en-US" sz="1200" dirty="0"/>
          </a:p>
        </p:txBody>
      </p:sp>
      <p:sp>
        <p:nvSpPr>
          <p:cNvPr id="25" name="Link - CONTINUE">
            <a:hlinkClick r:id="rId13"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4" name="snd_correct.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2DE2E6"/>
                </a:solidFill>
                <a:latin typeface="Courier New" pitchFamily="34" charset="0"/>
                <a:ea typeface="Courier New" pitchFamily="34" charset="-122"/>
                <a:cs typeface="Courier New" pitchFamily="34" charset="-120"/>
              </a:rPr>
              <a:t>&gt; SECTOR 01 // SCIENCE LAB</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_empty.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B. Mars</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Mars looks red because its soil is full of iron oxide, the same stuff that makes rust. Venus is the hottest planet, while Jupiter and Saturn are giant gas planets.</a:t>
            </a:r>
            <a:endParaRPr lang="en-US" sz="1800" dirty="0"/>
          </a:p>
        </p:txBody>
      </p:sp>
      <p:sp>
        <p:nvSpPr>
          <p:cNvPr id="20" name="Text 9"/>
          <p:cNvSpPr txBox="1"/>
          <p:nvPr/>
        </p:nvSpPr>
        <p:spPr>
          <a:xfrm>
            <a:off x="2743200" y="4846320"/>
            <a:ext cx="3657600" cy="274320"/>
          </a:xfrm>
          <a:prstGeom prst="rect">
            <a:avLst/>
          </a:prstGeom>
          <a:noFill/>
          <a:ln/>
        </p:spPr>
        <p:txBody>
          <a:bodyPr wrap="square" lIns="0" tIns="0" rIns="0" bIns="0" rtlCol="0" anchor="t"/>
          <a:lstStyle/>
          <a:p>
            <a:pPr indent="0" marL="0">
              <a:buNone/>
            </a:pPr>
            <a:r>
              <a:rPr lang="en-US" sz="1100" b="1" dirty="0">
                <a:solidFill>
                  <a:srgbClr val="9AA6D9"/>
                </a:solidFill>
                <a:latin typeface="Courier New" pitchFamily="34" charset="0"/>
                <a:ea typeface="Courier New" pitchFamily="34" charset="-122"/>
                <a:cs typeface="Courier New" pitchFamily="34" charset="-120"/>
              </a:rPr>
              <a:t>SECTOR PROGRESS</a:t>
            </a:r>
            <a:endParaRPr lang="en-US" sz="1100" dirty="0"/>
          </a:p>
        </p:txBody>
      </p:sp>
      <p:sp>
        <p:nvSpPr>
          <p:cNvPr id="21" name="Shape 10"/>
          <p:cNvSpPr/>
          <p:nvPr/>
        </p:nvSpPr>
        <p:spPr>
          <a:xfrm>
            <a:off x="2743200" y="5230368"/>
            <a:ext cx="777240" cy="274320"/>
          </a:xfrm>
          <a:prstGeom prst="roundRect">
            <a:avLst>
              <a:gd name="adj" fmla="val 20000"/>
            </a:avLst>
          </a:prstGeom>
          <a:solidFill>
            <a:srgbClr val="4BF0A0"/>
          </a:solidFill>
          <a:ln w="12700">
            <a:solidFill>
              <a:srgbClr val="4BF0A0"/>
            </a:solidFill>
            <a:prstDash val="solid"/>
          </a:ln>
        </p:spPr>
      </p:sp>
      <p:sp>
        <p:nvSpPr>
          <p:cNvPr id="22" name="Shape 11"/>
          <p:cNvSpPr/>
          <p:nvPr/>
        </p:nvSpPr>
        <p:spPr>
          <a:xfrm>
            <a:off x="3657600" y="5230368"/>
            <a:ext cx="777240" cy="274320"/>
          </a:xfrm>
          <a:prstGeom prst="roundRect">
            <a:avLst>
              <a:gd name="adj" fmla="val 20000"/>
            </a:avLst>
          </a:prstGeom>
          <a:solidFill>
            <a:srgbClr val="1A2353"/>
          </a:solidFill>
          <a:ln w="12700">
            <a:solidFill>
              <a:srgbClr val="3A4370"/>
            </a:solidFill>
            <a:prstDash val="solid"/>
          </a:ln>
        </p:spPr>
      </p:sp>
      <p:sp>
        <p:nvSpPr>
          <p:cNvPr id="23" name="Shape 12"/>
          <p:cNvSpPr/>
          <p:nvPr/>
        </p:nvSpPr>
        <p:spPr>
          <a:xfrm>
            <a:off x="4572000" y="5230368"/>
            <a:ext cx="777240" cy="274320"/>
          </a:xfrm>
          <a:prstGeom prst="roundRect">
            <a:avLst>
              <a:gd name="adj" fmla="val 20000"/>
            </a:avLst>
          </a:prstGeom>
          <a:solidFill>
            <a:srgbClr val="1A2353"/>
          </a:solidFill>
          <a:ln w="12700">
            <a:solidFill>
              <a:srgbClr val="3A4370"/>
            </a:solidFill>
            <a:prstDash val="solid"/>
          </a:ln>
        </p:spPr>
      </p:sp>
      <p:sp>
        <p:nvSpPr>
          <p:cNvPr id="24" name="Text 13"/>
          <p:cNvSpPr txBox="1"/>
          <p:nvPr/>
        </p:nvSpPr>
        <p:spPr>
          <a:xfrm>
            <a:off x="5577840" y="5193792"/>
            <a:ext cx="2743200" cy="347472"/>
          </a:xfrm>
          <a:prstGeom prst="rect">
            <a:avLst/>
          </a:prstGeom>
          <a:noFill/>
          <a:ln/>
        </p:spPr>
        <p:txBody>
          <a:bodyPr wrap="square" lIns="0" tIns="0" rIns="0" bIns="0" rtlCol="0" anchor="ctr"/>
          <a:lstStyle/>
          <a:p>
            <a:pPr indent="0" marL="0">
              <a:buNone/>
            </a:pPr>
            <a:r>
              <a:rPr lang="en-US" sz="1200" dirty="0">
                <a:solidFill>
                  <a:srgbClr val="4BF0A0"/>
                </a:solidFill>
                <a:latin typeface="Courier New" pitchFamily="34" charset="0"/>
                <a:ea typeface="Courier New" pitchFamily="34" charset="-122"/>
                <a:cs typeface="Courier New" pitchFamily="34" charset="-120"/>
              </a:rPr>
              <a:t>1 of 3 cleared</a:t>
            </a:r>
            <a:endParaRPr lang="en-US" sz="1200" dirty="0"/>
          </a:p>
        </p:txBody>
      </p:sp>
      <p:sp>
        <p:nvSpPr>
          <p:cNvPr id="25" name="Link - CONTINUE">
            <a:hlinkClick r:id="rId13"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4" name="snd_correct.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2DE2E6"/>
                </a:solidFill>
                <a:latin typeface="Courier New" pitchFamily="34" charset="0"/>
                <a:ea typeface="Courier New" pitchFamily="34" charset="-122"/>
                <a:cs typeface="Courier New" pitchFamily="34" charset="-120"/>
              </a:rPr>
              <a:t>&gt; SECTOR 01 // SCIENCE LAB</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_empty.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B. Mars</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Mars looks red because its soil is full of iron oxide, the same stuff that makes rust. Venus is the hottest planet, while Jupiter and Saturn are giant gas planets.</a:t>
            </a:r>
            <a:endParaRPr lang="en-US" sz="1800" dirty="0"/>
          </a:p>
        </p:txBody>
      </p:sp>
      <p:sp>
        <p:nvSpPr>
          <p:cNvPr id="20" name="Text 9"/>
          <p:cNvSpPr txBox="1"/>
          <p:nvPr/>
        </p:nvSpPr>
        <p:spPr>
          <a:xfrm>
            <a:off x="2743200" y="4846320"/>
            <a:ext cx="3657600" cy="274320"/>
          </a:xfrm>
          <a:prstGeom prst="rect">
            <a:avLst/>
          </a:prstGeom>
          <a:noFill/>
          <a:ln/>
        </p:spPr>
        <p:txBody>
          <a:bodyPr wrap="square" lIns="0" tIns="0" rIns="0" bIns="0" rtlCol="0" anchor="t"/>
          <a:lstStyle/>
          <a:p>
            <a:pPr indent="0" marL="0">
              <a:buNone/>
            </a:pPr>
            <a:r>
              <a:rPr lang="en-US" sz="1100" b="1" dirty="0">
                <a:solidFill>
                  <a:srgbClr val="9AA6D9"/>
                </a:solidFill>
                <a:latin typeface="Courier New" pitchFamily="34" charset="0"/>
                <a:ea typeface="Courier New" pitchFamily="34" charset="-122"/>
                <a:cs typeface="Courier New" pitchFamily="34" charset="-120"/>
              </a:rPr>
              <a:t>SECTOR PROGRESS</a:t>
            </a:r>
            <a:endParaRPr lang="en-US" sz="1100" dirty="0"/>
          </a:p>
        </p:txBody>
      </p:sp>
      <p:sp>
        <p:nvSpPr>
          <p:cNvPr id="21" name="Shape 10"/>
          <p:cNvSpPr/>
          <p:nvPr/>
        </p:nvSpPr>
        <p:spPr>
          <a:xfrm>
            <a:off x="2743200" y="5230368"/>
            <a:ext cx="777240" cy="274320"/>
          </a:xfrm>
          <a:prstGeom prst="roundRect">
            <a:avLst>
              <a:gd name="adj" fmla="val 20000"/>
            </a:avLst>
          </a:prstGeom>
          <a:solidFill>
            <a:srgbClr val="4BF0A0"/>
          </a:solidFill>
          <a:ln w="12700">
            <a:solidFill>
              <a:srgbClr val="4BF0A0"/>
            </a:solidFill>
            <a:prstDash val="solid"/>
          </a:ln>
        </p:spPr>
      </p:sp>
      <p:sp>
        <p:nvSpPr>
          <p:cNvPr id="22" name="Shape 11"/>
          <p:cNvSpPr/>
          <p:nvPr/>
        </p:nvSpPr>
        <p:spPr>
          <a:xfrm>
            <a:off x="3657600" y="5230368"/>
            <a:ext cx="777240" cy="274320"/>
          </a:xfrm>
          <a:prstGeom prst="roundRect">
            <a:avLst>
              <a:gd name="adj" fmla="val 20000"/>
            </a:avLst>
          </a:prstGeom>
          <a:solidFill>
            <a:srgbClr val="1A2353"/>
          </a:solidFill>
          <a:ln w="12700">
            <a:solidFill>
              <a:srgbClr val="3A4370"/>
            </a:solidFill>
            <a:prstDash val="solid"/>
          </a:ln>
        </p:spPr>
      </p:sp>
      <p:sp>
        <p:nvSpPr>
          <p:cNvPr id="23" name="Shape 12"/>
          <p:cNvSpPr/>
          <p:nvPr/>
        </p:nvSpPr>
        <p:spPr>
          <a:xfrm>
            <a:off x="4572000" y="5230368"/>
            <a:ext cx="777240" cy="274320"/>
          </a:xfrm>
          <a:prstGeom prst="roundRect">
            <a:avLst>
              <a:gd name="adj" fmla="val 20000"/>
            </a:avLst>
          </a:prstGeom>
          <a:solidFill>
            <a:srgbClr val="1A2353"/>
          </a:solidFill>
          <a:ln w="12700">
            <a:solidFill>
              <a:srgbClr val="3A4370"/>
            </a:solidFill>
            <a:prstDash val="solid"/>
          </a:ln>
        </p:spPr>
      </p:sp>
      <p:sp>
        <p:nvSpPr>
          <p:cNvPr id="24" name="Text 13"/>
          <p:cNvSpPr txBox="1"/>
          <p:nvPr/>
        </p:nvSpPr>
        <p:spPr>
          <a:xfrm>
            <a:off x="5577840" y="5193792"/>
            <a:ext cx="2743200" cy="347472"/>
          </a:xfrm>
          <a:prstGeom prst="rect">
            <a:avLst/>
          </a:prstGeom>
          <a:noFill/>
          <a:ln/>
        </p:spPr>
        <p:txBody>
          <a:bodyPr wrap="square" lIns="0" tIns="0" rIns="0" bIns="0" rtlCol="0" anchor="ctr"/>
          <a:lstStyle/>
          <a:p>
            <a:pPr indent="0" marL="0">
              <a:buNone/>
            </a:pPr>
            <a:r>
              <a:rPr lang="en-US" sz="1200" dirty="0">
                <a:solidFill>
                  <a:srgbClr val="4BF0A0"/>
                </a:solidFill>
                <a:latin typeface="Courier New" pitchFamily="34" charset="0"/>
                <a:ea typeface="Courier New" pitchFamily="34" charset="-122"/>
                <a:cs typeface="Courier New" pitchFamily="34" charset="-120"/>
              </a:rPr>
              <a:t>1 of 3 cleared</a:t>
            </a:r>
            <a:endParaRPr lang="en-US" sz="1200" dirty="0"/>
          </a:p>
        </p:txBody>
      </p:sp>
      <p:sp>
        <p:nvSpPr>
          <p:cNvPr id="25" name="Link - CONTINUE">
            <a:hlinkClick r:id="rId13"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4" name="snd_correct.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2DE2E6"/>
                </a:solidFill>
                <a:latin typeface="Courier New" pitchFamily="34" charset="0"/>
                <a:ea typeface="Courier New" pitchFamily="34" charset="-122"/>
                <a:cs typeface="Courier New" pitchFamily="34" charset="-120"/>
              </a:rPr>
              <a:t>&gt; SECTOR 01 // SCIENCE LAB</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_empty.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6"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ExclamationTriangle_F72585.png">    </p:cNvPr>
          <p:cNvPicPr>
            <a:picLocks noChangeAspect="1"/>
          </p:cNvPicPr>
          <p:nvPr/>
        </p:nvPicPr>
        <p:blipFill>
          <a:blip r:embed="rId8"/>
          <a:stretch>
            <a:fillRect/>
          </a:stretch>
        </p:blipFill>
        <p:spPr>
          <a:xfrm>
            <a:off x="457200" y="1005840"/>
            <a:ext cx="603504" cy="603504"/>
          </a:xfrm>
          <a:prstGeom prst="rect">
            <a:avLst/>
          </a:prstGeom>
        </p:spPr>
      </p:pic>
      <p:sp>
        <p:nvSpPr>
          <p:cNvPr id="14" name="Text 4"/>
          <p:cNvSpPr txBox="1"/>
          <p:nvPr/>
        </p:nvSpPr>
        <p:spPr>
          <a:xfrm>
            <a:off x="1234440" y="914400"/>
            <a:ext cx="7498080" cy="777240"/>
          </a:xfrm>
          <a:prstGeom prst="rect">
            <a:avLst/>
          </a:prstGeom>
          <a:noFill/>
          <a:ln/>
        </p:spPr>
        <p:txBody>
          <a:bodyPr wrap="square" lIns="0" tIns="0" rIns="0" bIns="0" rtlCol="0" anchor="ctr"/>
          <a:lstStyle/>
          <a:p>
            <a:pPr indent="0" marL="0">
              <a:buNone/>
            </a:pPr>
            <a:r>
              <a:rPr lang="en-US" sz="3400" dirty="0">
                <a:solidFill>
                  <a:srgbClr val="F72585"/>
                </a:solidFill>
                <a:latin typeface="Arial Black" pitchFamily="34" charset="0"/>
                <a:ea typeface="Arial Black" pitchFamily="34" charset="-122"/>
                <a:cs typeface="Arial Black" pitchFamily="34" charset="-120"/>
              </a:rPr>
              <a:t>GLITCH DETECTED!</a:t>
            </a:r>
            <a:endParaRPr lang="en-US" sz="3400" dirty="0"/>
          </a:p>
        </p:txBody>
      </p:sp>
      <p:sp>
        <p:nvSpPr>
          <p:cNvPr id="15" name="Text 5"/>
          <p:cNvSpPr txBox="1"/>
          <p:nvPr/>
        </p:nvSpPr>
        <p:spPr>
          <a:xfrm>
            <a:off x="457200" y="1719072"/>
            <a:ext cx="8138160" cy="457200"/>
          </a:xfrm>
          <a:prstGeom prst="rect">
            <a:avLst/>
          </a:prstGeom>
          <a:noFill/>
          <a:ln/>
        </p:spPr>
        <p:txBody>
          <a:bodyPr wrap="square" lIns="0" tIns="0" rIns="0" bIns="0" rtlCol="0" anchor="ctr"/>
          <a:lstStyle/>
          <a:p>
            <a:pPr indent="0" marL="0">
              <a:buNone/>
            </a:pPr>
            <a:r>
              <a:rPr lang="en-US" sz="1500" b="1" dirty="0">
                <a:solidFill>
                  <a:srgbClr val="FF8FC7"/>
                </a:solidFill>
                <a:latin typeface="Courier New" pitchFamily="34" charset="0"/>
                <a:ea typeface="Courier New" pitchFamily="34" charset="-122"/>
                <a:cs typeface="Courier New" pitchFamily="34" charset="-120"/>
              </a:rPr>
              <a:t>NULL: "Your shield just crashed. Want to try again?"</a:t>
            </a:r>
            <a:endParaRPr lang="en-US" sz="1500" dirty="0"/>
          </a:p>
        </p:txBody>
      </p:sp>
      <p:sp>
        <p:nvSpPr>
          <p:cNvPr id="16" name="Shape 6"/>
          <p:cNvSpPr/>
          <p:nvPr/>
        </p:nvSpPr>
        <p:spPr>
          <a:xfrm>
            <a:off x="457200" y="2331720"/>
            <a:ext cx="8138160" cy="1188720"/>
          </a:xfrm>
          <a:prstGeom prst="roundRect">
            <a:avLst>
              <a:gd name="adj" fmla="val 9231"/>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7" name="Text 7"/>
          <p:cNvSpPr txBox="1"/>
          <p:nvPr/>
        </p:nvSpPr>
        <p:spPr>
          <a:xfrm>
            <a:off x="731520" y="2331720"/>
            <a:ext cx="2743200" cy="1188720"/>
          </a:xfrm>
          <a:prstGeom prst="rect">
            <a:avLst/>
          </a:prstGeom>
          <a:noFill/>
          <a:ln/>
        </p:spPr>
        <p:txBody>
          <a:bodyPr wrap="square" lIns="0" tIns="0" rIns="0" bIns="0" rtlCol="0" anchor="ctr"/>
          <a:lstStyle/>
          <a:p>
            <a:pPr indent="0" marL="0">
              <a:buNone/>
            </a:pPr>
            <a:r>
              <a:rPr lang="en-US" sz="2400" dirty="0">
                <a:solidFill>
                  <a:srgbClr val="F72585"/>
                </a:solidFill>
                <a:latin typeface="Arial Black" pitchFamily="34" charset="0"/>
                <a:ea typeface="Arial Black" pitchFamily="34" charset="-122"/>
                <a:cs typeface="Arial Black" pitchFamily="34" charset="-120"/>
              </a:rPr>
              <a:t>-1 SHIELD</a:t>
            </a:r>
            <a:endParaRPr lang="en-US" sz="2400" dirty="0"/>
          </a:p>
        </p:txBody>
      </p:sp>
      <p:pic>
        <p:nvPicPr>
          <p:cNvPr id="18" name="Image 8" descr="/tmp/claude-0/-home-user-ashton212123/6ae88841-e158-5430-ba3a-d930461fce9f/scratchpad/build/assets/shield.png">    </p:cNvPr>
          <p:cNvPicPr>
            <a:picLocks noChangeAspect="1"/>
          </p:cNvPicPr>
          <p:nvPr/>
        </p:nvPicPr>
        <p:blipFill>
          <a:blip r:embed="rId9"/>
          <a:stretch>
            <a:fillRect/>
          </a:stretch>
        </p:blipFill>
        <p:spPr>
          <a:xfrm>
            <a:off x="3566160" y="2560320"/>
            <a:ext cx="731520" cy="731520"/>
          </a:xfrm>
          <a:prstGeom prst="rect">
            <a:avLst/>
          </a:prstGeom>
        </p:spPr>
      </p:pic>
      <p:pic>
        <p:nvPicPr>
          <p:cNvPr id="19" name="Image 9" descr="/tmp/claude-0/-home-user-ashton212123/6ae88841-e158-5430-ba3a-d930461fce9f/scratchpad/build/assets/shield.png">    </p:cNvPr>
          <p:cNvPicPr>
            <a:picLocks noChangeAspect="1"/>
          </p:cNvPicPr>
          <p:nvPr/>
        </p:nvPicPr>
        <p:blipFill>
          <a:blip r:embed="rId10"/>
          <a:stretch>
            <a:fillRect/>
          </a:stretch>
        </p:blipFill>
        <p:spPr>
          <a:xfrm>
            <a:off x="4434840" y="2560320"/>
            <a:ext cx="731520" cy="731520"/>
          </a:xfrm>
          <a:prstGeom prst="rect">
            <a:avLst/>
          </a:prstGeom>
        </p:spPr>
      </p:pic>
      <p:pic>
        <p:nvPicPr>
          <p:cNvPr id="20" name="Image 10" descr="/tmp/claude-0/-home-user-ashton212123/6ae88841-e158-5430-ba3a-d930461fce9f/scratchpad/build/assets/shield_empty.png">    </p:cNvPr>
          <p:cNvPicPr>
            <a:picLocks noChangeAspect="1"/>
          </p:cNvPicPr>
          <p:nvPr/>
        </p:nvPicPr>
        <p:blipFill>
          <a:blip r:embed="rId11"/>
          <a:stretch>
            <a:fillRect/>
          </a:stretch>
        </p:blipFill>
        <p:spPr>
          <a:xfrm>
            <a:off x="5303520" y="2560320"/>
            <a:ext cx="731520" cy="731520"/>
          </a:xfrm>
          <a:prstGeom prst="rect">
            <a:avLst/>
          </a:prstGeom>
        </p:spPr>
      </p:pic>
      <p:sp>
        <p:nvSpPr>
          <p:cNvPr id="21" name="Text 8"/>
          <p:cNvSpPr txBox="1"/>
          <p:nvPr/>
        </p:nvSpPr>
        <p:spPr>
          <a:xfrm>
            <a:off x="6263640" y="2331720"/>
            <a:ext cx="2103120" cy="1188720"/>
          </a:xfrm>
          <a:prstGeom prst="rect">
            <a:avLst/>
          </a:prstGeom>
          <a:noFill/>
          <a:ln/>
        </p:spPr>
        <p:txBody>
          <a:bodyPr wrap="square" lIns="0" tIns="0" rIns="0" bIns="0" rtlCol="0" anchor="ctr"/>
          <a:lstStyle/>
          <a:p>
            <a:pPr indent="0" marL="0">
              <a:buNone/>
            </a:pPr>
            <a:r>
              <a:rPr lang="en-US" sz="1800" b="1" dirty="0">
                <a:solidFill>
                  <a:srgbClr val="EAF2FF"/>
                </a:solidFill>
                <a:latin typeface="Courier New" pitchFamily="34" charset="0"/>
                <a:ea typeface="Courier New" pitchFamily="34" charset="-122"/>
                <a:cs typeface="Courier New" pitchFamily="34" charset="-120"/>
              </a:rPr>
              <a:t>2 LEFT</a:t>
            </a:r>
            <a:endParaRPr lang="en-US" sz="1800" dirty="0"/>
          </a:p>
        </p:txBody>
      </p:sp>
      <p:sp>
        <p:nvSpPr>
          <p:cNvPr id="22" name="Shape 9"/>
          <p:cNvSpPr/>
          <p:nvPr/>
        </p:nvSpPr>
        <p:spPr>
          <a:xfrm>
            <a:off x="457200" y="3749040"/>
            <a:ext cx="8138160" cy="1417320"/>
          </a:xfrm>
          <a:prstGeom prst="roundRect">
            <a:avLst>
              <a:gd name="adj" fmla="val 7742"/>
            </a:avLst>
          </a:prstGeom>
          <a:solidFill>
            <a:srgbClr val="121A3F">
              <a:alpha val="94000"/>
            </a:srgbClr>
          </a:solidFill>
          <a:ln w="19050">
            <a:solidFill>
              <a:srgbClr val="FFC233"/>
            </a:solidFill>
            <a:prstDash val="solid"/>
          </a:ln>
        </p:spPr>
      </p:sp>
      <p:pic>
        <p:nvPicPr>
          <p:cNvPr id="23" name="Image 11" descr="/tmp/claude-0/-home-user-ashton212123/6ae88841-e158-5430-ba3a-d930461fce9f/scratchpad/build/assets/icons/FaLightbulb_FFC233.png">    </p:cNvPr>
          <p:cNvPicPr>
            <a:picLocks noChangeAspect="1"/>
          </p:cNvPicPr>
          <p:nvPr/>
        </p:nvPicPr>
        <p:blipFill>
          <a:blip r:embed="rId12"/>
          <a:stretch>
            <a:fillRect/>
          </a:stretch>
        </p:blipFill>
        <p:spPr>
          <a:xfrm>
            <a:off x="731520" y="3931920"/>
            <a:ext cx="384048" cy="384048"/>
          </a:xfrm>
          <a:prstGeom prst="rect">
            <a:avLst/>
          </a:prstGeom>
        </p:spPr>
      </p:pic>
      <p:sp>
        <p:nvSpPr>
          <p:cNvPr id="24" name="Text 10"/>
          <p:cNvSpPr txBox="1"/>
          <p:nvPr/>
        </p:nvSpPr>
        <p:spPr>
          <a:xfrm>
            <a:off x="1234440" y="3931920"/>
            <a:ext cx="3657600" cy="384048"/>
          </a:xfrm>
          <a:prstGeom prst="rect">
            <a:avLst/>
          </a:prstGeom>
          <a:noFill/>
          <a:ln/>
        </p:spPr>
        <p:txBody>
          <a:bodyPr wrap="square" lIns="0" tIns="0" rIns="0" bIns="0" rtlCol="0" anchor="ctr"/>
          <a:lstStyle/>
          <a:p>
            <a:pPr indent="0" marL="0">
              <a:buNone/>
            </a:pPr>
            <a:r>
              <a:rPr lang="en-US" sz="1200" b="1" dirty="0">
                <a:solidFill>
                  <a:srgbClr val="FFC233"/>
                </a:solidFill>
                <a:latin typeface="Courier New" pitchFamily="34" charset="0"/>
                <a:ea typeface="Courier New" pitchFamily="34" charset="-122"/>
                <a:cs typeface="Courier New" pitchFamily="34" charset="-120"/>
              </a:rPr>
              <a:t>BYTE'S HINT</a:t>
            </a:r>
            <a:endParaRPr lang="en-US" sz="1200" dirty="0"/>
          </a:p>
        </p:txBody>
      </p:sp>
      <p:sp>
        <p:nvSpPr>
          <p:cNvPr id="25" name="Text 11"/>
          <p:cNvSpPr txBox="1"/>
          <p:nvPr/>
        </p:nvSpPr>
        <p:spPr>
          <a:xfrm>
            <a:off x="731520" y="4389120"/>
            <a:ext cx="7635240" cy="68580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It's the fourth planet from the Sun, and robot rovers drive around on it.</a:t>
            </a:r>
            <a:endParaRPr lang="en-US" sz="1800" dirty="0"/>
          </a:p>
        </p:txBody>
      </p:sp>
      <p:pic>
        <p:nvPicPr>
          <p:cNvPr id="26" name="Image 12" descr="/tmp/claude-0/-home-user-ashton212123/6ae88841-e158-5430-ba3a-d930461fce9f/scratchpad/build/assets/null_glitch.png">    </p:cNvPr>
          <p:cNvPicPr>
            <a:picLocks noChangeAspect="1"/>
          </p:cNvPicPr>
          <p:nvPr/>
        </p:nvPicPr>
        <p:blipFill>
          <a:blip r:embed="rId13"/>
          <a:stretch>
            <a:fillRect/>
          </a:stretch>
        </p:blipFill>
        <p:spPr>
          <a:xfrm>
            <a:off x="8915400" y="1554480"/>
            <a:ext cx="2834640" cy="2240280"/>
          </a:xfrm>
          <a:prstGeom prst="rect">
            <a:avLst/>
          </a:prstGeom>
        </p:spPr>
      </p:pic>
      <p:sp>
        <p:nvSpPr>
          <p:cNvPr id="27" name="Link - TRY AGAIN">
            <a:hlinkClick r:id="rId17" action="ppaction://hlinksldjump" highlightClick="1"/>
          </p:cNvPr>
          <p:cNvSpPr txBox="1"/>
          <p:nvPr/>
        </p:nvSpPr>
        <p:spPr>
          <a:xfrm>
            <a:off x="457200" y="5440680"/>
            <a:ext cx="3108960" cy="731520"/>
          </a:xfrm>
          <a:prstGeom prst="roundRect">
            <a:avLst>
              <a:gd name="adj" fmla="val 12500"/>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TRY AGAIN</a:t>
            </a:r>
            <a:endParaRPr lang="en-US" sz="1600" dirty="0"/>
          </a:p>
        </p:txBody>
      </p:sp>
      <p:sp>
        <p:nvSpPr>
          <p:cNvPr id="28" name="Text 13"/>
          <p:cNvSpPr txBox="1"/>
          <p:nvPr/>
        </p:nvSpPr>
        <p:spPr>
          <a:xfrm>
            <a:off x="3794760" y="5440680"/>
            <a:ext cx="4846320" cy="731520"/>
          </a:xfrm>
          <a:prstGeom prst="rect">
            <a:avLst/>
          </a:prstGeom>
          <a:noFill/>
          <a:ln/>
        </p:spPr>
        <p:txBody>
          <a:bodyPr wrap="square" lIns="0" tIns="0" rIns="0" bIns="0" rtlCol="0" anchor="ctr"/>
          <a:lstStyle/>
          <a:p>
            <a:pPr indent="0" marL="0">
              <a:buNone/>
            </a:pPr>
            <a:r>
              <a:rPr lang="en-US" sz="1200" dirty="0">
                <a:solidFill>
                  <a:srgbClr val="9AA6D9"/>
                </a:solidFill>
                <a:latin typeface="Courier New" pitchFamily="34" charset="0"/>
                <a:ea typeface="Courier New" pitchFamily="34" charset="-122"/>
                <a:cs typeface="Courier New" pitchFamily="34" charset="-120"/>
              </a:rPr>
              <a:t>Retry the same question with one less shield.</a:t>
            </a:r>
            <a:endParaRPr lang="en-US" sz="1200" dirty="0"/>
          </a:p>
        </p:txBody>
      </p:sp>
    </p:spTree>
  </p:cSld>
  <p:clrMapOvr>
    <a:masterClrMapping/>
  </p:clrMapOvr>
  <p:transition spd="med" advClick="0">
    <p:fade/>
    <p:sndAc>
      <p:stSnd>
        <p:snd r:embed="rId18" name="snd_wrong.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2DE2E6"/>
                </a:solidFill>
                <a:latin typeface="Courier New" pitchFamily="34" charset="0"/>
                <a:ea typeface="Courier New" pitchFamily="34" charset="-122"/>
                <a:cs typeface="Courier New" pitchFamily="34" charset="-120"/>
              </a:rPr>
              <a:t>&gt; SECTOR 01 // SCIENCE LAB</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_empty.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6"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ExclamationTriangle_F72585.png">    </p:cNvPr>
          <p:cNvPicPr>
            <a:picLocks noChangeAspect="1"/>
          </p:cNvPicPr>
          <p:nvPr/>
        </p:nvPicPr>
        <p:blipFill>
          <a:blip r:embed="rId8"/>
          <a:stretch>
            <a:fillRect/>
          </a:stretch>
        </p:blipFill>
        <p:spPr>
          <a:xfrm>
            <a:off x="457200" y="1005840"/>
            <a:ext cx="603504" cy="603504"/>
          </a:xfrm>
          <a:prstGeom prst="rect">
            <a:avLst/>
          </a:prstGeom>
        </p:spPr>
      </p:pic>
      <p:sp>
        <p:nvSpPr>
          <p:cNvPr id="14" name="Text 4"/>
          <p:cNvSpPr txBox="1"/>
          <p:nvPr/>
        </p:nvSpPr>
        <p:spPr>
          <a:xfrm>
            <a:off x="1234440" y="914400"/>
            <a:ext cx="7498080" cy="777240"/>
          </a:xfrm>
          <a:prstGeom prst="rect">
            <a:avLst/>
          </a:prstGeom>
          <a:noFill/>
          <a:ln/>
        </p:spPr>
        <p:txBody>
          <a:bodyPr wrap="square" lIns="0" tIns="0" rIns="0" bIns="0" rtlCol="0" anchor="ctr"/>
          <a:lstStyle/>
          <a:p>
            <a:pPr indent="0" marL="0">
              <a:buNone/>
            </a:pPr>
            <a:r>
              <a:rPr lang="en-US" sz="3400" dirty="0">
                <a:solidFill>
                  <a:srgbClr val="F72585"/>
                </a:solidFill>
                <a:latin typeface="Arial Black" pitchFamily="34" charset="0"/>
                <a:ea typeface="Arial Black" pitchFamily="34" charset="-122"/>
                <a:cs typeface="Arial Black" pitchFamily="34" charset="-120"/>
              </a:rPr>
              <a:t>GLITCH DETECTED!</a:t>
            </a:r>
            <a:endParaRPr lang="en-US" sz="3400" dirty="0"/>
          </a:p>
        </p:txBody>
      </p:sp>
      <p:sp>
        <p:nvSpPr>
          <p:cNvPr id="15" name="Text 5"/>
          <p:cNvSpPr txBox="1"/>
          <p:nvPr/>
        </p:nvSpPr>
        <p:spPr>
          <a:xfrm>
            <a:off x="457200" y="1719072"/>
            <a:ext cx="8138160" cy="457200"/>
          </a:xfrm>
          <a:prstGeom prst="rect">
            <a:avLst/>
          </a:prstGeom>
          <a:noFill/>
          <a:ln/>
        </p:spPr>
        <p:txBody>
          <a:bodyPr wrap="square" lIns="0" tIns="0" rIns="0" bIns="0" rtlCol="0" anchor="ctr"/>
          <a:lstStyle/>
          <a:p>
            <a:pPr indent="0" marL="0">
              <a:buNone/>
            </a:pPr>
            <a:r>
              <a:rPr lang="en-US" sz="1500" b="1" dirty="0">
                <a:solidFill>
                  <a:srgbClr val="FF8FC7"/>
                </a:solidFill>
                <a:latin typeface="Courier New" pitchFamily="34" charset="0"/>
                <a:ea typeface="Courier New" pitchFamily="34" charset="-122"/>
                <a:cs typeface="Courier New" pitchFamily="34" charset="-120"/>
              </a:rPr>
              <a:t>NULL: "ERROR 404: Correct answer not found! Hahaha!"</a:t>
            </a:r>
            <a:endParaRPr lang="en-US" sz="1500" dirty="0"/>
          </a:p>
        </p:txBody>
      </p:sp>
      <p:sp>
        <p:nvSpPr>
          <p:cNvPr id="16" name="Shape 6"/>
          <p:cNvSpPr/>
          <p:nvPr/>
        </p:nvSpPr>
        <p:spPr>
          <a:xfrm>
            <a:off x="457200" y="2331720"/>
            <a:ext cx="8138160" cy="1188720"/>
          </a:xfrm>
          <a:prstGeom prst="roundRect">
            <a:avLst>
              <a:gd name="adj" fmla="val 9231"/>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7" name="Text 7"/>
          <p:cNvSpPr txBox="1"/>
          <p:nvPr/>
        </p:nvSpPr>
        <p:spPr>
          <a:xfrm>
            <a:off x="731520" y="2331720"/>
            <a:ext cx="2743200" cy="1188720"/>
          </a:xfrm>
          <a:prstGeom prst="rect">
            <a:avLst/>
          </a:prstGeom>
          <a:noFill/>
          <a:ln/>
        </p:spPr>
        <p:txBody>
          <a:bodyPr wrap="square" lIns="0" tIns="0" rIns="0" bIns="0" rtlCol="0" anchor="ctr"/>
          <a:lstStyle/>
          <a:p>
            <a:pPr indent="0" marL="0">
              <a:buNone/>
            </a:pPr>
            <a:r>
              <a:rPr lang="en-US" sz="2400" dirty="0">
                <a:solidFill>
                  <a:srgbClr val="F72585"/>
                </a:solidFill>
                <a:latin typeface="Arial Black" pitchFamily="34" charset="0"/>
                <a:ea typeface="Arial Black" pitchFamily="34" charset="-122"/>
                <a:cs typeface="Arial Black" pitchFamily="34" charset="-120"/>
              </a:rPr>
              <a:t>-1 SHIELD</a:t>
            </a:r>
            <a:endParaRPr lang="en-US" sz="2400" dirty="0"/>
          </a:p>
        </p:txBody>
      </p:sp>
      <p:pic>
        <p:nvPicPr>
          <p:cNvPr id="18" name="Image 8" descr="/tmp/claude-0/-home-user-ashton212123/6ae88841-e158-5430-ba3a-d930461fce9f/scratchpad/build/assets/shield.png">    </p:cNvPr>
          <p:cNvPicPr>
            <a:picLocks noChangeAspect="1"/>
          </p:cNvPicPr>
          <p:nvPr/>
        </p:nvPicPr>
        <p:blipFill>
          <a:blip r:embed="rId9"/>
          <a:stretch>
            <a:fillRect/>
          </a:stretch>
        </p:blipFill>
        <p:spPr>
          <a:xfrm>
            <a:off x="3566160" y="2560320"/>
            <a:ext cx="731520" cy="731520"/>
          </a:xfrm>
          <a:prstGeom prst="rect">
            <a:avLst/>
          </a:prstGeom>
        </p:spPr>
      </p:pic>
      <p:pic>
        <p:nvPicPr>
          <p:cNvPr id="19" name="Image 9" descr="/tmp/claude-0/-home-user-ashton212123/6ae88841-e158-5430-ba3a-d930461fce9f/scratchpad/build/assets/shield_empty.png">    </p:cNvPr>
          <p:cNvPicPr>
            <a:picLocks noChangeAspect="1"/>
          </p:cNvPicPr>
          <p:nvPr/>
        </p:nvPicPr>
        <p:blipFill>
          <a:blip r:embed="rId10"/>
          <a:stretch>
            <a:fillRect/>
          </a:stretch>
        </p:blipFill>
        <p:spPr>
          <a:xfrm>
            <a:off x="4434840" y="2560320"/>
            <a:ext cx="731520" cy="731520"/>
          </a:xfrm>
          <a:prstGeom prst="rect">
            <a:avLst/>
          </a:prstGeom>
        </p:spPr>
      </p:pic>
      <p:pic>
        <p:nvPicPr>
          <p:cNvPr id="20" name="Image 10" descr="/tmp/claude-0/-home-user-ashton212123/6ae88841-e158-5430-ba3a-d930461fce9f/scratchpad/build/assets/shield_empty.png">    </p:cNvPr>
          <p:cNvPicPr>
            <a:picLocks noChangeAspect="1"/>
          </p:cNvPicPr>
          <p:nvPr/>
        </p:nvPicPr>
        <p:blipFill>
          <a:blip r:embed="rId11"/>
          <a:stretch>
            <a:fillRect/>
          </a:stretch>
        </p:blipFill>
        <p:spPr>
          <a:xfrm>
            <a:off x="5303520" y="2560320"/>
            <a:ext cx="731520" cy="731520"/>
          </a:xfrm>
          <a:prstGeom prst="rect">
            <a:avLst/>
          </a:prstGeom>
        </p:spPr>
      </p:pic>
      <p:sp>
        <p:nvSpPr>
          <p:cNvPr id="21" name="Text 8"/>
          <p:cNvSpPr txBox="1"/>
          <p:nvPr/>
        </p:nvSpPr>
        <p:spPr>
          <a:xfrm>
            <a:off x="6263640" y="2331720"/>
            <a:ext cx="2103120" cy="1188720"/>
          </a:xfrm>
          <a:prstGeom prst="rect">
            <a:avLst/>
          </a:prstGeom>
          <a:noFill/>
          <a:ln/>
        </p:spPr>
        <p:txBody>
          <a:bodyPr wrap="square" lIns="0" tIns="0" rIns="0" bIns="0" rtlCol="0" anchor="ctr"/>
          <a:lstStyle/>
          <a:p>
            <a:pPr indent="0" marL="0">
              <a:buNone/>
            </a:pPr>
            <a:r>
              <a:rPr lang="en-US" sz="1800" b="1" dirty="0">
                <a:solidFill>
                  <a:srgbClr val="F72585"/>
                </a:solidFill>
                <a:latin typeface="Courier New" pitchFamily="34" charset="0"/>
                <a:ea typeface="Courier New" pitchFamily="34" charset="-122"/>
                <a:cs typeface="Courier New" pitchFamily="34" charset="-120"/>
              </a:rPr>
              <a:t>1 LEFT</a:t>
            </a:r>
            <a:endParaRPr lang="en-US" sz="1800" dirty="0"/>
          </a:p>
        </p:txBody>
      </p:sp>
      <p:sp>
        <p:nvSpPr>
          <p:cNvPr id="22" name="Shape 9"/>
          <p:cNvSpPr/>
          <p:nvPr/>
        </p:nvSpPr>
        <p:spPr>
          <a:xfrm>
            <a:off x="457200" y="3749040"/>
            <a:ext cx="8138160" cy="1417320"/>
          </a:xfrm>
          <a:prstGeom prst="roundRect">
            <a:avLst>
              <a:gd name="adj" fmla="val 7742"/>
            </a:avLst>
          </a:prstGeom>
          <a:solidFill>
            <a:srgbClr val="121A3F">
              <a:alpha val="94000"/>
            </a:srgbClr>
          </a:solidFill>
          <a:ln w="19050">
            <a:solidFill>
              <a:srgbClr val="FFC233"/>
            </a:solidFill>
            <a:prstDash val="solid"/>
          </a:ln>
        </p:spPr>
      </p:sp>
      <p:pic>
        <p:nvPicPr>
          <p:cNvPr id="23" name="Image 11" descr="/tmp/claude-0/-home-user-ashton212123/6ae88841-e158-5430-ba3a-d930461fce9f/scratchpad/build/assets/icons/FaLightbulb_FFC233.png">    </p:cNvPr>
          <p:cNvPicPr>
            <a:picLocks noChangeAspect="1"/>
          </p:cNvPicPr>
          <p:nvPr/>
        </p:nvPicPr>
        <p:blipFill>
          <a:blip r:embed="rId12"/>
          <a:stretch>
            <a:fillRect/>
          </a:stretch>
        </p:blipFill>
        <p:spPr>
          <a:xfrm>
            <a:off x="731520" y="3931920"/>
            <a:ext cx="384048" cy="384048"/>
          </a:xfrm>
          <a:prstGeom prst="rect">
            <a:avLst/>
          </a:prstGeom>
        </p:spPr>
      </p:pic>
      <p:sp>
        <p:nvSpPr>
          <p:cNvPr id="24" name="Text 10"/>
          <p:cNvSpPr txBox="1"/>
          <p:nvPr/>
        </p:nvSpPr>
        <p:spPr>
          <a:xfrm>
            <a:off x="1234440" y="3931920"/>
            <a:ext cx="3657600" cy="384048"/>
          </a:xfrm>
          <a:prstGeom prst="rect">
            <a:avLst/>
          </a:prstGeom>
          <a:noFill/>
          <a:ln/>
        </p:spPr>
        <p:txBody>
          <a:bodyPr wrap="square" lIns="0" tIns="0" rIns="0" bIns="0" rtlCol="0" anchor="ctr"/>
          <a:lstStyle/>
          <a:p>
            <a:pPr indent="0" marL="0">
              <a:buNone/>
            </a:pPr>
            <a:r>
              <a:rPr lang="en-US" sz="1200" b="1" dirty="0">
                <a:solidFill>
                  <a:srgbClr val="FFC233"/>
                </a:solidFill>
                <a:latin typeface="Courier New" pitchFamily="34" charset="0"/>
                <a:ea typeface="Courier New" pitchFamily="34" charset="-122"/>
                <a:cs typeface="Courier New" pitchFamily="34" charset="-120"/>
              </a:rPr>
              <a:t>BYTE'S HINT</a:t>
            </a:r>
            <a:endParaRPr lang="en-US" sz="1200" dirty="0"/>
          </a:p>
        </p:txBody>
      </p:sp>
      <p:sp>
        <p:nvSpPr>
          <p:cNvPr id="25" name="Text 11"/>
          <p:cNvSpPr txBox="1"/>
          <p:nvPr/>
        </p:nvSpPr>
        <p:spPr>
          <a:xfrm>
            <a:off x="731520" y="4389120"/>
            <a:ext cx="7635240" cy="68580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It's the fourth planet from the Sun, and robot rovers drive around on it.</a:t>
            </a:r>
            <a:endParaRPr lang="en-US" sz="1800" dirty="0"/>
          </a:p>
        </p:txBody>
      </p:sp>
      <p:pic>
        <p:nvPicPr>
          <p:cNvPr id="26" name="Image 12" descr="/tmp/claude-0/-home-user-ashton212123/6ae88841-e158-5430-ba3a-d930461fce9f/scratchpad/build/assets/null_glitch.png">    </p:cNvPr>
          <p:cNvPicPr>
            <a:picLocks noChangeAspect="1"/>
          </p:cNvPicPr>
          <p:nvPr/>
        </p:nvPicPr>
        <p:blipFill>
          <a:blip r:embed="rId13"/>
          <a:stretch>
            <a:fillRect/>
          </a:stretch>
        </p:blipFill>
        <p:spPr>
          <a:xfrm>
            <a:off x="8915400" y="1554480"/>
            <a:ext cx="2834640" cy="2240280"/>
          </a:xfrm>
          <a:prstGeom prst="rect">
            <a:avLst/>
          </a:prstGeom>
        </p:spPr>
      </p:pic>
      <p:sp>
        <p:nvSpPr>
          <p:cNvPr id="27" name="Link - TRY AGAIN">
            <a:hlinkClick r:id="rId17" action="ppaction://hlinksldjump" highlightClick="1"/>
          </p:cNvPr>
          <p:cNvSpPr txBox="1"/>
          <p:nvPr/>
        </p:nvSpPr>
        <p:spPr>
          <a:xfrm>
            <a:off x="457200" y="5440680"/>
            <a:ext cx="3108960" cy="731520"/>
          </a:xfrm>
          <a:prstGeom prst="roundRect">
            <a:avLst>
              <a:gd name="adj" fmla="val 12500"/>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TRY AGAIN</a:t>
            </a:r>
            <a:endParaRPr lang="en-US" sz="1600" dirty="0"/>
          </a:p>
        </p:txBody>
      </p:sp>
      <p:sp>
        <p:nvSpPr>
          <p:cNvPr id="28" name="Text 13"/>
          <p:cNvSpPr txBox="1"/>
          <p:nvPr/>
        </p:nvSpPr>
        <p:spPr>
          <a:xfrm>
            <a:off x="3794760" y="5440680"/>
            <a:ext cx="4846320" cy="731520"/>
          </a:xfrm>
          <a:prstGeom prst="rect">
            <a:avLst/>
          </a:prstGeom>
          <a:noFill/>
          <a:ln/>
        </p:spPr>
        <p:txBody>
          <a:bodyPr wrap="square" lIns="0" tIns="0" rIns="0" bIns="0" rtlCol="0" anchor="ctr"/>
          <a:lstStyle/>
          <a:p>
            <a:pPr indent="0" marL="0">
              <a:buNone/>
            </a:pPr>
            <a:r>
              <a:rPr lang="en-US" sz="1200" b="1" dirty="0">
                <a:solidFill>
                  <a:srgbClr val="F72585"/>
                </a:solidFill>
                <a:latin typeface="Courier New" pitchFamily="34" charset="0"/>
                <a:ea typeface="Courier New" pitchFamily="34" charset="-122"/>
                <a:cs typeface="Courier New" pitchFamily="34" charset="-120"/>
              </a:rPr>
              <a:t>Careful! This is your LAST shield.</a:t>
            </a:r>
            <a:endParaRPr lang="en-US" sz="1200" dirty="0"/>
          </a:p>
        </p:txBody>
      </p:sp>
    </p:spTree>
  </p:cSld>
  <p:clrMapOvr>
    <a:masterClrMapping/>
  </p:clrMapOvr>
  <p:transition spd="med" advClick="0">
    <p:fade/>
    <p:sndAc>
      <p:stSnd>
        <p:snd r:embed="rId18" name="snd_wrong.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2DE2E6"/>
                </a:solidFill>
                <a:latin typeface="Courier New" pitchFamily="34" charset="0"/>
                <a:ea typeface="Courier New" pitchFamily="34" charset="-122"/>
                <a:cs typeface="Courier New" pitchFamily="34" charset="-120"/>
              </a:rPr>
              <a:t>&gt; SECTOR 01 // SCIENCE LAB</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_empty.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2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2DE2E6"/>
            </a:solidFill>
            <a:prstDash val="solid"/>
          </a:ln>
          <a:effectLst>
            <a:outerShdw sx="100000" sy="100000" kx="0" ky="0" algn="bl" rotWithShape="0" blurRad="203200" dist="50800" dir="5400000">
              <a:srgbClr val="2DE2E6">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BYTE found this claim in a corrupted science file. Is it a FACT or a MYTH?</a:t>
            </a:r>
            <a:endParaRPr lang="en-US" sz="2200" dirty="0"/>
          </a:p>
        </p:txBody>
      </p:sp>
      <p:sp>
        <p:nvSpPr>
          <p:cNvPr id="17" name="Shape 7"/>
          <p:cNvSpPr/>
          <p:nvPr/>
        </p:nvSpPr>
        <p:spPr>
          <a:xfrm>
            <a:off x="457200" y="3429000"/>
            <a:ext cx="7086600" cy="2788920"/>
          </a:xfrm>
          <a:prstGeom prst="roundRect">
            <a:avLst>
              <a:gd name="adj" fmla="val 3934"/>
            </a:avLst>
          </a:prstGeom>
          <a:solidFill>
            <a:srgbClr val="0E1433"/>
          </a:solidFill>
          <a:ln w="15875">
            <a:solidFill>
              <a:srgbClr val="3A4370"/>
            </a:solidFill>
            <a:prstDash val="solid"/>
          </a:ln>
        </p:spPr>
      </p:sp>
      <p:pic>
        <p:nvPicPr>
          <p:cNvPr id="18" name="Image 8" descr="/tmp/claude-0/-home-user-ashton212123/6ae88841-e158-5430-ba3a-d930461fce9f/scratchpad/build/assets/icons/FaLightbulb_FFC233.png">    </p:cNvPr>
          <p:cNvPicPr>
            <a:picLocks noChangeAspect="1"/>
          </p:cNvPicPr>
          <p:nvPr/>
        </p:nvPicPr>
        <p:blipFill>
          <a:blip r:embed="rId9"/>
          <a:stretch>
            <a:fillRect/>
          </a:stretch>
        </p:blipFill>
        <p:spPr>
          <a:xfrm>
            <a:off x="685800" y="3584448"/>
            <a:ext cx="384048" cy="384048"/>
          </a:xfrm>
          <a:prstGeom prst="rect">
            <a:avLst/>
          </a:prstGeom>
        </p:spPr>
      </p:pic>
      <p:sp>
        <p:nvSpPr>
          <p:cNvPr id="19" name="Text 8"/>
          <p:cNvSpPr txBox="1"/>
          <p:nvPr/>
        </p:nvSpPr>
        <p:spPr>
          <a:xfrm>
            <a:off x="1188720" y="3584448"/>
            <a:ext cx="4572000" cy="384048"/>
          </a:xfrm>
          <a:prstGeom prst="rect">
            <a:avLst/>
          </a:prstGeom>
          <a:noFill/>
          <a:ln/>
        </p:spPr>
        <p:txBody>
          <a:bodyPr wrap="square" lIns="0" tIns="0" rIns="0" bIns="0" rtlCol="0" anchor="ctr"/>
          <a:lstStyle/>
          <a:p>
            <a:pPr indent="0" marL="0">
              <a:buNone/>
            </a:pPr>
            <a:r>
              <a:rPr lang="en-US" sz="1300" b="1" dirty="0">
                <a:solidFill>
                  <a:srgbClr val="FFC233"/>
                </a:solidFill>
                <a:latin typeface="Courier New" pitchFamily="34" charset="0"/>
                <a:ea typeface="Courier New" pitchFamily="34" charset="-122"/>
                <a:cs typeface="Courier New" pitchFamily="34" charset="-120"/>
              </a:rPr>
              <a:t>FACT OR MYTH?</a:t>
            </a:r>
            <a:endParaRPr lang="en-US" sz="1300" dirty="0"/>
          </a:p>
        </p:txBody>
      </p:sp>
      <p:sp>
        <p:nvSpPr>
          <p:cNvPr id="20" name="Shape 9"/>
          <p:cNvSpPr/>
          <p:nvPr/>
        </p:nvSpPr>
        <p:spPr>
          <a:xfrm>
            <a:off x="685800" y="4096512"/>
            <a:ext cx="6629400" cy="0"/>
          </a:xfrm>
          <a:prstGeom prst="line">
            <a:avLst/>
          </a:prstGeom>
          <a:noFill/>
          <a:ln w="12700">
            <a:solidFill>
              <a:srgbClr val="3A4370"/>
            </a:solidFill>
            <a:prstDash val="solid"/>
          </a:ln>
        </p:spPr>
      </p:sp>
      <p:sp>
        <p:nvSpPr>
          <p:cNvPr id="21" name="Text 10"/>
          <p:cNvSpPr txBox="1"/>
          <p:nvPr/>
        </p:nvSpPr>
        <p:spPr>
          <a:xfrm>
            <a:off x="731520" y="4206240"/>
            <a:ext cx="6537960" cy="1508760"/>
          </a:xfrm>
          <a:prstGeom prst="rect">
            <a:avLst/>
          </a:prstGeom>
          <a:noFill/>
          <a:ln/>
        </p:spPr>
        <p:txBody>
          <a:bodyPr wrap="square" lIns="0" tIns="0" rIns="0" bIns="0" rtlCol="0" anchor="ctr"/>
          <a:lstStyle/>
          <a:p>
            <a:pPr indent="0" marL="0">
              <a:buNone/>
            </a:pPr>
            <a:r>
              <a:rPr lang="en-US" sz="2600" b="1" dirty="0">
                <a:solidFill>
                  <a:srgbClr val="EAF2FF"/>
                </a:solidFill>
                <a:latin typeface="Calibri" pitchFamily="34" charset="0"/>
                <a:ea typeface="Calibri" pitchFamily="34" charset="-122"/>
                <a:cs typeface="Calibri" pitchFamily="34" charset="-120"/>
              </a:rPr>
              <a:t>"Lightning never strikes the same place twice."</a:t>
            </a:r>
            <a:endParaRPr lang="en-US" sz="2600" dirty="0"/>
          </a:p>
        </p:txBody>
      </p:sp>
      <p:sp>
        <p:nvSpPr>
          <p:cNvPr id="22" name="Text 11"/>
          <p:cNvSpPr txBox="1"/>
          <p:nvPr/>
        </p:nvSpPr>
        <p:spPr>
          <a:xfrm>
            <a:off x="731520" y="5760720"/>
            <a:ext cx="6537960" cy="320040"/>
          </a:xfrm>
          <a:prstGeom prst="rect">
            <a:avLst/>
          </a:prstGeom>
          <a:noFill/>
          <a:ln/>
        </p:spPr>
        <p:txBody>
          <a:bodyPr wrap="square" lIns="0" tIns="0" rIns="0" bIns="0" rtlCol="0" anchor="ctr"/>
          <a:lstStyle/>
          <a:p>
            <a:pPr indent="0" marL="0">
              <a:buNone/>
            </a:pPr>
            <a:r>
              <a:rPr lang="en-US" sz="1100" dirty="0">
                <a:solidFill>
                  <a:srgbClr val="9AA6D9"/>
                </a:solidFill>
                <a:latin typeface="Courier New" pitchFamily="34" charset="0"/>
                <a:ea typeface="Courier New" pitchFamily="34" charset="-122"/>
                <a:cs typeface="Courier New" pitchFamily="34" charset="-120"/>
              </a:rPr>
              <a:t>FILE: science_facts.txt  //  STATUS: UNVERIFIED</a:t>
            </a:r>
            <a:endParaRPr lang="en-US" sz="1100" dirty="0"/>
          </a:p>
        </p:txBody>
      </p:sp>
      <p:sp>
        <p:nvSpPr>
          <p:cNvPr id="23" name="Link - Answer A">
            <a:hlinkClick r:id="rId13" action="ppaction://hlinksldjump" highlightClick="1"/>
          </p:cNvPr>
          <p:cNvSpPr txBox="1"/>
          <p:nvPr/>
        </p:nvSpPr>
        <p:spPr>
          <a:xfrm>
            <a:off x="7818120" y="3429000"/>
            <a:ext cx="3913632" cy="1325880"/>
          </a:xfrm>
          <a:prstGeom prst="roundRect">
            <a:avLst>
              <a:gd name="adj" fmla="val 6897"/>
            </a:avLst>
          </a:prstGeom>
          <a:solidFill>
            <a:srgbClr val="1A2353"/>
          </a:solidFill>
          <a:ln w="22225">
            <a:solidFill>
              <a:srgbClr val="2DE2E6"/>
            </a:solidFill>
          </a:ln>
        </p:spPr>
        <p:txBody>
          <a:bodyPr wrap="square" lIns="863600" tIns="50800" rIns="127000" bIns="50800" rtlCol="0" anchor="ctr"/>
          <a:lstStyle/>
          <a:p>
            <a:pPr algn="l" indent="0" marL="0">
              <a:buNone/>
            </a:pPr>
            <a:r>
              <a:rPr lang="en-US" sz="2200" dirty="0">
                <a:solidFill>
                  <a:srgbClr val="EAF2FF"/>
                </a:solidFill>
                <a:latin typeface="Arial Black" pitchFamily="34" charset="0"/>
                <a:ea typeface="Arial Black" pitchFamily="34" charset="-122"/>
                <a:cs typeface="Arial Black" pitchFamily="34" charset="-120"/>
              </a:rPr>
              <a:t>FACT</a:t>
            </a:r>
            <a:endParaRPr lang="en-US" sz="1800" dirty="0"/>
          </a:p>
          <a:p>
            <a:pPr algn="l" indent="0" marL="0">
              <a:buNone/>
            </a:pPr>
            <a:r>
              <a:rPr lang="en-US" sz="1500" dirty="0">
                <a:solidFill>
                  <a:srgbClr val="9AA6D9"/>
                </a:solidFill>
                <a:latin typeface="Calibri" pitchFamily="34" charset="0"/>
                <a:ea typeface="Calibri" pitchFamily="34" charset="-122"/>
                <a:cs typeface="Calibri" pitchFamily="34" charset="-120"/>
              </a:rPr>
              <a:t>It's true!</a:t>
            </a:r>
            <a:endParaRPr lang="en-US" sz="1800" dirty="0"/>
          </a:p>
        </p:txBody>
      </p:sp>
      <p:sp>
        <p:nvSpPr>
          <p:cNvPr id="24" name="Link - Answer A badge">
            <a:hlinkClick r:id="rId13" action="ppaction://hlinksldjump" highlightClick="1"/>
          </p:cNvPr>
          <p:cNvSpPr txBox="1"/>
          <p:nvPr/>
        </p:nvSpPr>
        <p:spPr>
          <a:xfrm>
            <a:off x="8019288" y="3817620"/>
            <a:ext cx="548640" cy="548640"/>
          </a:xfrm>
          <a:prstGeom prst="ellipse">
            <a:avLst/>
          </a:prstGeom>
          <a:solidFill>
            <a:srgbClr val="2DE2E6"/>
          </a:solidFill>
          <a:ln w="12700">
            <a:solidFill>
              <a:srgbClr val="2DE2E6"/>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25" name="Link - Answer B">
            <a:hlinkClick r:id="rId14" action="ppaction://hlinksldjump" highlightClick="1"/>
          </p:cNvPr>
          <p:cNvSpPr txBox="1"/>
          <p:nvPr/>
        </p:nvSpPr>
        <p:spPr>
          <a:xfrm>
            <a:off x="7818120" y="4892040"/>
            <a:ext cx="3913632" cy="1325880"/>
          </a:xfrm>
          <a:prstGeom prst="roundRect">
            <a:avLst>
              <a:gd name="adj" fmla="val 6897"/>
            </a:avLst>
          </a:prstGeom>
          <a:solidFill>
            <a:srgbClr val="1A2353"/>
          </a:solidFill>
          <a:ln w="22225">
            <a:solidFill>
              <a:srgbClr val="2DE2E6"/>
            </a:solidFill>
          </a:ln>
        </p:spPr>
        <p:txBody>
          <a:bodyPr wrap="square" lIns="863600" tIns="50800" rIns="127000" bIns="50800" rtlCol="0" anchor="ctr"/>
          <a:lstStyle/>
          <a:p>
            <a:pPr algn="l" indent="0" marL="0">
              <a:buNone/>
            </a:pPr>
            <a:r>
              <a:rPr lang="en-US" sz="2200" dirty="0">
                <a:solidFill>
                  <a:srgbClr val="EAF2FF"/>
                </a:solidFill>
                <a:latin typeface="Arial Black" pitchFamily="34" charset="0"/>
                <a:ea typeface="Arial Black" pitchFamily="34" charset="-122"/>
                <a:cs typeface="Arial Black" pitchFamily="34" charset="-120"/>
              </a:rPr>
              <a:t>MYTH</a:t>
            </a:r>
            <a:endParaRPr lang="en-US" sz="1800" dirty="0"/>
          </a:p>
          <a:p>
            <a:pPr algn="l" indent="0" marL="0">
              <a:buNone/>
            </a:pPr>
            <a:r>
              <a:rPr lang="en-US" sz="1500" dirty="0">
                <a:solidFill>
                  <a:srgbClr val="9AA6D9"/>
                </a:solidFill>
                <a:latin typeface="Calibri" pitchFamily="34" charset="0"/>
                <a:ea typeface="Calibri" pitchFamily="34" charset="-122"/>
                <a:cs typeface="Calibri" pitchFamily="34" charset="-120"/>
              </a:rPr>
              <a:t>Not true!</a:t>
            </a:r>
            <a:endParaRPr lang="en-US" sz="1800" dirty="0"/>
          </a:p>
        </p:txBody>
      </p:sp>
      <p:sp>
        <p:nvSpPr>
          <p:cNvPr id="26" name="Link - Answer B badge">
            <a:hlinkClick r:id="rId14" action="ppaction://hlinksldjump" highlightClick="1"/>
          </p:cNvPr>
          <p:cNvSpPr txBox="1"/>
          <p:nvPr/>
        </p:nvSpPr>
        <p:spPr>
          <a:xfrm>
            <a:off x="8019288" y="5280660"/>
            <a:ext cx="548640" cy="548640"/>
          </a:xfrm>
          <a:prstGeom prst="ellipse">
            <a:avLst/>
          </a:prstGeom>
          <a:solidFill>
            <a:srgbClr val="2DE2E6"/>
          </a:solidFill>
          <a:ln w="12700">
            <a:solidFill>
              <a:srgbClr val="2DE2E6"/>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Tree>
  </p:cSld>
  <p:clrMapOvr>
    <a:masterClrMapping/>
  </p:clrMapOvr>
  <p:transition spd="med" advClick="0">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2DE2E6"/>
                </a:solidFill>
                <a:latin typeface="Courier New" pitchFamily="34" charset="0"/>
                <a:ea typeface="Courier New" pitchFamily="34" charset="-122"/>
                <a:cs typeface="Courier New" pitchFamily="34" charset="-120"/>
              </a:rPr>
              <a:t>&gt; SECTOR 01 // SCIENCE LAB</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_empty.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2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2DE2E6"/>
            </a:solidFill>
            <a:prstDash val="solid"/>
          </a:ln>
          <a:effectLst>
            <a:outerShdw sx="100000" sy="100000" kx="0" ky="0" algn="bl" rotWithShape="0" blurRad="203200" dist="50800" dir="5400000">
              <a:srgbClr val="2DE2E6">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BYTE found this claim in a corrupted science file. Is it a FACT or a MYTH?</a:t>
            </a:r>
            <a:endParaRPr lang="en-US" sz="2200" dirty="0"/>
          </a:p>
        </p:txBody>
      </p:sp>
      <p:sp>
        <p:nvSpPr>
          <p:cNvPr id="17" name="Shape 7"/>
          <p:cNvSpPr/>
          <p:nvPr/>
        </p:nvSpPr>
        <p:spPr>
          <a:xfrm>
            <a:off x="457200" y="3429000"/>
            <a:ext cx="7086600" cy="2788920"/>
          </a:xfrm>
          <a:prstGeom prst="roundRect">
            <a:avLst>
              <a:gd name="adj" fmla="val 3934"/>
            </a:avLst>
          </a:prstGeom>
          <a:solidFill>
            <a:srgbClr val="0E1433"/>
          </a:solidFill>
          <a:ln w="15875">
            <a:solidFill>
              <a:srgbClr val="3A4370"/>
            </a:solidFill>
            <a:prstDash val="solid"/>
          </a:ln>
        </p:spPr>
      </p:sp>
      <p:pic>
        <p:nvPicPr>
          <p:cNvPr id="18" name="Image 8" descr="/tmp/claude-0/-home-user-ashton212123/6ae88841-e158-5430-ba3a-d930461fce9f/scratchpad/build/assets/icons/FaLightbulb_FFC233.png">    </p:cNvPr>
          <p:cNvPicPr>
            <a:picLocks noChangeAspect="1"/>
          </p:cNvPicPr>
          <p:nvPr/>
        </p:nvPicPr>
        <p:blipFill>
          <a:blip r:embed="rId9"/>
          <a:stretch>
            <a:fillRect/>
          </a:stretch>
        </p:blipFill>
        <p:spPr>
          <a:xfrm>
            <a:off x="685800" y="3584448"/>
            <a:ext cx="384048" cy="384048"/>
          </a:xfrm>
          <a:prstGeom prst="rect">
            <a:avLst/>
          </a:prstGeom>
        </p:spPr>
      </p:pic>
      <p:sp>
        <p:nvSpPr>
          <p:cNvPr id="19" name="Text 8"/>
          <p:cNvSpPr txBox="1"/>
          <p:nvPr/>
        </p:nvSpPr>
        <p:spPr>
          <a:xfrm>
            <a:off x="1188720" y="3584448"/>
            <a:ext cx="4572000" cy="384048"/>
          </a:xfrm>
          <a:prstGeom prst="rect">
            <a:avLst/>
          </a:prstGeom>
          <a:noFill/>
          <a:ln/>
        </p:spPr>
        <p:txBody>
          <a:bodyPr wrap="square" lIns="0" tIns="0" rIns="0" bIns="0" rtlCol="0" anchor="ctr"/>
          <a:lstStyle/>
          <a:p>
            <a:pPr indent="0" marL="0">
              <a:buNone/>
            </a:pPr>
            <a:r>
              <a:rPr lang="en-US" sz="1300" b="1" dirty="0">
                <a:solidFill>
                  <a:srgbClr val="FFC233"/>
                </a:solidFill>
                <a:latin typeface="Courier New" pitchFamily="34" charset="0"/>
                <a:ea typeface="Courier New" pitchFamily="34" charset="-122"/>
                <a:cs typeface="Courier New" pitchFamily="34" charset="-120"/>
              </a:rPr>
              <a:t>FACT OR MYTH?</a:t>
            </a:r>
            <a:endParaRPr lang="en-US" sz="1300" dirty="0"/>
          </a:p>
        </p:txBody>
      </p:sp>
      <p:sp>
        <p:nvSpPr>
          <p:cNvPr id="20" name="Shape 9"/>
          <p:cNvSpPr/>
          <p:nvPr/>
        </p:nvSpPr>
        <p:spPr>
          <a:xfrm>
            <a:off x="685800" y="4096512"/>
            <a:ext cx="6629400" cy="0"/>
          </a:xfrm>
          <a:prstGeom prst="line">
            <a:avLst/>
          </a:prstGeom>
          <a:noFill/>
          <a:ln w="12700">
            <a:solidFill>
              <a:srgbClr val="3A4370"/>
            </a:solidFill>
            <a:prstDash val="solid"/>
          </a:ln>
        </p:spPr>
      </p:sp>
      <p:sp>
        <p:nvSpPr>
          <p:cNvPr id="21" name="Text 10"/>
          <p:cNvSpPr txBox="1"/>
          <p:nvPr/>
        </p:nvSpPr>
        <p:spPr>
          <a:xfrm>
            <a:off x="731520" y="4206240"/>
            <a:ext cx="6537960" cy="1508760"/>
          </a:xfrm>
          <a:prstGeom prst="rect">
            <a:avLst/>
          </a:prstGeom>
          <a:noFill/>
          <a:ln/>
        </p:spPr>
        <p:txBody>
          <a:bodyPr wrap="square" lIns="0" tIns="0" rIns="0" bIns="0" rtlCol="0" anchor="ctr"/>
          <a:lstStyle/>
          <a:p>
            <a:pPr indent="0" marL="0">
              <a:buNone/>
            </a:pPr>
            <a:r>
              <a:rPr lang="en-US" sz="2600" b="1" dirty="0">
                <a:solidFill>
                  <a:srgbClr val="EAF2FF"/>
                </a:solidFill>
                <a:latin typeface="Calibri" pitchFamily="34" charset="0"/>
                <a:ea typeface="Calibri" pitchFamily="34" charset="-122"/>
                <a:cs typeface="Calibri" pitchFamily="34" charset="-120"/>
              </a:rPr>
              <a:t>"Lightning never strikes the same place twice."</a:t>
            </a:r>
            <a:endParaRPr lang="en-US" sz="2600" dirty="0"/>
          </a:p>
        </p:txBody>
      </p:sp>
      <p:sp>
        <p:nvSpPr>
          <p:cNvPr id="22" name="Text 11"/>
          <p:cNvSpPr txBox="1"/>
          <p:nvPr/>
        </p:nvSpPr>
        <p:spPr>
          <a:xfrm>
            <a:off x="731520" y="5760720"/>
            <a:ext cx="6537960" cy="320040"/>
          </a:xfrm>
          <a:prstGeom prst="rect">
            <a:avLst/>
          </a:prstGeom>
          <a:noFill/>
          <a:ln/>
        </p:spPr>
        <p:txBody>
          <a:bodyPr wrap="square" lIns="0" tIns="0" rIns="0" bIns="0" rtlCol="0" anchor="ctr"/>
          <a:lstStyle/>
          <a:p>
            <a:pPr indent="0" marL="0">
              <a:buNone/>
            </a:pPr>
            <a:r>
              <a:rPr lang="en-US" sz="1100" dirty="0">
                <a:solidFill>
                  <a:srgbClr val="9AA6D9"/>
                </a:solidFill>
                <a:latin typeface="Courier New" pitchFamily="34" charset="0"/>
                <a:ea typeface="Courier New" pitchFamily="34" charset="-122"/>
                <a:cs typeface="Courier New" pitchFamily="34" charset="-120"/>
              </a:rPr>
              <a:t>FILE: science_facts.txt  //  STATUS: UNVERIFIED</a:t>
            </a:r>
            <a:endParaRPr lang="en-US" sz="1100" dirty="0"/>
          </a:p>
        </p:txBody>
      </p:sp>
      <p:sp>
        <p:nvSpPr>
          <p:cNvPr id="23" name="Link - Answer A">
            <a:hlinkClick r:id="rId13" action="ppaction://hlinksldjump" highlightClick="1"/>
          </p:cNvPr>
          <p:cNvSpPr txBox="1"/>
          <p:nvPr/>
        </p:nvSpPr>
        <p:spPr>
          <a:xfrm>
            <a:off x="7818120" y="3429000"/>
            <a:ext cx="3913632" cy="1325880"/>
          </a:xfrm>
          <a:prstGeom prst="roundRect">
            <a:avLst>
              <a:gd name="adj" fmla="val 6897"/>
            </a:avLst>
          </a:prstGeom>
          <a:solidFill>
            <a:srgbClr val="1A2353"/>
          </a:solidFill>
          <a:ln w="22225">
            <a:solidFill>
              <a:srgbClr val="2DE2E6"/>
            </a:solidFill>
          </a:ln>
        </p:spPr>
        <p:txBody>
          <a:bodyPr wrap="square" lIns="863600" tIns="50800" rIns="127000" bIns="50800" rtlCol="0" anchor="ctr"/>
          <a:lstStyle/>
          <a:p>
            <a:pPr algn="l" indent="0" marL="0">
              <a:buNone/>
            </a:pPr>
            <a:r>
              <a:rPr lang="en-US" sz="2200" dirty="0">
                <a:solidFill>
                  <a:srgbClr val="EAF2FF"/>
                </a:solidFill>
                <a:latin typeface="Arial Black" pitchFamily="34" charset="0"/>
                <a:ea typeface="Arial Black" pitchFamily="34" charset="-122"/>
                <a:cs typeface="Arial Black" pitchFamily="34" charset="-120"/>
              </a:rPr>
              <a:t>FACT</a:t>
            </a:r>
            <a:endParaRPr lang="en-US" sz="1800" dirty="0"/>
          </a:p>
          <a:p>
            <a:pPr algn="l" indent="0" marL="0">
              <a:buNone/>
            </a:pPr>
            <a:r>
              <a:rPr lang="en-US" sz="1500" dirty="0">
                <a:solidFill>
                  <a:srgbClr val="9AA6D9"/>
                </a:solidFill>
                <a:latin typeface="Calibri" pitchFamily="34" charset="0"/>
                <a:ea typeface="Calibri" pitchFamily="34" charset="-122"/>
                <a:cs typeface="Calibri" pitchFamily="34" charset="-120"/>
              </a:rPr>
              <a:t>It's true!</a:t>
            </a:r>
            <a:endParaRPr lang="en-US" sz="1800" dirty="0"/>
          </a:p>
        </p:txBody>
      </p:sp>
      <p:sp>
        <p:nvSpPr>
          <p:cNvPr id="24" name="Link - Answer A badge">
            <a:hlinkClick r:id="rId13" action="ppaction://hlinksldjump" highlightClick="1"/>
          </p:cNvPr>
          <p:cNvSpPr txBox="1"/>
          <p:nvPr/>
        </p:nvSpPr>
        <p:spPr>
          <a:xfrm>
            <a:off x="8019288" y="3817620"/>
            <a:ext cx="548640" cy="548640"/>
          </a:xfrm>
          <a:prstGeom prst="ellipse">
            <a:avLst/>
          </a:prstGeom>
          <a:solidFill>
            <a:srgbClr val="2DE2E6"/>
          </a:solidFill>
          <a:ln w="12700">
            <a:solidFill>
              <a:srgbClr val="2DE2E6"/>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25" name="Link - Answer B">
            <a:hlinkClick r:id="rId14" action="ppaction://hlinksldjump" highlightClick="1"/>
          </p:cNvPr>
          <p:cNvSpPr txBox="1"/>
          <p:nvPr/>
        </p:nvSpPr>
        <p:spPr>
          <a:xfrm>
            <a:off x="7818120" y="4892040"/>
            <a:ext cx="3913632" cy="1325880"/>
          </a:xfrm>
          <a:prstGeom prst="roundRect">
            <a:avLst>
              <a:gd name="adj" fmla="val 6897"/>
            </a:avLst>
          </a:prstGeom>
          <a:solidFill>
            <a:srgbClr val="1A2353"/>
          </a:solidFill>
          <a:ln w="22225">
            <a:solidFill>
              <a:srgbClr val="2DE2E6"/>
            </a:solidFill>
          </a:ln>
        </p:spPr>
        <p:txBody>
          <a:bodyPr wrap="square" lIns="863600" tIns="50800" rIns="127000" bIns="50800" rtlCol="0" anchor="ctr"/>
          <a:lstStyle/>
          <a:p>
            <a:pPr algn="l" indent="0" marL="0">
              <a:buNone/>
            </a:pPr>
            <a:r>
              <a:rPr lang="en-US" sz="2200" dirty="0">
                <a:solidFill>
                  <a:srgbClr val="EAF2FF"/>
                </a:solidFill>
                <a:latin typeface="Arial Black" pitchFamily="34" charset="0"/>
                <a:ea typeface="Arial Black" pitchFamily="34" charset="-122"/>
                <a:cs typeface="Arial Black" pitchFamily="34" charset="-120"/>
              </a:rPr>
              <a:t>MYTH</a:t>
            </a:r>
            <a:endParaRPr lang="en-US" sz="1800" dirty="0"/>
          </a:p>
          <a:p>
            <a:pPr algn="l" indent="0" marL="0">
              <a:buNone/>
            </a:pPr>
            <a:r>
              <a:rPr lang="en-US" sz="1500" dirty="0">
                <a:solidFill>
                  <a:srgbClr val="9AA6D9"/>
                </a:solidFill>
                <a:latin typeface="Calibri" pitchFamily="34" charset="0"/>
                <a:ea typeface="Calibri" pitchFamily="34" charset="-122"/>
                <a:cs typeface="Calibri" pitchFamily="34" charset="-120"/>
              </a:rPr>
              <a:t>Not true!</a:t>
            </a:r>
            <a:endParaRPr lang="en-US" sz="1800" dirty="0"/>
          </a:p>
        </p:txBody>
      </p:sp>
      <p:sp>
        <p:nvSpPr>
          <p:cNvPr id="26" name="Link - Answer B badge">
            <a:hlinkClick r:id="rId14" action="ppaction://hlinksldjump" highlightClick="1"/>
          </p:cNvPr>
          <p:cNvSpPr txBox="1"/>
          <p:nvPr/>
        </p:nvSpPr>
        <p:spPr>
          <a:xfrm>
            <a:off x="8019288" y="5280660"/>
            <a:ext cx="548640" cy="548640"/>
          </a:xfrm>
          <a:prstGeom prst="ellipse">
            <a:avLst/>
          </a:prstGeom>
          <a:solidFill>
            <a:srgbClr val="2DE2E6"/>
          </a:solidFill>
          <a:ln w="12700">
            <a:solidFill>
              <a:srgbClr val="2DE2E6"/>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Tree>
  </p:cSld>
  <p:clrMapOvr>
    <a:masterClrMapping/>
  </p:clrMapOvr>
  <p:transition spd="med" advClick="0">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2DE2E6"/>
                </a:solidFill>
                <a:latin typeface="Courier New" pitchFamily="34" charset="0"/>
                <a:ea typeface="Courier New" pitchFamily="34" charset="-122"/>
                <a:cs typeface="Courier New" pitchFamily="34" charset="-120"/>
              </a:rPr>
              <a:t>&gt; SECTOR 01 // SCIENCE LAB</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_empty.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2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2DE2E6"/>
            </a:solidFill>
            <a:prstDash val="solid"/>
          </a:ln>
          <a:effectLst>
            <a:outerShdw sx="100000" sy="100000" kx="0" ky="0" algn="bl" rotWithShape="0" blurRad="203200" dist="50800" dir="5400000">
              <a:srgbClr val="2DE2E6">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BYTE found this claim in a corrupted science file. Is it a FACT or a MYTH?</a:t>
            </a:r>
            <a:endParaRPr lang="en-US" sz="2200" dirty="0"/>
          </a:p>
        </p:txBody>
      </p:sp>
      <p:sp>
        <p:nvSpPr>
          <p:cNvPr id="17" name="Shape 7"/>
          <p:cNvSpPr/>
          <p:nvPr/>
        </p:nvSpPr>
        <p:spPr>
          <a:xfrm>
            <a:off x="457200" y="3429000"/>
            <a:ext cx="7086600" cy="2788920"/>
          </a:xfrm>
          <a:prstGeom prst="roundRect">
            <a:avLst>
              <a:gd name="adj" fmla="val 3934"/>
            </a:avLst>
          </a:prstGeom>
          <a:solidFill>
            <a:srgbClr val="0E1433"/>
          </a:solidFill>
          <a:ln w="15875">
            <a:solidFill>
              <a:srgbClr val="3A4370"/>
            </a:solidFill>
            <a:prstDash val="solid"/>
          </a:ln>
        </p:spPr>
      </p:sp>
      <p:pic>
        <p:nvPicPr>
          <p:cNvPr id="18" name="Image 8" descr="/tmp/claude-0/-home-user-ashton212123/6ae88841-e158-5430-ba3a-d930461fce9f/scratchpad/build/assets/icons/FaLightbulb_FFC233.png">    </p:cNvPr>
          <p:cNvPicPr>
            <a:picLocks noChangeAspect="1"/>
          </p:cNvPicPr>
          <p:nvPr/>
        </p:nvPicPr>
        <p:blipFill>
          <a:blip r:embed="rId9"/>
          <a:stretch>
            <a:fillRect/>
          </a:stretch>
        </p:blipFill>
        <p:spPr>
          <a:xfrm>
            <a:off x="685800" y="3584448"/>
            <a:ext cx="384048" cy="384048"/>
          </a:xfrm>
          <a:prstGeom prst="rect">
            <a:avLst/>
          </a:prstGeom>
        </p:spPr>
      </p:pic>
      <p:sp>
        <p:nvSpPr>
          <p:cNvPr id="19" name="Text 8"/>
          <p:cNvSpPr txBox="1"/>
          <p:nvPr/>
        </p:nvSpPr>
        <p:spPr>
          <a:xfrm>
            <a:off x="1188720" y="3584448"/>
            <a:ext cx="4572000" cy="384048"/>
          </a:xfrm>
          <a:prstGeom prst="rect">
            <a:avLst/>
          </a:prstGeom>
          <a:noFill/>
          <a:ln/>
        </p:spPr>
        <p:txBody>
          <a:bodyPr wrap="square" lIns="0" tIns="0" rIns="0" bIns="0" rtlCol="0" anchor="ctr"/>
          <a:lstStyle/>
          <a:p>
            <a:pPr indent="0" marL="0">
              <a:buNone/>
            </a:pPr>
            <a:r>
              <a:rPr lang="en-US" sz="1300" b="1" dirty="0">
                <a:solidFill>
                  <a:srgbClr val="FFC233"/>
                </a:solidFill>
                <a:latin typeface="Courier New" pitchFamily="34" charset="0"/>
                <a:ea typeface="Courier New" pitchFamily="34" charset="-122"/>
                <a:cs typeface="Courier New" pitchFamily="34" charset="-120"/>
              </a:rPr>
              <a:t>FACT OR MYTH?</a:t>
            </a:r>
            <a:endParaRPr lang="en-US" sz="1300" dirty="0"/>
          </a:p>
        </p:txBody>
      </p:sp>
      <p:sp>
        <p:nvSpPr>
          <p:cNvPr id="20" name="Shape 9"/>
          <p:cNvSpPr/>
          <p:nvPr/>
        </p:nvSpPr>
        <p:spPr>
          <a:xfrm>
            <a:off x="685800" y="4096512"/>
            <a:ext cx="6629400" cy="0"/>
          </a:xfrm>
          <a:prstGeom prst="line">
            <a:avLst/>
          </a:prstGeom>
          <a:noFill/>
          <a:ln w="12700">
            <a:solidFill>
              <a:srgbClr val="3A4370"/>
            </a:solidFill>
            <a:prstDash val="solid"/>
          </a:ln>
        </p:spPr>
      </p:sp>
      <p:sp>
        <p:nvSpPr>
          <p:cNvPr id="21" name="Text 10"/>
          <p:cNvSpPr txBox="1"/>
          <p:nvPr/>
        </p:nvSpPr>
        <p:spPr>
          <a:xfrm>
            <a:off x="731520" y="4206240"/>
            <a:ext cx="6537960" cy="1508760"/>
          </a:xfrm>
          <a:prstGeom prst="rect">
            <a:avLst/>
          </a:prstGeom>
          <a:noFill/>
          <a:ln/>
        </p:spPr>
        <p:txBody>
          <a:bodyPr wrap="square" lIns="0" tIns="0" rIns="0" bIns="0" rtlCol="0" anchor="ctr"/>
          <a:lstStyle/>
          <a:p>
            <a:pPr indent="0" marL="0">
              <a:buNone/>
            </a:pPr>
            <a:r>
              <a:rPr lang="en-US" sz="2600" b="1" dirty="0">
                <a:solidFill>
                  <a:srgbClr val="EAF2FF"/>
                </a:solidFill>
                <a:latin typeface="Calibri" pitchFamily="34" charset="0"/>
                <a:ea typeface="Calibri" pitchFamily="34" charset="-122"/>
                <a:cs typeface="Calibri" pitchFamily="34" charset="-120"/>
              </a:rPr>
              <a:t>"Lightning never strikes the same place twice."</a:t>
            </a:r>
            <a:endParaRPr lang="en-US" sz="2600" dirty="0"/>
          </a:p>
        </p:txBody>
      </p:sp>
      <p:sp>
        <p:nvSpPr>
          <p:cNvPr id="22" name="Text 11"/>
          <p:cNvSpPr txBox="1"/>
          <p:nvPr/>
        </p:nvSpPr>
        <p:spPr>
          <a:xfrm>
            <a:off x="731520" y="5760720"/>
            <a:ext cx="6537960" cy="320040"/>
          </a:xfrm>
          <a:prstGeom prst="rect">
            <a:avLst/>
          </a:prstGeom>
          <a:noFill/>
          <a:ln/>
        </p:spPr>
        <p:txBody>
          <a:bodyPr wrap="square" lIns="0" tIns="0" rIns="0" bIns="0" rtlCol="0" anchor="ctr"/>
          <a:lstStyle/>
          <a:p>
            <a:pPr indent="0" marL="0">
              <a:buNone/>
            </a:pPr>
            <a:r>
              <a:rPr lang="en-US" sz="1100" dirty="0">
                <a:solidFill>
                  <a:srgbClr val="9AA6D9"/>
                </a:solidFill>
                <a:latin typeface="Courier New" pitchFamily="34" charset="0"/>
                <a:ea typeface="Courier New" pitchFamily="34" charset="-122"/>
                <a:cs typeface="Courier New" pitchFamily="34" charset="-120"/>
              </a:rPr>
              <a:t>FILE: science_facts.txt  //  STATUS: UNVERIFIED</a:t>
            </a:r>
            <a:endParaRPr lang="en-US" sz="1100" dirty="0"/>
          </a:p>
        </p:txBody>
      </p:sp>
      <p:sp>
        <p:nvSpPr>
          <p:cNvPr id="23" name="Link - Answer A">
            <a:hlinkClick r:id="rId13" action="ppaction://hlinksldjump" highlightClick="1"/>
          </p:cNvPr>
          <p:cNvSpPr txBox="1"/>
          <p:nvPr/>
        </p:nvSpPr>
        <p:spPr>
          <a:xfrm>
            <a:off x="7818120" y="3429000"/>
            <a:ext cx="3913632" cy="1325880"/>
          </a:xfrm>
          <a:prstGeom prst="roundRect">
            <a:avLst>
              <a:gd name="adj" fmla="val 6897"/>
            </a:avLst>
          </a:prstGeom>
          <a:solidFill>
            <a:srgbClr val="1A2353"/>
          </a:solidFill>
          <a:ln w="22225">
            <a:solidFill>
              <a:srgbClr val="2DE2E6"/>
            </a:solidFill>
          </a:ln>
        </p:spPr>
        <p:txBody>
          <a:bodyPr wrap="square" lIns="863600" tIns="50800" rIns="127000" bIns="50800" rtlCol="0" anchor="ctr"/>
          <a:lstStyle/>
          <a:p>
            <a:pPr algn="l" indent="0" marL="0">
              <a:buNone/>
            </a:pPr>
            <a:r>
              <a:rPr lang="en-US" sz="2200" dirty="0">
                <a:solidFill>
                  <a:srgbClr val="EAF2FF"/>
                </a:solidFill>
                <a:latin typeface="Arial Black" pitchFamily="34" charset="0"/>
                <a:ea typeface="Arial Black" pitchFamily="34" charset="-122"/>
                <a:cs typeface="Arial Black" pitchFamily="34" charset="-120"/>
              </a:rPr>
              <a:t>FACT</a:t>
            </a:r>
            <a:endParaRPr lang="en-US" sz="1800" dirty="0"/>
          </a:p>
          <a:p>
            <a:pPr algn="l" indent="0" marL="0">
              <a:buNone/>
            </a:pPr>
            <a:r>
              <a:rPr lang="en-US" sz="1500" dirty="0">
                <a:solidFill>
                  <a:srgbClr val="9AA6D9"/>
                </a:solidFill>
                <a:latin typeface="Calibri" pitchFamily="34" charset="0"/>
                <a:ea typeface="Calibri" pitchFamily="34" charset="-122"/>
                <a:cs typeface="Calibri" pitchFamily="34" charset="-120"/>
              </a:rPr>
              <a:t>It's true!</a:t>
            </a:r>
            <a:endParaRPr lang="en-US" sz="1800" dirty="0"/>
          </a:p>
        </p:txBody>
      </p:sp>
      <p:sp>
        <p:nvSpPr>
          <p:cNvPr id="24" name="Link - Answer A badge">
            <a:hlinkClick r:id="rId13" action="ppaction://hlinksldjump" highlightClick="1"/>
          </p:cNvPr>
          <p:cNvSpPr txBox="1"/>
          <p:nvPr/>
        </p:nvSpPr>
        <p:spPr>
          <a:xfrm>
            <a:off x="8019288" y="3817620"/>
            <a:ext cx="548640" cy="548640"/>
          </a:xfrm>
          <a:prstGeom prst="ellipse">
            <a:avLst/>
          </a:prstGeom>
          <a:solidFill>
            <a:srgbClr val="2DE2E6"/>
          </a:solidFill>
          <a:ln w="12700">
            <a:solidFill>
              <a:srgbClr val="2DE2E6"/>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25" name="Link - Answer B">
            <a:hlinkClick r:id="rId14" action="ppaction://hlinksldjump" highlightClick="1"/>
          </p:cNvPr>
          <p:cNvSpPr txBox="1"/>
          <p:nvPr/>
        </p:nvSpPr>
        <p:spPr>
          <a:xfrm>
            <a:off x="7818120" y="4892040"/>
            <a:ext cx="3913632" cy="1325880"/>
          </a:xfrm>
          <a:prstGeom prst="roundRect">
            <a:avLst>
              <a:gd name="adj" fmla="val 6897"/>
            </a:avLst>
          </a:prstGeom>
          <a:solidFill>
            <a:srgbClr val="1A2353"/>
          </a:solidFill>
          <a:ln w="22225">
            <a:solidFill>
              <a:srgbClr val="2DE2E6"/>
            </a:solidFill>
          </a:ln>
        </p:spPr>
        <p:txBody>
          <a:bodyPr wrap="square" lIns="863600" tIns="50800" rIns="127000" bIns="50800" rtlCol="0" anchor="ctr"/>
          <a:lstStyle/>
          <a:p>
            <a:pPr algn="l" indent="0" marL="0">
              <a:buNone/>
            </a:pPr>
            <a:r>
              <a:rPr lang="en-US" sz="2200" dirty="0">
                <a:solidFill>
                  <a:srgbClr val="EAF2FF"/>
                </a:solidFill>
                <a:latin typeface="Arial Black" pitchFamily="34" charset="0"/>
                <a:ea typeface="Arial Black" pitchFamily="34" charset="-122"/>
                <a:cs typeface="Arial Black" pitchFamily="34" charset="-120"/>
              </a:rPr>
              <a:t>MYTH</a:t>
            </a:r>
            <a:endParaRPr lang="en-US" sz="1800" dirty="0"/>
          </a:p>
          <a:p>
            <a:pPr algn="l" indent="0" marL="0">
              <a:buNone/>
            </a:pPr>
            <a:r>
              <a:rPr lang="en-US" sz="1500" dirty="0">
                <a:solidFill>
                  <a:srgbClr val="9AA6D9"/>
                </a:solidFill>
                <a:latin typeface="Calibri" pitchFamily="34" charset="0"/>
                <a:ea typeface="Calibri" pitchFamily="34" charset="-122"/>
                <a:cs typeface="Calibri" pitchFamily="34" charset="-120"/>
              </a:rPr>
              <a:t>Not true!</a:t>
            </a:r>
            <a:endParaRPr lang="en-US" sz="1800" dirty="0"/>
          </a:p>
        </p:txBody>
      </p:sp>
      <p:sp>
        <p:nvSpPr>
          <p:cNvPr id="26" name="Link - Answer B badge">
            <a:hlinkClick r:id="rId14" action="ppaction://hlinksldjump" highlightClick="1"/>
          </p:cNvPr>
          <p:cNvSpPr txBox="1"/>
          <p:nvPr/>
        </p:nvSpPr>
        <p:spPr>
          <a:xfrm>
            <a:off x="8019288" y="5280660"/>
            <a:ext cx="548640" cy="548640"/>
          </a:xfrm>
          <a:prstGeom prst="ellipse">
            <a:avLst/>
          </a:prstGeom>
          <a:solidFill>
            <a:srgbClr val="2DE2E6"/>
          </a:solidFill>
          <a:ln w="12700">
            <a:solidFill>
              <a:srgbClr val="2DE2E6"/>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Tree>
  </p:cSld>
  <p:clrMapOvr>
    <a:masterClrMapping/>
  </p:clrMapOvr>
  <p:transition spd="med" advClick="0">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2DE2E6"/>
                </a:solidFill>
                <a:latin typeface="Courier New" pitchFamily="34" charset="0"/>
                <a:ea typeface="Courier New" pitchFamily="34" charset="-122"/>
                <a:cs typeface="Courier New" pitchFamily="34" charset="-120"/>
              </a:rPr>
              <a:t>&gt; SECTOR 01 // SCIENCE LAB</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_empty.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B. MYTH</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It's a myth! Lightning can strike the same place again and again, especially tall buildings, towers, and trees. Some skyscrapers are hit by lightning many times every year.</a:t>
            </a:r>
            <a:endParaRPr lang="en-US" sz="1800" dirty="0"/>
          </a:p>
        </p:txBody>
      </p:sp>
      <p:sp>
        <p:nvSpPr>
          <p:cNvPr id="20" name="Text 9"/>
          <p:cNvSpPr txBox="1"/>
          <p:nvPr/>
        </p:nvSpPr>
        <p:spPr>
          <a:xfrm>
            <a:off x="2743200" y="4846320"/>
            <a:ext cx="3657600" cy="274320"/>
          </a:xfrm>
          <a:prstGeom prst="rect">
            <a:avLst/>
          </a:prstGeom>
          <a:noFill/>
          <a:ln/>
        </p:spPr>
        <p:txBody>
          <a:bodyPr wrap="square" lIns="0" tIns="0" rIns="0" bIns="0" rtlCol="0" anchor="t"/>
          <a:lstStyle/>
          <a:p>
            <a:pPr indent="0" marL="0">
              <a:buNone/>
            </a:pPr>
            <a:r>
              <a:rPr lang="en-US" sz="1100" b="1" dirty="0">
                <a:solidFill>
                  <a:srgbClr val="9AA6D9"/>
                </a:solidFill>
                <a:latin typeface="Courier New" pitchFamily="34" charset="0"/>
                <a:ea typeface="Courier New" pitchFamily="34" charset="-122"/>
                <a:cs typeface="Courier New" pitchFamily="34" charset="-120"/>
              </a:rPr>
              <a:t>SECTOR PROGRESS</a:t>
            </a:r>
            <a:endParaRPr lang="en-US" sz="1100" dirty="0"/>
          </a:p>
        </p:txBody>
      </p:sp>
      <p:sp>
        <p:nvSpPr>
          <p:cNvPr id="21" name="Shape 10"/>
          <p:cNvSpPr/>
          <p:nvPr/>
        </p:nvSpPr>
        <p:spPr>
          <a:xfrm>
            <a:off x="2743200" y="5230368"/>
            <a:ext cx="777240" cy="274320"/>
          </a:xfrm>
          <a:prstGeom prst="roundRect">
            <a:avLst>
              <a:gd name="adj" fmla="val 20000"/>
            </a:avLst>
          </a:prstGeom>
          <a:solidFill>
            <a:srgbClr val="4BF0A0"/>
          </a:solidFill>
          <a:ln w="12700">
            <a:solidFill>
              <a:srgbClr val="4BF0A0"/>
            </a:solidFill>
            <a:prstDash val="solid"/>
          </a:ln>
        </p:spPr>
      </p:sp>
      <p:sp>
        <p:nvSpPr>
          <p:cNvPr id="22" name="Shape 11"/>
          <p:cNvSpPr/>
          <p:nvPr/>
        </p:nvSpPr>
        <p:spPr>
          <a:xfrm>
            <a:off x="3657600" y="5230368"/>
            <a:ext cx="777240" cy="274320"/>
          </a:xfrm>
          <a:prstGeom prst="roundRect">
            <a:avLst>
              <a:gd name="adj" fmla="val 20000"/>
            </a:avLst>
          </a:prstGeom>
          <a:solidFill>
            <a:srgbClr val="4BF0A0"/>
          </a:solidFill>
          <a:ln w="12700">
            <a:solidFill>
              <a:srgbClr val="4BF0A0"/>
            </a:solidFill>
            <a:prstDash val="solid"/>
          </a:ln>
        </p:spPr>
      </p:sp>
      <p:sp>
        <p:nvSpPr>
          <p:cNvPr id="23" name="Shape 12"/>
          <p:cNvSpPr/>
          <p:nvPr/>
        </p:nvSpPr>
        <p:spPr>
          <a:xfrm>
            <a:off x="4572000" y="5230368"/>
            <a:ext cx="777240" cy="274320"/>
          </a:xfrm>
          <a:prstGeom prst="roundRect">
            <a:avLst>
              <a:gd name="adj" fmla="val 20000"/>
            </a:avLst>
          </a:prstGeom>
          <a:solidFill>
            <a:srgbClr val="1A2353"/>
          </a:solidFill>
          <a:ln w="12700">
            <a:solidFill>
              <a:srgbClr val="3A4370"/>
            </a:solidFill>
            <a:prstDash val="solid"/>
          </a:ln>
        </p:spPr>
      </p:sp>
      <p:sp>
        <p:nvSpPr>
          <p:cNvPr id="24" name="Text 13"/>
          <p:cNvSpPr txBox="1"/>
          <p:nvPr/>
        </p:nvSpPr>
        <p:spPr>
          <a:xfrm>
            <a:off x="5577840" y="5193792"/>
            <a:ext cx="2743200" cy="347472"/>
          </a:xfrm>
          <a:prstGeom prst="rect">
            <a:avLst/>
          </a:prstGeom>
          <a:noFill/>
          <a:ln/>
        </p:spPr>
        <p:txBody>
          <a:bodyPr wrap="square" lIns="0" tIns="0" rIns="0" bIns="0" rtlCol="0" anchor="ctr"/>
          <a:lstStyle/>
          <a:p>
            <a:pPr indent="0" marL="0">
              <a:buNone/>
            </a:pPr>
            <a:r>
              <a:rPr lang="en-US" sz="1200" dirty="0">
                <a:solidFill>
                  <a:srgbClr val="4BF0A0"/>
                </a:solidFill>
                <a:latin typeface="Courier New" pitchFamily="34" charset="0"/>
                <a:ea typeface="Courier New" pitchFamily="34" charset="-122"/>
                <a:cs typeface="Courier New" pitchFamily="34" charset="-120"/>
              </a:rPr>
              <a:t>2 of 3 cleared</a:t>
            </a:r>
            <a:endParaRPr lang="en-US" sz="1200" dirty="0"/>
          </a:p>
        </p:txBody>
      </p:sp>
      <p:sp>
        <p:nvSpPr>
          <p:cNvPr id="25" name="Link - CONTINUE">
            <a:hlinkClick r:id="rId13"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4" name="snd_correct.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2DE2E6"/>
                </a:solidFill>
                <a:latin typeface="Courier New" pitchFamily="34" charset="0"/>
                <a:ea typeface="Courier New" pitchFamily="34" charset="-122"/>
                <a:cs typeface="Courier New" pitchFamily="34" charset="-120"/>
              </a:rPr>
              <a:t>&gt; SECTOR 01 // SCIENCE LAB</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_empty.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B. MYTH</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It's a myth! Lightning can strike the same place again and again, especially tall buildings, towers, and trees. Some skyscrapers are hit by lightning many times every year.</a:t>
            </a:r>
            <a:endParaRPr lang="en-US" sz="1800" dirty="0"/>
          </a:p>
        </p:txBody>
      </p:sp>
      <p:sp>
        <p:nvSpPr>
          <p:cNvPr id="20" name="Text 9"/>
          <p:cNvSpPr txBox="1"/>
          <p:nvPr/>
        </p:nvSpPr>
        <p:spPr>
          <a:xfrm>
            <a:off x="2743200" y="4846320"/>
            <a:ext cx="3657600" cy="274320"/>
          </a:xfrm>
          <a:prstGeom prst="rect">
            <a:avLst/>
          </a:prstGeom>
          <a:noFill/>
          <a:ln/>
        </p:spPr>
        <p:txBody>
          <a:bodyPr wrap="square" lIns="0" tIns="0" rIns="0" bIns="0" rtlCol="0" anchor="t"/>
          <a:lstStyle/>
          <a:p>
            <a:pPr indent="0" marL="0">
              <a:buNone/>
            </a:pPr>
            <a:r>
              <a:rPr lang="en-US" sz="1100" b="1" dirty="0">
                <a:solidFill>
                  <a:srgbClr val="9AA6D9"/>
                </a:solidFill>
                <a:latin typeface="Courier New" pitchFamily="34" charset="0"/>
                <a:ea typeface="Courier New" pitchFamily="34" charset="-122"/>
                <a:cs typeface="Courier New" pitchFamily="34" charset="-120"/>
              </a:rPr>
              <a:t>SECTOR PROGRESS</a:t>
            </a:r>
            <a:endParaRPr lang="en-US" sz="1100" dirty="0"/>
          </a:p>
        </p:txBody>
      </p:sp>
      <p:sp>
        <p:nvSpPr>
          <p:cNvPr id="21" name="Shape 10"/>
          <p:cNvSpPr/>
          <p:nvPr/>
        </p:nvSpPr>
        <p:spPr>
          <a:xfrm>
            <a:off x="2743200" y="5230368"/>
            <a:ext cx="777240" cy="274320"/>
          </a:xfrm>
          <a:prstGeom prst="roundRect">
            <a:avLst>
              <a:gd name="adj" fmla="val 20000"/>
            </a:avLst>
          </a:prstGeom>
          <a:solidFill>
            <a:srgbClr val="4BF0A0"/>
          </a:solidFill>
          <a:ln w="12700">
            <a:solidFill>
              <a:srgbClr val="4BF0A0"/>
            </a:solidFill>
            <a:prstDash val="solid"/>
          </a:ln>
        </p:spPr>
      </p:sp>
      <p:sp>
        <p:nvSpPr>
          <p:cNvPr id="22" name="Shape 11"/>
          <p:cNvSpPr/>
          <p:nvPr/>
        </p:nvSpPr>
        <p:spPr>
          <a:xfrm>
            <a:off x="3657600" y="5230368"/>
            <a:ext cx="777240" cy="274320"/>
          </a:xfrm>
          <a:prstGeom prst="roundRect">
            <a:avLst>
              <a:gd name="adj" fmla="val 20000"/>
            </a:avLst>
          </a:prstGeom>
          <a:solidFill>
            <a:srgbClr val="4BF0A0"/>
          </a:solidFill>
          <a:ln w="12700">
            <a:solidFill>
              <a:srgbClr val="4BF0A0"/>
            </a:solidFill>
            <a:prstDash val="solid"/>
          </a:ln>
        </p:spPr>
      </p:sp>
      <p:sp>
        <p:nvSpPr>
          <p:cNvPr id="23" name="Shape 12"/>
          <p:cNvSpPr/>
          <p:nvPr/>
        </p:nvSpPr>
        <p:spPr>
          <a:xfrm>
            <a:off x="4572000" y="5230368"/>
            <a:ext cx="777240" cy="274320"/>
          </a:xfrm>
          <a:prstGeom prst="roundRect">
            <a:avLst>
              <a:gd name="adj" fmla="val 20000"/>
            </a:avLst>
          </a:prstGeom>
          <a:solidFill>
            <a:srgbClr val="1A2353"/>
          </a:solidFill>
          <a:ln w="12700">
            <a:solidFill>
              <a:srgbClr val="3A4370"/>
            </a:solidFill>
            <a:prstDash val="solid"/>
          </a:ln>
        </p:spPr>
      </p:sp>
      <p:sp>
        <p:nvSpPr>
          <p:cNvPr id="24" name="Text 13"/>
          <p:cNvSpPr txBox="1"/>
          <p:nvPr/>
        </p:nvSpPr>
        <p:spPr>
          <a:xfrm>
            <a:off x="5577840" y="5193792"/>
            <a:ext cx="2743200" cy="347472"/>
          </a:xfrm>
          <a:prstGeom prst="rect">
            <a:avLst/>
          </a:prstGeom>
          <a:noFill/>
          <a:ln/>
        </p:spPr>
        <p:txBody>
          <a:bodyPr wrap="square" lIns="0" tIns="0" rIns="0" bIns="0" rtlCol="0" anchor="ctr"/>
          <a:lstStyle/>
          <a:p>
            <a:pPr indent="0" marL="0">
              <a:buNone/>
            </a:pPr>
            <a:r>
              <a:rPr lang="en-US" sz="1200" dirty="0">
                <a:solidFill>
                  <a:srgbClr val="4BF0A0"/>
                </a:solidFill>
                <a:latin typeface="Courier New" pitchFamily="34" charset="0"/>
                <a:ea typeface="Courier New" pitchFamily="34" charset="-122"/>
                <a:cs typeface="Courier New" pitchFamily="34" charset="-120"/>
              </a:rPr>
              <a:t>2 of 3 cleared</a:t>
            </a:r>
            <a:endParaRPr lang="en-US" sz="1200" dirty="0"/>
          </a:p>
        </p:txBody>
      </p:sp>
      <p:sp>
        <p:nvSpPr>
          <p:cNvPr id="25" name="Link - CONTINUE">
            <a:hlinkClick r:id="rId13"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4" name="snd_correct.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2DE2E6"/>
                </a:solidFill>
                <a:latin typeface="Courier New" pitchFamily="34" charset="0"/>
                <a:ea typeface="Courier New" pitchFamily="34" charset="-122"/>
                <a:cs typeface="Courier New" pitchFamily="34" charset="-120"/>
              </a:rPr>
              <a:t>&gt; SECTOR 01 // SCIENCE LAB</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_empty.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B. MYTH</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It's a myth! Lightning can strike the same place again and again, especially tall buildings, towers, and trees. Some skyscrapers are hit by lightning many times every year.</a:t>
            </a:r>
            <a:endParaRPr lang="en-US" sz="1800" dirty="0"/>
          </a:p>
        </p:txBody>
      </p:sp>
      <p:sp>
        <p:nvSpPr>
          <p:cNvPr id="20" name="Text 9"/>
          <p:cNvSpPr txBox="1"/>
          <p:nvPr/>
        </p:nvSpPr>
        <p:spPr>
          <a:xfrm>
            <a:off x="2743200" y="4846320"/>
            <a:ext cx="3657600" cy="274320"/>
          </a:xfrm>
          <a:prstGeom prst="rect">
            <a:avLst/>
          </a:prstGeom>
          <a:noFill/>
          <a:ln/>
        </p:spPr>
        <p:txBody>
          <a:bodyPr wrap="square" lIns="0" tIns="0" rIns="0" bIns="0" rtlCol="0" anchor="t"/>
          <a:lstStyle/>
          <a:p>
            <a:pPr indent="0" marL="0">
              <a:buNone/>
            </a:pPr>
            <a:r>
              <a:rPr lang="en-US" sz="1100" b="1" dirty="0">
                <a:solidFill>
                  <a:srgbClr val="9AA6D9"/>
                </a:solidFill>
                <a:latin typeface="Courier New" pitchFamily="34" charset="0"/>
                <a:ea typeface="Courier New" pitchFamily="34" charset="-122"/>
                <a:cs typeface="Courier New" pitchFamily="34" charset="-120"/>
              </a:rPr>
              <a:t>SECTOR PROGRESS</a:t>
            </a:r>
            <a:endParaRPr lang="en-US" sz="1100" dirty="0"/>
          </a:p>
        </p:txBody>
      </p:sp>
      <p:sp>
        <p:nvSpPr>
          <p:cNvPr id="21" name="Shape 10"/>
          <p:cNvSpPr/>
          <p:nvPr/>
        </p:nvSpPr>
        <p:spPr>
          <a:xfrm>
            <a:off x="2743200" y="5230368"/>
            <a:ext cx="777240" cy="274320"/>
          </a:xfrm>
          <a:prstGeom prst="roundRect">
            <a:avLst>
              <a:gd name="adj" fmla="val 20000"/>
            </a:avLst>
          </a:prstGeom>
          <a:solidFill>
            <a:srgbClr val="4BF0A0"/>
          </a:solidFill>
          <a:ln w="12700">
            <a:solidFill>
              <a:srgbClr val="4BF0A0"/>
            </a:solidFill>
            <a:prstDash val="solid"/>
          </a:ln>
        </p:spPr>
      </p:sp>
      <p:sp>
        <p:nvSpPr>
          <p:cNvPr id="22" name="Shape 11"/>
          <p:cNvSpPr/>
          <p:nvPr/>
        </p:nvSpPr>
        <p:spPr>
          <a:xfrm>
            <a:off x="3657600" y="5230368"/>
            <a:ext cx="777240" cy="274320"/>
          </a:xfrm>
          <a:prstGeom prst="roundRect">
            <a:avLst>
              <a:gd name="adj" fmla="val 20000"/>
            </a:avLst>
          </a:prstGeom>
          <a:solidFill>
            <a:srgbClr val="4BF0A0"/>
          </a:solidFill>
          <a:ln w="12700">
            <a:solidFill>
              <a:srgbClr val="4BF0A0"/>
            </a:solidFill>
            <a:prstDash val="solid"/>
          </a:ln>
        </p:spPr>
      </p:sp>
      <p:sp>
        <p:nvSpPr>
          <p:cNvPr id="23" name="Shape 12"/>
          <p:cNvSpPr/>
          <p:nvPr/>
        </p:nvSpPr>
        <p:spPr>
          <a:xfrm>
            <a:off x="4572000" y="5230368"/>
            <a:ext cx="777240" cy="274320"/>
          </a:xfrm>
          <a:prstGeom prst="roundRect">
            <a:avLst>
              <a:gd name="adj" fmla="val 20000"/>
            </a:avLst>
          </a:prstGeom>
          <a:solidFill>
            <a:srgbClr val="1A2353"/>
          </a:solidFill>
          <a:ln w="12700">
            <a:solidFill>
              <a:srgbClr val="3A4370"/>
            </a:solidFill>
            <a:prstDash val="solid"/>
          </a:ln>
        </p:spPr>
      </p:sp>
      <p:sp>
        <p:nvSpPr>
          <p:cNvPr id="24" name="Text 13"/>
          <p:cNvSpPr txBox="1"/>
          <p:nvPr/>
        </p:nvSpPr>
        <p:spPr>
          <a:xfrm>
            <a:off x="5577840" y="5193792"/>
            <a:ext cx="2743200" cy="347472"/>
          </a:xfrm>
          <a:prstGeom prst="rect">
            <a:avLst/>
          </a:prstGeom>
          <a:noFill/>
          <a:ln/>
        </p:spPr>
        <p:txBody>
          <a:bodyPr wrap="square" lIns="0" tIns="0" rIns="0" bIns="0" rtlCol="0" anchor="ctr"/>
          <a:lstStyle/>
          <a:p>
            <a:pPr indent="0" marL="0">
              <a:buNone/>
            </a:pPr>
            <a:r>
              <a:rPr lang="en-US" sz="1200" dirty="0">
                <a:solidFill>
                  <a:srgbClr val="4BF0A0"/>
                </a:solidFill>
                <a:latin typeface="Courier New" pitchFamily="34" charset="0"/>
                <a:ea typeface="Courier New" pitchFamily="34" charset="-122"/>
                <a:cs typeface="Courier New" pitchFamily="34" charset="-120"/>
              </a:rPr>
              <a:t>2 of 3 cleared</a:t>
            </a:r>
            <a:endParaRPr lang="en-US" sz="1200" dirty="0"/>
          </a:p>
        </p:txBody>
      </p:sp>
      <p:sp>
        <p:nvSpPr>
          <p:cNvPr id="25" name="Link - CONTINUE">
            <a:hlinkClick r:id="rId13"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4" name="snd_correct.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2DE2E6"/>
                </a:solidFill>
                <a:latin typeface="Courier New" pitchFamily="34" charset="0"/>
                <a:ea typeface="Courier New" pitchFamily="34" charset="-122"/>
                <a:cs typeface="Courier New" pitchFamily="34" charset="-120"/>
              </a:rPr>
              <a:t>&gt; SECTOR 01 // SCIENCE LAB</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_empty.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6"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ExclamationTriangle_F72585.png">    </p:cNvPr>
          <p:cNvPicPr>
            <a:picLocks noChangeAspect="1"/>
          </p:cNvPicPr>
          <p:nvPr/>
        </p:nvPicPr>
        <p:blipFill>
          <a:blip r:embed="rId8"/>
          <a:stretch>
            <a:fillRect/>
          </a:stretch>
        </p:blipFill>
        <p:spPr>
          <a:xfrm>
            <a:off x="457200" y="1005840"/>
            <a:ext cx="603504" cy="603504"/>
          </a:xfrm>
          <a:prstGeom prst="rect">
            <a:avLst/>
          </a:prstGeom>
        </p:spPr>
      </p:pic>
      <p:sp>
        <p:nvSpPr>
          <p:cNvPr id="14" name="Text 4"/>
          <p:cNvSpPr txBox="1"/>
          <p:nvPr/>
        </p:nvSpPr>
        <p:spPr>
          <a:xfrm>
            <a:off x="1234440" y="914400"/>
            <a:ext cx="7498080" cy="777240"/>
          </a:xfrm>
          <a:prstGeom prst="rect">
            <a:avLst/>
          </a:prstGeom>
          <a:noFill/>
          <a:ln/>
        </p:spPr>
        <p:txBody>
          <a:bodyPr wrap="square" lIns="0" tIns="0" rIns="0" bIns="0" rtlCol="0" anchor="ctr"/>
          <a:lstStyle/>
          <a:p>
            <a:pPr indent="0" marL="0">
              <a:buNone/>
            </a:pPr>
            <a:r>
              <a:rPr lang="en-US" sz="3400" dirty="0">
                <a:solidFill>
                  <a:srgbClr val="F72585"/>
                </a:solidFill>
                <a:latin typeface="Arial Black" pitchFamily="34" charset="0"/>
                <a:ea typeface="Arial Black" pitchFamily="34" charset="-122"/>
                <a:cs typeface="Arial Black" pitchFamily="34" charset="-120"/>
              </a:rPr>
              <a:t>GLITCH DETECTED!</a:t>
            </a:r>
            <a:endParaRPr lang="en-US" sz="3400" dirty="0"/>
          </a:p>
        </p:txBody>
      </p:sp>
      <p:sp>
        <p:nvSpPr>
          <p:cNvPr id="15" name="Text 5"/>
          <p:cNvSpPr txBox="1"/>
          <p:nvPr/>
        </p:nvSpPr>
        <p:spPr>
          <a:xfrm>
            <a:off x="457200" y="1719072"/>
            <a:ext cx="8138160" cy="457200"/>
          </a:xfrm>
          <a:prstGeom prst="rect">
            <a:avLst/>
          </a:prstGeom>
          <a:noFill/>
          <a:ln/>
        </p:spPr>
        <p:txBody>
          <a:bodyPr wrap="square" lIns="0" tIns="0" rIns="0" bIns="0" rtlCol="0" anchor="ctr"/>
          <a:lstStyle/>
          <a:p>
            <a:pPr indent="0" marL="0">
              <a:buNone/>
            </a:pPr>
            <a:r>
              <a:rPr lang="en-US" sz="1500" b="1" dirty="0">
                <a:solidFill>
                  <a:srgbClr val="FF8FC7"/>
                </a:solidFill>
                <a:latin typeface="Courier New" pitchFamily="34" charset="0"/>
                <a:ea typeface="Courier New" pitchFamily="34" charset="-122"/>
                <a:cs typeface="Courier New" pitchFamily="34" charset="-120"/>
              </a:rPr>
              <a:t>NULL: "Click, click, CRASH! I love wrong answers!"</a:t>
            </a:r>
            <a:endParaRPr lang="en-US" sz="1500" dirty="0"/>
          </a:p>
        </p:txBody>
      </p:sp>
      <p:sp>
        <p:nvSpPr>
          <p:cNvPr id="16" name="Shape 6"/>
          <p:cNvSpPr/>
          <p:nvPr/>
        </p:nvSpPr>
        <p:spPr>
          <a:xfrm>
            <a:off x="457200" y="2331720"/>
            <a:ext cx="8138160" cy="1188720"/>
          </a:xfrm>
          <a:prstGeom prst="roundRect">
            <a:avLst>
              <a:gd name="adj" fmla="val 9231"/>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7" name="Text 7"/>
          <p:cNvSpPr txBox="1"/>
          <p:nvPr/>
        </p:nvSpPr>
        <p:spPr>
          <a:xfrm>
            <a:off x="731520" y="2331720"/>
            <a:ext cx="2743200" cy="1188720"/>
          </a:xfrm>
          <a:prstGeom prst="rect">
            <a:avLst/>
          </a:prstGeom>
          <a:noFill/>
          <a:ln/>
        </p:spPr>
        <p:txBody>
          <a:bodyPr wrap="square" lIns="0" tIns="0" rIns="0" bIns="0" rtlCol="0" anchor="ctr"/>
          <a:lstStyle/>
          <a:p>
            <a:pPr indent="0" marL="0">
              <a:buNone/>
            </a:pPr>
            <a:r>
              <a:rPr lang="en-US" sz="2400" dirty="0">
                <a:solidFill>
                  <a:srgbClr val="F72585"/>
                </a:solidFill>
                <a:latin typeface="Arial Black" pitchFamily="34" charset="0"/>
                <a:ea typeface="Arial Black" pitchFamily="34" charset="-122"/>
                <a:cs typeface="Arial Black" pitchFamily="34" charset="-120"/>
              </a:rPr>
              <a:t>-1 SHIELD</a:t>
            </a:r>
            <a:endParaRPr lang="en-US" sz="2400" dirty="0"/>
          </a:p>
        </p:txBody>
      </p:sp>
      <p:pic>
        <p:nvPicPr>
          <p:cNvPr id="18" name="Image 8" descr="/tmp/claude-0/-home-user-ashton212123/6ae88841-e158-5430-ba3a-d930461fce9f/scratchpad/build/assets/shield.png">    </p:cNvPr>
          <p:cNvPicPr>
            <a:picLocks noChangeAspect="1"/>
          </p:cNvPicPr>
          <p:nvPr/>
        </p:nvPicPr>
        <p:blipFill>
          <a:blip r:embed="rId9"/>
          <a:stretch>
            <a:fillRect/>
          </a:stretch>
        </p:blipFill>
        <p:spPr>
          <a:xfrm>
            <a:off x="3566160" y="2560320"/>
            <a:ext cx="731520" cy="731520"/>
          </a:xfrm>
          <a:prstGeom prst="rect">
            <a:avLst/>
          </a:prstGeom>
        </p:spPr>
      </p:pic>
      <p:pic>
        <p:nvPicPr>
          <p:cNvPr id="19" name="Image 9" descr="/tmp/claude-0/-home-user-ashton212123/6ae88841-e158-5430-ba3a-d930461fce9f/scratchpad/build/assets/shield.png">    </p:cNvPr>
          <p:cNvPicPr>
            <a:picLocks noChangeAspect="1"/>
          </p:cNvPicPr>
          <p:nvPr/>
        </p:nvPicPr>
        <p:blipFill>
          <a:blip r:embed="rId10"/>
          <a:stretch>
            <a:fillRect/>
          </a:stretch>
        </p:blipFill>
        <p:spPr>
          <a:xfrm>
            <a:off x="4434840" y="2560320"/>
            <a:ext cx="731520" cy="731520"/>
          </a:xfrm>
          <a:prstGeom prst="rect">
            <a:avLst/>
          </a:prstGeom>
        </p:spPr>
      </p:pic>
      <p:pic>
        <p:nvPicPr>
          <p:cNvPr id="20" name="Image 10" descr="/tmp/claude-0/-home-user-ashton212123/6ae88841-e158-5430-ba3a-d930461fce9f/scratchpad/build/assets/shield_empty.png">    </p:cNvPr>
          <p:cNvPicPr>
            <a:picLocks noChangeAspect="1"/>
          </p:cNvPicPr>
          <p:nvPr/>
        </p:nvPicPr>
        <p:blipFill>
          <a:blip r:embed="rId11"/>
          <a:stretch>
            <a:fillRect/>
          </a:stretch>
        </p:blipFill>
        <p:spPr>
          <a:xfrm>
            <a:off x="5303520" y="2560320"/>
            <a:ext cx="731520" cy="731520"/>
          </a:xfrm>
          <a:prstGeom prst="rect">
            <a:avLst/>
          </a:prstGeom>
        </p:spPr>
      </p:pic>
      <p:sp>
        <p:nvSpPr>
          <p:cNvPr id="21" name="Text 8"/>
          <p:cNvSpPr txBox="1"/>
          <p:nvPr/>
        </p:nvSpPr>
        <p:spPr>
          <a:xfrm>
            <a:off x="6263640" y="2331720"/>
            <a:ext cx="2103120" cy="1188720"/>
          </a:xfrm>
          <a:prstGeom prst="rect">
            <a:avLst/>
          </a:prstGeom>
          <a:noFill/>
          <a:ln/>
        </p:spPr>
        <p:txBody>
          <a:bodyPr wrap="square" lIns="0" tIns="0" rIns="0" bIns="0" rtlCol="0" anchor="ctr"/>
          <a:lstStyle/>
          <a:p>
            <a:pPr indent="0" marL="0">
              <a:buNone/>
            </a:pPr>
            <a:r>
              <a:rPr lang="en-US" sz="1800" b="1" dirty="0">
                <a:solidFill>
                  <a:srgbClr val="EAF2FF"/>
                </a:solidFill>
                <a:latin typeface="Courier New" pitchFamily="34" charset="0"/>
                <a:ea typeface="Courier New" pitchFamily="34" charset="-122"/>
                <a:cs typeface="Courier New" pitchFamily="34" charset="-120"/>
              </a:rPr>
              <a:t>2 LEFT</a:t>
            </a:r>
            <a:endParaRPr lang="en-US" sz="1800" dirty="0"/>
          </a:p>
        </p:txBody>
      </p:sp>
      <p:sp>
        <p:nvSpPr>
          <p:cNvPr id="22" name="Shape 9"/>
          <p:cNvSpPr/>
          <p:nvPr/>
        </p:nvSpPr>
        <p:spPr>
          <a:xfrm>
            <a:off x="457200" y="3749040"/>
            <a:ext cx="8138160" cy="1417320"/>
          </a:xfrm>
          <a:prstGeom prst="roundRect">
            <a:avLst>
              <a:gd name="adj" fmla="val 7742"/>
            </a:avLst>
          </a:prstGeom>
          <a:solidFill>
            <a:srgbClr val="121A3F">
              <a:alpha val="94000"/>
            </a:srgbClr>
          </a:solidFill>
          <a:ln w="19050">
            <a:solidFill>
              <a:srgbClr val="FFC233"/>
            </a:solidFill>
            <a:prstDash val="solid"/>
          </a:ln>
        </p:spPr>
      </p:sp>
      <p:pic>
        <p:nvPicPr>
          <p:cNvPr id="23" name="Image 11" descr="/tmp/claude-0/-home-user-ashton212123/6ae88841-e158-5430-ba3a-d930461fce9f/scratchpad/build/assets/icons/FaLightbulb_FFC233.png">    </p:cNvPr>
          <p:cNvPicPr>
            <a:picLocks noChangeAspect="1"/>
          </p:cNvPicPr>
          <p:nvPr/>
        </p:nvPicPr>
        <p:blipFill>
          <a:blip r:embed="rId12"/>
          <a:stretch>
            <a:fillRect/>
          </a:stretch>
        </p:blipFill>
        <p:spPr>
          <a:xfrm>
            <a:off x="731520" y="3931920"/>
            <a:ext cx="384048" cy="384048"/>
          </a:xfrm>
          <a:prstGeom prst="rect">
            <a:avLst/>
          </a:prstGeom>
        </p:spPr>
      </p:pic>
      <p:sp>
        <p:nvSpPr>
          <p:cNvPr id="24" name="Text 10"/>
          <p:cNvSpPr txBox="1"/>
          <p:nvPr/>
        </p:nvSpPr>
        <p:spPr>
          <a:xfrm>
            <a:off x="1234440" y="3931920"/>
            <a:ext cx="3657600" cy="384048"/>
          </a:xfrm>
          <a:prstGeom prst="rect">
            <a:avLst/>
          </a:prstGeom>
          <a:noFill/>
          <a:ln/>
        </p:spPr>
        <p:txBody>
          <a:bodyPr wrap="square" lIns="0" tIns="0" rIns="0" bIns="0" rtlCol="0" anchor="ctr"/>
          <a:lstStyle/>
          <a:p>
            <a:pPr indent="0" marL="0">
              <a:buNone/>
            </a:pPr>
            <a:r>
              <a:rPr lang="en-US" sz="1200" b="1" dirty="0">
                <a:solidFill>
                  <a:srgbClr val="FFC233"/>
                </a:solidFill>
                <a:latin typeface="Courier New" pitchFamily="34" charset="0"/>
                <a:ea typeface="Courier New" pitchFamily="34" charset="-122"/>
                <a:cs typeface="Courier New" pitchFamily="34" charset="-120"/>
              </a:rPr>
              <a:t>BYTE'S HINT</a:t>
            </a:r>
            <a:endParaRPr lang="en-US" sz="1200" dirty="0"/>
          </a:p>
        </p:txBody>
      </p:sp>
      <p:sp>
        <p:nvSpPr>
          <p:cNvPr id="25" name="Text 11"/>
          <p:cNvSpPr txBox="1"/>
          <p:nvPr/>
        </p:nvSpPr>
        <p:spPr>
          <a:xfrm>
            <a:off x="731520" y="4389120"/>
            <a:ext cx="7635240" cy="68580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Think about what happens to very tall buildings during big thunderstorms.</a:t>
            </a:r>
            <a:endParaRPr lang="en-US" sz="1800" dirty="0"/>
          </a:p>
        </p:txBody>
      </p:sp>
      <p:pic>
        <p:nvPicPr>
          <p:cNvPr id="26" name="Image 12" descr="/tmp/claude-0/-home-user-ashton212123/6ae88841-e158-5430-ba3a-d930461fce9f/scratchpad/build/assets/null_glitch.png">    </p:cNvPr>
          <p:cNvPicPr>
            <a:picLocks noChangeAspect="1"/>
          </p:cNvPicPr>
          <p:nvPr/>
        </p:nvPicPr>
        <p:blipFill>
          <a:blip r:embed="rId13"/>
          <a:stretch>
            <a:fillRect/>
          </a:stretch>
        </p:blipFill>
        <p:spPr>
          <a:xfrm>
            <a:off x="8915400" y="1554480"/>
            <a:ext cx="2834640" cy="2240280"/>
          </a:xfrm>
          <a:prstGeom prst="rect">
            <a:avLst/>
          </a:prstGeom>
        </p:spPr>
      </p:pic>
      <p:sp>
        <p:nvSpPr>
          <p:cNvPr id="27" name="Link - TRY AGAIN">
            <a:hlinkClick r:id="rId17" action="ppaction://hlinksldjump" highlightClick="1"/>
          </p:cNvPr>
          <p:cNvSpPr txBox="1"/>
          <p:nvPr/>
        </p:nvSpPr>
        <p:spPr>
          <a:xfrm>
            <a:off x="457200" y="5440680"/>
            <a:ext cx="3108960" cy="731520"/>
          </a:xfrm>
          <a:prstGeom prst="roundRect">
            <a:avLst>
              <a:gd name="adj" fmla="val 12500"/>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TRY AGAIN</a:t>
            </a:r>
            <a:endParaRPr lang="en-US" sz="1600" dirty="0"/>
          </a:p>
        </p:txBody>
      </p:sp>
      <p:sp>
        <p:nvSpPr>
          <p:cNvPr id="28" name="Text 13"/>
          <p:cNvSpPr txBox="1"/>
          <p:nvPr/>
        </p:nvSpPr>
        <p:spPr>
          <a:xfrm>
            <a:off x="3794760" y="5440680"/>
            <a:ext cx="4846320" cy="731520"/>
          </a:xfrm>
          <a:prstGeom prst="rect">
            <a:avLst/>
          </a:prstGeom>
          <a:noFill/>
          <a:ln/>
        </p:spPr>
        <p:txBody>
          <a:bodyPr wrap="square" lIns="0" tIns="0" rIns="0" bIns="0" rtlCol="0" anchor="ctr"/>
          <a:lstStyle/>
          <a:p>
            <a:pPr indent="0" marL="0">
              <a:buNone/>
            </a:pPr>
            <a:r>
              <a:rPr lang="en-US" sz="1200" dirty="0">
                <a:solidFill>
                  <a:srgbClr val="9AA6D9"/>
                </a:solidFill>
                <a:latin typeface="Courier New" pitchFamily="34" charset="0"/>
                <a:ea typeface="Courier New" pitchFamily="34" charset="-122"/>
                <a:cs typeface="Courier New" pitchFamily="34" charset="-120"/>
              </a:rPr>
              <a:t>Retry the same question with one less shield.</a:t>
            </a:r>
            <a:endParaRPr lang="en-US" sz="1200" dirty="0"/>
          </a:p>
        </p:txBody>
      </p:sp>
    </p:spTree>
  </p:cSld>
  <p:clrMapOvr>
    <a:masterClrMapping/>
  </p:clrMapOvr>
  <p:transition spd="med" advClick="0">
    <p:fade/>
    <p:sndAc>
      <p:stSnd>
        <p:snd r:embed="rId18" name="snd_wrong.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2DE2E6"/>
                </a:solidFill>
                <a:latin typeface="Courier New" pitchFamily="34" charset="0"/>
                <a:ea typeface="Courier New" pitchFamily="34" charset="-122"/>
                <a:cs typeface="Courier New" pitchFamily="34" charset="-120"/>
              </a:rPr>
              <a:t>&gt; SECTOR 01 // SCIENCE LAB</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_empty.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6"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ExclamationTriangle_F72585.png">    </p:cNvPr>
          <p:cNvPicPr>
            <a:picLocks noChangeAspect="1"/>
          </p:cNvPicPr>
          <p:nvPr/>
        </p:nvPicPr>
        <p:blipFill>
          <a:blip r:embed="rId8"/>
          <a:stretch>
            <a:fillRect/>
          </a:stretch>
        </p:blipFill>
        <p:spPr>
          <a:xfrm>
            <a:off x="457200" y="1005840"/>
            <a:ext cx="603504" cy="603504"/>
          </a:xfrm>
          <a:prstGeom prst="rect">
            <a:avLst/>
          </a:prstGeom>
        </p:spPr>
      </p:pic>
      <p:sp>
        <p:nvSpPr>
          <p:cNvPr id="14" name="Text 4"/>
          <p:cNvSpPr txBox="1"/>
          <p:nvPr/>
        </p:nvSpPr>
        <p:spPr>
          <a:xfrm>
            <a:off x="1234440" y="914400"/>
            <a:ext cx="7498080" cy="777240"/>
          </a:xfrm>
          <a:prstGeom prst="rect">
            <a:avLst/>
          </a:prstGeom>
          <a:noFill/>
          <a:ln/>
        </p:spPr>
        <p:txBody>
          <a:bodyPr wrap="square" lIns="0" tIns="0" rIns="0" bIns="0" rtlCol="0" anchor="ctr"/>
          <a:lstStyle/>
          <a:p>
            <a:pPr indent="0" marL="0">
              <a:buNone/>
            </a:pPr>
            <a:r>
              <a:rPr lang="en-US" sz="3400" dirty="0">
                <a:solidFill>
                  <a:srgbClr val="F72585"/>
                </a:solidFill>
                <a:latin typeface="Arial Black" pitchFamily="34" charset="0"/>
                <a:ea typeface="Arial Black" pitchFamily="34" charset="-122"/>
                <a:cs typeface="Arial Black" pitchFamily="34" charset="-120"/>
              </a:rPr>
              <a:t>GLITCH DETECTED!</a:t>
            </a:r>
            <a:endParaRPr lang="en-US" sz="3400" dirty="0"/>
          </a:p>
        </p:txBody>
      </p:sp>
      <p:sp>
        <p:nvSpPr>
          <p:cNvPr id="15" name="Text 5"/>
          <p:cNvSpPr txBox="1"/>
          <p:nvPr/>
        </p:nvSpPr>
        <p:spPr>
          <a:xfrm>
            <a:off x="457200" y="1719072"/>
            <a:ext cx="8138160" cy="457200"/>
          </a:xfrm>
          <a:prstGeom prst="rect">
            <a:avLst/>
          </a:prstGeom>
          <a:noFill/>
          <a:ln/>
        </p:spPr>
        <p:txBody>
          <a:bodyPr wrap="square" lIns="0" tIns="0" rIns="0" bIns="0" rtlCol="0" anchor="ctr"/>
          <a:lstStyle/>
          <a:p>
            <a:pPr indent="0" marL="0">
              <a:buNone/>
            </a:pPr>
            <a:r>
              <a:rPr lang="en-US" sz="1500" b="1" dirty="0">
                <a:solidFill>
                  <a:srgbClr val="FF8FC7"/>
                </a:solidFill>
                <a:latin typeface="Courier New" pitchFamily="34" charset="0"/>
                <a:ea typeface="Courier New" pitchFamily="34" charset="-122"/>
                <a:cs typeface="Courier New" pitchFamily="34" charset="-120"/>
              </a:rPr>
              <a:t>NULL: "Your shield just crashed. Want to try again?"</a:t>
            </a:r>
            <a:endParaRPr lang="en-US" sz="1500" dirty="0"/>
          </a:p>
        </p:txBody>
      </p:sp>
      <p:sp>
        <p:nvSpPr>
          <p:cNvPr id="16" name="Shape 6"/>
          <p:cNvSpPr/>
          <p:nvPr/>
        </p:nvSpPr>
        <p:spPr>
          <a:xfrm>
            <a:off x="457200" y="2331720"/>
            <a:ext cx="8138160" cy="1188720"/>
          </a:xfrm>
          <a:prstGeom prst="roundRect">
            <a:avLst>
              <a:gd name="adj" fmla="val 9231"/>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7" name="Text 7"/>
          <p:cNvSpPr txBox="1"/>
          <p:nvPr/>
        </p:nvSpPr>
        <p:spPr>
          <a:xfrm>
            <a:off x="731520" y="2331720"/>
            <a:ext cx="2743200" cy="1188720"/>
          </a:xfrm>
          <a:prstGeom prst="rect">
            <a:avLst/>
          </a:prstGeom>
          <a:noFill/>
          <a:ln/>
        </p:spPr>
        <p:txBody>
          <a:bodyPr wrap="square" lIns="0" tIns="0" rIns="0" bIns="0" rtlCol="0" anchor="ctr"/>
          <a:lstStyle/>
          <a:p>
            <a:pPr indent="0" marL="0">
              <a:buNone/>
            </a:pPr>
            <a:r>
              <a:rPr lang="en-US" sz="2400" dirty="0">
                <a:solidFill>
                  <a:srgbClr val="F72585"/>
                </a:solidFill>
                <a:latin typeface="Arial Black" pitchFamily="34" charset="0"/>
                <a:ea typeface="Arial Black" pitchFamily="34" charset="-122"/>
                <a:cs typeface="Arial Black" pitchFamily="34" charset="-120"/>
              </a:rPr>
              <a:t>-1 SHIELD</a:t>
            </a:r>
            <a:endParaRPr lang="en-US" sz="2400" dirty="0"/>
          </a:p>
        </p:txBody>
      </p:sp>
      <p:pic>
        <p:nvPicPr>
          <p:cNvPr id="18" name="Image 8" descr="/tmp/claude-0/-home-user-ashton212123/6ae88841-e158-5430-ba3a-d930461fce9f/scratchpad/build/assets/shield.png">    </p:cNvPr>
          <p:cNvPicPr>
            <a:picLocks noChangeAspect="1"/>
          </p:cNvPicPr>
          <p:nvPr/>
        </p:nvPicPr>
        <p:blipFill>
          <a:blip r:embed="rId9"/>
          <a:stretch>
            <a:fillRect/>
          </a:stretch>
        </p:blipFill>
        <p:spPr>
          <a:xfrm>
            <a:off x="3566160" y="2560320"/>
            <a:ext cx="731520" cy="731520"/>
          </a:xfrm>
          <a:prstGeom prst="rect">
            <a:avLst/>
          </a:prstGeom>
        </p:spPr>
      </p:pic>
      <p:pic>
        <p:nvPicPr>
          <p:cNvPr id="19" name="Image 9" descr="/tmp/claude-0/-home-user-ashton212123/6ae88841-e158-5430-ba3a-d930461fce9f/scratchpad/build/assets/shield_empty.png">    </p:cNvPr>
          <p:cNvPicPr>
            <a:picLocks noChangeAspect="1"/>
          </p:cNvPicPr>
          <p:nvPr/>
        </p:nvPicPr>
        <p:blipFill>
          <a:blip r:embed="rId10"/>
          <a:stretch>
            <a:fillRect/>
          </a:stretch>
        </p:blipFill>
        <p:spPr>
          <a:xfrm>
            <a:off x="4434840" y="2560320"/>
            <a:ext cx="731520" cy="731520"/>
          </a:xfrm>
          <a:prstGeom prst="rect">
            <a:avLst/>
          </a:prstGeom>
        </p:spPr>
      </p:pic>
      <p:pic>
        <p:nvPicPr>
          <p:cNvPr id="20" name="Image 10" descr="/tmp/claude-0/-home-user-ashton212123/6ae88841-e158-5430-ba3a-d930461fce9f/scratchpad/build/assets/shield_empty.png">    </p:cNvPr>
          <p:cNvPicPr>
            <a:picLocks noChangeAspect="1"/>
          </p:cNvPicPr>
          <p:nvPr/>
        </p:nvPicPr>
        <p:blipFill>
          <a:blip r:embed="rId11"/>
          <a:stretch>
            <a:fillRect/>
          </a:stretch>
        </p:blipFill>
        <p:spPr>
          <a:xfrm>
            <a:off x="5303520" y="2560320"/>
            <a:ext cx="731520" cy="731520"/>
          </a:xfrm>
          <a:prstGeom prst="rect">
            <a:avLst/>
          </a:prstGeom>
        </p:spPr>
      </p:pic>
      <p:sp>
        <p:nvSpPr>
          <p:cNvPr id="21" name="Text 8"/>
          <p:cNvSpPr txBox="1"/>
          <p:nvPr/>
        </p:nvSpPr>
        <p:spPr>
          <a:xfrm>
            <a:off x="6263640" y="2331720"/>
            <a:ext cx="2103120" cy="1188720"/>
          </a:xfrm>
          <a:prstGeom prst="rect">
            <a:avLst/>
          </a:prstGeom>
          <a:noFill/>
          <a:ln/>
        </p:spPr>
        <p:txBody>
          <a:bodyPr wrap="square" lIns="0" tIns="0" rIns="0" bIns="0" rtlCol="0" anchor="ctr"/>
          <a:lstStyle/>
          <a:p>
            <a:pPr indent="0" marL="0">
              <a:buNone/>
            </a:pPr>
            <a:r>
              <a:rPr lang="en-US" sz="1800" b="1" dirty="0">
                <a:solidFill>
                  <a:srgbClr val="F72585"/>
                </a:solidFill>
                <a:latin typeface="Courier New" pitchFamily="34" charset="0"/>
                <a:ea typeface="Courier New" pitchFamily="34" charset="-122"/>
                <a:cs typeface="Courier New" pitchFamily="34" charset="-120"/>
              </a:rPr>
              <a:t>1 LEFT</a:t>
            </a:r>
            <a:endParaRPr lang="en-US" sz="1800" dirty="0"/>
          </a:p>
        </p:txBody>
      </p:sp>
      <p:sp>
        <p:nvSpPr>
          <p:cNvPr id="22" name="Shape 9"/>
          <p:cNvSpPr/>
          <p:nvPr/>
        </p:nvSpPr>
        <p:spPr>
          <a:xfrm>
            <a:off x="457200" y="3749040"/>
            <a:ext cx="8138160" cy="1417320"/>
          </a:xfrm>
          <a:prstGeom prst="roundRect">
            <a:avLst>
              <a:gd name="adj" fmla="val 7742"/>
            </a:avLst>
          </a:prstGeom>
          <a:solidFill>
            <a:srgbClr val="121A3F">
              <a:alpha val="94000"/>
            </a:srgbClr>
          </a:solidFill>
          <a:ln w="19050">
            <a:solidFill>
              <a:srgbClr val="FFC233"/>
            </a:solidFill>
            <a:prstDash val="solid"/>
          </a:ln>
        </p:spPr>
      </p:sp>
      <p:pic>
        <p:nvPicPr>
          <p:cNvPr id="23" name="Image 11" descr="/tmp/claude-0/-home-user-ashton212123/6ae88841-e158-5430-ba3a-d930461fce9f/scratchpad/build/assets/icons/FaLightbulb_FFC233.png">    </p:cNvPr>
          <p:cNvPicPr>
            <a:picLocks noChangeAspect="1"/>
          </p:cNvPicPr>
          <p:nvPr/>
        </p:nvPicPr>
        <p:blipFill>
          <a:blip r:embed="rId12"/>
          <a:stretch>
            <a:fillRect/>
          </a:stretch>
        </p:blipFill>
        <p:spPr>
          <a:xfrm>
            <a:off x="731520" y="3931920"/>
            <a:ext cx="384048" cy="384048"/>
          </a:xfrm>
          <a:prstGeom prst="rect">
            <a:avLst/>
          </a:prstGeom>
        </p:spPr>
      </p:pic>
      <p:sp>
        <p:nvSpPr>
          <p:cNvPr id="24" name="Text 10"/>
          <p:cNvSpPr txBox="1"/>
          <p:nvPr/>
        </p:nvSpPr>
        <p:spPr>
          <a:xfrm>
            <a:off x="1234440" y="3931920"/>
            <a:ext cx="3657600" cy="384048"/>
          </a:xfrm>
          <a:prstGeom prst="rect">
            <a:avLst/>
          </a:prstGeom>
          <a:noFill/>
          <a:ln/>
        </p:spPr>
        <p:txBody>
          <a:bodyPr wrap="square" lIns="0" tIns="0" rIns="0" bIns="0" rtlCol="0" anchor="ctr"/>
          <a:lstStyle/>
          <a:p>
            <a:pPr indent="0" marL="0">
              <a:buNone/>
            </a:pPr>
            <a:r>
              <a:rPr lang="en-US" sz="1200" b="1" dirty="0">
                <a:solidFill>
                  <a:srgbClr val="FFC233"/>
                </a:solidFill>
                <a:latin typeface="Courier New" pitchFamily="34" charset="0"/>
                <a:ea typeface="Courier New" pitchFamily="34" charset="-122"/>
                <a:cs typeface="Courier New" pitchFamily="34" charset="-120"/>
              </a:rPr>
              <a:t>BYTE'S HINT</a:t>
            </a:r>
            <a:endParaRPr lang="en-US" sz="1200" dirty="0"/>
          </a:p>
        </p:txBody>
      </p:sp>
      <p:sp>
        <p:nvSpPr>
          <p:cNvPr id="25" name="Text 11"/>
          <p:cNvSpPr txBox="1"/>
          <p:nvPr/>
        </p:nvSpPr>
        <p:spPr>
          <a:xfrm>
            <a:off x="731520" y="4389120"/>
            <a:ext cx="7635240" cy="68580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Think about what happens to very tall buildings during big thunderstorms.</a:t>
            </a:r>
            <a:endParaRPr lang="en-US" sz="1800" dirty="0"/>
          </a:p>
        </p:txBody>
      </p:sp>
      <p:pic>
        <p:nvPicPr>
          <p:cNvPr id="26" name="Image 12" descr="/tmp/claude-0/-home-user-ashton212123/6ae88841-e158-5430-ba3a-d930461fce9f/scratchpad/build/assets/null_glitch.png">    </p:cNvPr>
          <p:cNvPicPr>
            <a:picLocks noChangeAspect="1"/>
          </p:cNvPicPr>
          <p:nvPr/>
        </p:nvPicPr>
        <p:blipFill>
          <a:blip r:embed="rId13"/>
          <a:stretch>
            <a:fillRect/>
          </a:stretch>
        </p:blipFill>
        <p:spPr>
          <a:xfrm>
            <a:off x="8915400" y="1554480"/>
            <a:ext cx="2834640" cy="2240280"/>
          </a:xfrm>
          <a:prstGeom prst="rect">
            <a:avLst/>
          </a:prstGeom>
        </p:spPr>
      </p:pic>
      <p:sp>
        <p:nvSpPr>
          <p:cNvPr id="27" name="Link - TRY AGAIN">
            <a:hlinkClick r:id="rId17" action="ppaction://hlinksldjump" highlightClick="1"/>
          </p:cNvPr>
          <p:cNvSpPr txBox="1"/>
          <p:nvPr/>
        </p:nvSpPr>
        <p:spPr>
          <a:xfrm>
            <a:off x="457200" y="5440680"/>
            <a:ext cx="3108960" cy="731520"/>
          </a:xfrm>
          <a:prstGeom prst="roundRect">
            <a:avLst>
              <a:gd name="adj" fmla="val 12500"/>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TRY AGAIN</a:t>
            </a:r>
            <a:endParaRPr lang="en-US" sz="1600" dirty="0"/>
          </a:p>
        </p:txBody>
      </p:sp>
      <p:sp>
        <p:nvSpPr>
          <p:cNvPr id="28" name="Text 13"/>
          <p:cNvSpPr txBox="1"/>
          <p:nvPr/>
        </p:nvSpPr>
        <p:spPr>
          <a:xfrm>
            <a:off x="3794760" y="5440680"/>
            <a:ext cx="4846320" cy="731520"/>
          </a:xfrm>
          <a:prstGeom prst="rect">
            <a:avLst/>
          </a:prstGeom>
          <a:noFill/>
          <a:ln/>
        </p:spPr>
        <p:txBody>
          <a:bodyPr wrap="square" lIns="0" tIns="0" rIns="0" bIns="0" rtlCol="0" anchor="ctr"/>
          <a:lstStyle/>
          <a:p>
            <a:pPr indent="0" marL="0">
              <a:buNone/>
            </a:pPr>
            <a:r>
              <a:rPr lang="en-US" sz="1200" b="1" dirty="0">
                <a:solidFill>
                  <a:srgbClr val="F72585"/>
                </a:solidFill>
                <a:latin typeface="Courier New" pitchFamily="34" charset="0"/>
                <a:ea typeface="Courier New" pitchFamily="34" charset="-122"/>
                <a:cs typeface="Courier New" pitchFamily="34" charset="-120"/>
              </a:rPr>
              <a:t>Careful! This is your LAST shield.</a:t>
            </a:r>
            <a:endParaRPr lang="en-US" sz="1200" dirty="0"/>
          </a:p>
        </p:txBody>
      </p:sp>
    </p:spTree>
  </p:cSld>
  <p:clrMapOvr>
    <a:masterClrMapping/>
  </p:clrMapOvr>
  <p:transition spd="med" advClick="0">
    <p:fade/>
    <p:sndAc>
      <p:stSnd>
        <p:snd r:embed="rId18" name="snd_wrong.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2DE2E6"/>
                </a:solidFill>
                <a:latin typeface="Courier New" pitchFamily="34" charset="0"/>
                <a:ea typeface="Courier New" pitchFamily="34" charset="-122"/>
                <a:cs typeface="Courier New" pitchFamily="34" charset="-120"/>
              </a:rPr>
              <a:t>&gt; SECTOR 01 // SCIENCE LAB</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_empty.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1"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3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2DE2E6"/>
            </a:solidFill>
            <a:prstDash val="solid"/>
          </a:ln>
          <a:effectLst>
            <a:outerShdw sx="100000" sy="100000" kx="0" ky="0" algn="bl" rotWithShape="0" blurRad="203200" dist="50800" dir="5400000">
              <a:srgbClr val="2DE2E6">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Plants make their own food using sunlight. Which gas do they take in from the air to do it?</a:t>
            </a:r>
            <a:endParaRPr lang="en-US" sz="2200" dirty="0"/>
          </a:p>
        </p:txBody>
      </p:sp>
      <p:sp>
        <p:nvSpPr>
          <p:cNvPr id="17" name="Link - Answer A">
            <a:hlinkClick r:id="rId12" action="ppaction://hlinksldjump" highlightClick="1"/>
          </p:cNvPr>
          <p:cNvSpPr txBox="1"/>
          <p:nvPr/>
        </p:nvSpPr>
        <p:spPr>
          <a:xfrm>
            <a:off x="457200" y="3474720"/>
            <a:ext cx="5486400" cy="1234440"/>
          </a:xfrm>
          <a:prstGeom prst="roundRect">
            <a:avLst>
              <a:gd name="adj" fmla="val 7407"/>
            </a:avLst>
          </a:prstGeom>
          <a:solidFill>
            <a:srgbClr val="1A2353"/>
          </a:solidFill>
          <a:ln w="22225">
            <a:solidFill>
              <a:srgbClr val="2DE2E6"/>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Oxygen</a:t>
            </a:r>
            <a:endParaRPr lang="en-US" sz="1800" dirty="0"/>
          </a:p>
        </p:txBody>
      </p:sp>
      <p:sp>
        <p:nvSpPr>
          <p:cNvPr id="18" name="Link - Answer A badge">
            <a:hlinkClick r:id="rId12" action="ppaction://hlinksldjump" highlightClick="1"/>
          </p:cNvPr>
          <p:cNvSpPr txBox="1"/>
          <p:nvPr/>
        </p:nvSpPr>
        <p:spPr>
          <a:xfrm>
            <a:off x="658368" y="3817620"/>
            <a:ext cx="548640" cy="548640"/>
          </a:xfrm>
          <a:prstGeom prst="ellipse">
            <a:avLst/>
          </a:prstGeom>
          <a:solidFill>
            <a:srgbClr val="2DE2E6"/>
          </a:solidFill>
          <a:ln w="12700">
            <a:solidFill>
              <a:srgbClr val="2DE2E6"/>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19" name="Link - Answer B">
            <a:hlinkClick r:id="rId12" action="ppaction://hlinksldjump" highlightClick="1"/>
          </p:cNvPr>
          <p:cNvSpPr txBox="1"/>
          <p:nvPr/>
        </p:nvSpPr>
        <p:spPr>
          <a:xfrm>
            <a:off x="6245352" y="3474720"/>
            <a:ext cx="5486400" cy="1234440"/>
          </a:xfrm>
          <a:prstGeom prst="roundRect">
            <a:avLst>
              <a:gd name="adj" fmla="val 7407"/>
            </a:avLst>
          </a:prstGeom>
          <a:solidFill>
            <a:srgbClr val="1A2353"/>
          </a:solidFill>
          <a:ln w="22225">
            <a:solidFill>
              <a:srgbClr val="2DE2E6"/>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Nitrogen</a:t>
            </a:r>
            <a:endParaRPr lang="en-US" sz="1800" dirty="0"/>
          </a:p>
        </p:txBody>
      </p:sp>
      <p:sp>
        <p:nvSpPr>
          <p:cNvPr id="20" name="Link - Answer B badge">
            <a:hlinkClick r:id="rId12" action="ppaction://hlinksldjump" highlightClick="1"/>
          </p:cNvPr>
          <p:cNvSpPr txBox="1"/>
          <p:nvPr/>
        </p:nvSpPr>
        <p:spPr>
          <a:xfrm>
            <a:off x="6446520" y="3817620"/>
            <a:ext cx="548640" cy="548640"/>
          </a:xfrm>
          <a:prstGeom prst="ellipse">
            <a:avLst/>
          </a:prstGeom>
          <a:solidFill>
            <a:srgbClr val="2DE2E6"/>
          </a:solidFill>
          <a:ln w="12700">
            <a:solidFill>
              <a:srgbClr val="2DE2E6"/>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
        <p:nvSpPr>
          <p:cNvPr id="21" name="Link - Answer C">
            <a:hlinkClick r:id="rId13" action="ppaction://hlinksldjump" highlightClick="1"/>
          </p:cNvPr>
          <p:cNvSpPr txBox="1"/>
          <p:nvPr/>
        </p:nvSpPr>
        <p:spPr>
          <a:xfrm>
            <a:off x="457200" y="4892040"/>
            <a:ext cx="5486400" cy="1234440"/>
          </a:xfrm>
          <a:prstGeom prst="roundRect">
            <a:avLst>
              <a:gd name="adj" fmla="val 7407"/>
            </a:avLst>
          </a:prstGeom>
          <a:solidFill>
            <a:srgbClr val="1A2353"/>
          </a:solidFill>
          <a:ln w="22225">
            <a:solidFill>
              <a:srgbClr val="2DE2E6"/>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Carbon dioxide</a:t>
            </a:r>
            <a:endParaRPr lang="en-US" sz="1800" dirty="0"/>
          </a:p>
        </p:txBody>
      </p:sp>
      <p:sp>
        <p:nvSpPr>
          <p:cNvPr id="22" name="Link - Answer C badge">
            <a:hlinkClick r:id="rId13" action="ppaction://hlinksldjump" highlightClick="1"/>
          </p:cNvPr>
          <p:cNvSpPr txBox="1"/>
          <p:nvPr/>
        </p:nvSpPr>
        <p:spPr>
          <a:xfrm>
            <a:off x="658368" y="5234940"/>
            <a:ext cx="548640" cy="548640"/>
          </a:xfrm>
          <a:prstGeom prst="ellipse">
            <a:avLst/>
          </a:prstGeom>
          <a:solidFill>
            <a:srgbClr val="2DE2E6"/>
          </a:solidFill>
          <a:ln w="12700">
            <a:solidFill>
              <a:srgbClr val="2DE2E6"/>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sp>
        <p:nvSpPr>
          <p:cNvPr id="23" name="Link - Answer D">
            <a:hlinkClick r:id="rId12" action="ppaction://hlinksldjump" highlightClick="1"/>
          </p:cNvPr>
          <p:cNvSpPr txBox="1"/>
          <p:nvPr/>
        </p:nvSpPr>
        <p:spPr>
          <a:xfrm>
            <a:off x="6245352" y="4892040"/>
            <a:ext cx="5486400" cy="1234440"/>
          </a:xfrm>
          <a:prstGeom prst="roundRect">
            <a:avLst>
              <a:gd name="adj" fmla="val 7407"/>
            </a:avLst>
          </a:prstGeom>
          <a:solidFill>
            <a:srgbClr val="1A2353"/>
          </a:solidFill>
          <a:ln w="22225">
            <a:solidFill>
              <a:srgbClr val="2DE2E6"/>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Helium</a:t>
            </a:r>
            <a:endParaRPr lang="en-US" sz="1800" dirty="0"/>
          </a:p>
        </p:txBody>
      </p:sp>
      <p:sp>
        <p:nvSpPr>
          <p:cNvPr id="24" name="Link - Answer D badge">
            <a:hlinkClick r:id="rId12" action="ppaction://hlinksldjump" highlightClick="1"/>
          </p:cNvPr>
          <p:cNvSpPr txBox="1"/>
          <p:nvPr/>
        </p:nvSpPr>
        <p:spPr>
          <a:xfrm>
            <a:off x="6446520" y="5234940"/>
            <a:ext cx="548640" cy="548640"/>
          </a:xfrm>
          <a:prstGeom prst="ellipse">
            <a:avLst/>
          </a:prstGeom>
          <a:solidFill>
            <a:srgbClr val="2DE2E6"/>
          </a:solidFill>
          <a:ln w="12700">
            <a:solidFill>
              <a:srgbClr val="2DE2E6"/>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spTree>
  </p:cSld>
  <p:clrMapOvr>
    <a:masterClrMapping/>
  </p:clrMapOvr>
  <p:transition spd="med" advClick="0">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2DE2E6"/>
                </a:solidFill>
                <a:latin typeface="Courier New" pitchFamily="34" charset="0"/>
                <a:ea typeface="Courier New" pitchFamily="34" charset="-122"/>
                <a:cs typeface="Courier New" pitchFamily="34" charset="-120"/>
              </a:rPr>
              <a:t>&gt; SECTOR 01 // SCIENCE LAB</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_empty.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1"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3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2DE2E6"/>
            </a:solidFill>
            <a:prstDash val="solid"/>
          </a:ln>
          <a:effectLst>
            <a:outerShdw sx="100000" sy="100000" kx="0" ky="0" algn="bl" rotWithShape="0" blurRad="203200" dist="50800" dir="5400000">
              <a:srgbClr val="2DE2E6">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Plants make their own food using sunlight. Which gas do they take in from the air to do it?</a:t>
            </a:r>
            <a:endParaRPr lang="en-US" sz="2200" dirty="0"/>
          </a:p>
        </p:txBody>
      </p:sp>
      <p:sp>
        <p:nvSpPr>
          <p:cNvPr id="17" name="Link - Answer A">
            <a:hlinkClick r:id="rId12" action="ppaction://hlinksldjump" highlightClick="1"/>
          </p:cNvPr>
          <p:cNvSpPr txBox="1"/>
          <p:nvPr/>
        </p:nvSpPr>
        <p:spPr>
          <a:xfrm>
            <a:off x="457200" y="3474720"/>
            <a:ext cx="5486400" cy="1234440"/>
          </a:xfrm>
          <a:prstGeom prst="roundRect">
            <a:avLst>
              <a:gd name="adj" fmla="val 7407"/>
            </a:avLst>
          </a:prstGeom>
          <a:solidFill>
            <a:srgbClr val="1A2353"/>
          </a:solidFill>
          <a:ln w="22225">
            <a:solidFill>
              <a:srgbClr val="2DE2E6"/>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Oxygen</a:t>
            </a:r>
            <a:endParaRPr lang="en-US" sz="1800" dirty="0"/>
          </a:p>
        </p:txBody>
      </p:sp>
      <p:sp>
        <p:nvSpPr>
          <p:cNvPr id="18" name="Link - Answer A badge">
            <a:hlinkClick r:id="rId12" action="ppaction://hlinksldjump" highlightClick="1"/>
          </p:cNvPr>
          <p:cNvSpPr txBox="1"/>
          <p:nvPr/>
        </p:nvSpPr>
        <p:spPr>
          <a:xfrm>
            <a:off x="658368" y="3817620"/>
            <a:ext cx="548640" cy="548640"/>
          </a:xfrm>
          <a:prstGeom prst="ellipse">
            <a:avLst/>
          </a:prstGeom>
          <a:solidFill>
            <a:srgbClr val="2DE2E6"/>
          </a:solidFill>
          <a:ln w="12700">
            <a:solidFill>
              <a:srgbClr val="2DE2E6"/>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19" name="Link - Answer B">
            <a:hlinkClick r:id="rId12" action="ppaction://hlinksldjump" highlightClick="1"/>
          </p:cNvPr>
          <p:cNvSpPr txBox="1"/>
          <p:nvPr/>
        </p:nvSpPr>
        <p:spPr>
          <a:xfrm>
            <a:off x="6245352" y="3474720"/>
            <a:ext cx="5486400" cy="1234440"/>
          </a:xfrm>
          <a:prstGeom prst="roundRect">
            <a:avLst>
              <a:gd name="adj" fmla="val 7407"/>
            </a:avLst>
          </a:prstGeom>
          <a:solidFill>
            <a:srgbClr val="1A2353"/>
          </a:solidFill>
          <a:ln w="22225">
            <a:solidFill>
              <a:srgbClr val="2DE2E6"/>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Nitrogen</a:t>
            </a:r>
            <a:endParaRPr lang="en-US" sz="1800" dirty="0"/>
          </a:p>
        </p:txBody>
      </p:sp>
      <p:sp>
        <p:nvSpPr>
          <p:cNvPr id="20" name="Link - Answer B badge">
            <a:hlinkClick r:id="rId12" action="ppaction://hlinksldjump" highlightClick="1"/>
          </p:cNvPr>
          <p:cNvSpPr txBox="1"/>
          <p:nvPr/>
        </p:nvSpPr>
        <p:spPr>
          <a:xfrm>
            <a:off x="6446520" y="3817620"/>
            <a:ext cx="548640" cy="548640"/>
          </a:xfrm>
          <a:prstGeom prst="ellipse">
            <a:avLst/>
          </a:prstGeom>
          <a:solidFill>
            <a:srgbClr val="2DE2E6"/>
          </a:solidFill>
          <a:ln w="12700">
            <a:solidFill>
              <a:srgbClr val="2DE2E6"/>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
        <p:nvSpPr>
          <p:cNvPr id="21" name="Link - Answer C">
            <a:hlinkClick r:id="rId13" action="ppaction://hlinksldjump" highlightClick="1"/>
          </p:cNvPr>
          <p:cNvSpPr txBox="1"/>
          <p:nvPr/>
        </p:nvSpPr>
        <p:spPr>
          <a:xfrm>
            <a:off x="457200" y="4892040"/>
            <a:ext cx="5486400" cy="1234440"/>
          </a:xfrm>
          <a:prstGeom prst="roundRect">
            <a:avLst>
              <a:gd name="adj" fmla="val 7407"/>
            </a:avLst>
          </a:prstGeom>
          <a:solidFill>
            <a:srgbClr val="1A2353"/>
          </a:solidFill>
          <a:ln w="22225">
            <a:solidFill>
              <a:srgbClr val="2DE2E6"/>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Carbon dioxide</a:t>
            </a:r>
            <a:endParaRPr lang="en-US" sz="1800" dirty="0"/>
          </a:p>
        </p:txBody>
      </p:sp>
      <p:sp>
        <p:nvSpPr>
          <p:cNvPr id="22" name="Link - Answer C badge">
            <a:hlinkClick r:id="rId13" action="ppaction://hlinksldjump" highlightClick="1"/>
          </p:cNvPr>
          <p:cNvSpPr txBox="1"/>
          <p:nvPr/>
        </p:nvSpPr>
        <p:spPr>
          <a:xfrm>
            <a:off x="658368" y="5234940"/>
            <a:ext cx="548640" cy="548640"/>
          </a:xfrm>
          <a:prstGeom prst="ellipse">
            <a:avLst/>
          </a:prstGeom>
          <a:solidFill>
            <a:srgbClr val="2DE2E6"/>
          </a:solidFill>
          <a:ln w="12700">
            <a:solidFill>
              <a:srgbClr val="2DE2E6"/>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sp>
        <p:nvSpPr>
          <p:cNvPr id="23" name="Link - Answer D">
            <a:hlinkClick r:id="rId12" action="ppaction://hlinksldjump" highlightClick="1"/>
          </p:cNvPr>
          <p:cNvSpPr txBox="1"/>
          <p:nvPr/>
        </p:nvSpPr>
        <p:spPr>
          <a:xfrm>
            <a:off x="6245352" y="4892040"/>
            <a:ext cx="5486400" cy="1234440"/>
          </a:xfrm>
          <a:prstGeom prst="roundRect">
            <a:avLst>
              <a:gd name="adj" fmla="val 7407"/>
            </a:avLst>
          </a:prstGeom>
          <a:solidFill>
            <a:srgbClr val="1A2353"/>
          </a:solidFill>
          <a:ln w="22225">
            <a:solidFill>
              <a:srgbClr val="2DE2E6"/>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Helium</a:t>
            </a:r>
            <a:endParaRPr lang="en-US" sz="1800" dirty="0"/>
          </a:p>
        </p:txBody>
      </p:sp>
      <p:sp>
        <p:nvSpPr>
          <p:cNvPr id="24" name="Link - Answer D badge">
            <a:hlinkClick r:id="rId12" action="ppaction://hlinksldjump" highlightClick="1"/>
          </p:cNvPr>
          <p:cNvSpPr txBox="1"/>
          <p:nvPr/>
        </p:nvSpPr>
        <p:spPr>
          <a:xfrm>
            <a:off x="6446520" y="5234940"/>
            <a:ext cx="548640" cy="548640"/>
          </a:xfrm>
          <a:prstGeom prst="ellipse">
            <a:avLst/>
          </a:prstGeom>
          <a:solidFill>
            <a:srgbClr val="2DE2E6"/>
          </a:solidFill>
          <a:ln w="12700">
            <a:solidFill>
              <a:srgbClr val="2DE2E6"/>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spTree>
  </p:cSld>
  <p:clrMapOvr>
    <a:masterClrMapping/>
  </p:clrMapOvr>
  <p:transition spd="med" advClick="0">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2DE2E6"/>
                </a:solidFill>
                <a:latin typeface="Courier New" pitchFamily="34" charset="0"/>
                <a:ea typeface="Courier New" pitchFamily="34" charset="-122"/>
                <a:cs typeface="Courier New" pitchFamily="34" charset="-120"/>
              </a:rPr>
              <a:t>&gt; SECTOR 01 // SCIENCE LAB</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_empty.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1"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3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2DE2E6"/>
            </a:solidFill>
            <a:prstDash val="solid"/>
          </a:ln>
          <a:effectLst>
            <a:outerShdw sx="100000" sy="100000" kx="0" ky="0" algn="bl" rotWithShape="0" blurRad="203200" dist="50800" dir="5400000">
              <a:srgbClr val="2DE2E6">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Plants make their own food using sunlight. Which gas do they take in from the air to do it?</a:t>
            </a:r>
            <a:endParaRPr lang="en-US" sz="2200" dirty="0"/>
          </a:p>
        </p:txBody>
      </p:sp>
      <p:sp>
        <p:nvSpPr>
          <p:cNvPr id="17" name="Link - Answer A">
            <a:hlinkClick r:id="rId12" action="ppaction://hlinksldjump" highlightClick="1"/>
          </p:cNvPr>
          <p:cNvSpPr txBox="1"/>
          <p:nvPr/>
        </p:nvSpPr>
        <p:spPr>
          <a:xfrm>
            <a:off x="457200" y="3474720"/>
            <a:ext cx="5486400" cy="1234440"/>
          </a:xfrm>
          <a:prstGeom prst="roundRect">
            <a:avLst>
              <a:gd name="adj" fmla="val 7407"/>
            </a:avLst>
          </a:prstGeom>
          <a:solidFill>
            <a:srgbClr val="1A2353"/>
          </a:solidFill>
          <a:ln w="22225">
            <a:solidFill>
              <a:srgbClr val="2DE2E6"/>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Oxygen</a:t>
            </a:r>
            <a:endParaRPr lang="en-US" sz="1800" dirty="0"/>
          </a:p>
        </p:txBody>
      </p:sp>
      <p:sp>
        <p:nvSpPr>
          <p:cNvPr id="18" name="Link - Answer A badge">
            <a:hlinkClick r:id="rId12" action="ppaction://hlinksldjump" highlightClick="1"/>
          </p:cNvPr>
          <p:cNvSpPr txBox="1"/>
          <p:nvPr/>
        </p:nvSpPr>
        <p:spPr>
          <a:xfrm>
            <a:off x="658368" y="3817620"/>
            <a:ext cx="548640" cy="548640"/>
          </a:xfrm>
          <a:prstGeom prst="ellipse">
            <a:avLst/>
          </a:prstGeom>
          <a:solidFill>
            <a:srgbClr val="2DE2E6"/>
          </a:solidFill>
          <a:ln w="12700">
            <a:solidFill>
              <a:srgbClr val="2DE2E6"/>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19" name="Link - Answer B">
            <a:hlinkClick r:id="rId12" action="ppaction://hlinksldjump" highlightClick="1"/>
          </p:cNvPr>
          <p:cNvSpPr txBox="1"/>
          <p:nvPr/>
        </p:nvSpPr>
        <p:spPr>
          <a:xfrm>
            <a:off x="6245352" y="3474720"/>
            <a:ext cx="5486400" cy="1234440"/>
          </a:xfrm>
          <a:prstGeom prst="roundRect">
            <a:avLst>
              <a:gd name="adj" fmla="val 7407"/>
            </a:avLst>
          </a:prstGeom>
          <a:solidFill>
            <a:srgbClr val="1A2353"/>
          </a:solidFill>
          <a:ln w="22225">
            <a:solidFill>
              <a:srgbClr val="2DE2E6"/>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Nitrogen</a:t>
            </a:r>
            <a:endParaRPr lang="en-US" sz="1800" dirty="0"/>
          </a:p>
        </p:txBody>
      </p:sp>
      <p:sp>
        <p:nvSpPr>
          <p:cNvPr id="20" name="Link - Answer B badge">
            <a:hlinkClick r:id="rId12" action="ppaction://hlinksldjump" highlightClick="1"/>
          </p:cNvPr>
          <p:cNvSpPr txBox="1"/>
          <p:nvPr/>
        </p:nvSpPr>
        <p:spPr>
          <a:xfrm>
            <a:off x="6446520" y="3817620"/>
            <a:ext cx="548640" cy="548640"/>
          </a:xfrm>
          <a:prstGeom prst="ellipse">
            <a:avLst/>
          </a:prstGeom>
          <a:solidFill>
            <a:srgbClr val="2DE2E6"/>
          </a:solidFill>
          <a:ln w="12700">
            <a:solidFill>
              <a:srgbClr val="2DE2E6"/>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
        <p:nvSpPr>
          <p:cNvPr id="21" name="Link - Answer C">
            <a:hlinkClick r:id="rId13" action="ppaction://hlinksldjump" highlightClick="1"/>
          </p:cNvPr>
          <p:cNvSpPr txBox="1"/>
          <p:nvPr/>
        </p:nvSpPr>
        <p:spPr>
          <a:xfrm>
            <a:off x="457200" y="4892040"/>
            <a:ext cx="5486400" cy="1234440"/>
          </a:xfrm>
          <a:prstGeom prst="roundRect">
            <a:avLst>
              <a:gd name="adj" fmla="val 7407"/>
            </a:avLst>
          </a:prstGeom>
          <a:solidFill>
            <a:srgbClr val="1A2353"/>
          </a:solidFill>
          <a:ln w="22225">
            <a:solidFill>
              <a:srgbClr val="2DE2E6"/>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Carbon dioxide</a:t>
            </a:r>
            <a:endParaRPr lang="en-US" sz="1800" dirty="0"/>
          </a:p>
        </p:txBody>
      </p:sp>
      <p:sp>
        <p:nvSpPr>
          <p:cNvPr id="22" name="Link - Answer C badge">
            <a:hlinkClick r:id="rId13" action="ppaction://hlinksldjump" highlightClick="1"/>
          </p:cNvPr>
          <p:cNvSpPr txBox="1"/>
          <p:nvPr/>
        </p:nvSpPr>
        <p:spPr>
          <a:xfrm>
            <a:off x="658368" y="5234940"/>
            <a:ext cx="548640" cy="548640"/>
          </a:xfrm>
          <a:prstGeom prst="ellipse">
            <a:avLst/>
          </a:prstGeom>
          <a:solidFill>
            <a:srgbClr val="2DE2E6"/>
          </a:solidFill>
          <a:ln w="12700">
            <a:solidFill>
              <a:srgbClr val="2DE2E6"/>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sp>
        <p:nvSpPr>
          <p:cNvPr id="23" name="Link - Answer D">
            <a:hlinkClick r:id="rId12" action="ppaction://hlinksldjump" highlightClick="1"/>
          </p:cNvPr>
          <p:cNvSpPr txBox="1"/>
          <p:nvPr/>
        </p:nvSpPr>
        <p:spPr>
          <a:xfrm>
            <a:off x="6245352" y="4892040"/>
            <a:ext cx="5486400" cy="1234440"/>
          </a:xfrm>
          <a:prstGeom prst="roundRect">
            <a:avLst>
              <a:gd name="adj" fmla="val 7407"/>
            </a:avLst>
          </a:prstGeom>
          <a:solidFill>
            <a:srgbClr val="1A2353"/>
          </a:solidFill>
          <a:ln w="22225">
            <a:solidFill>
              <a:srgbClr val="2DE2E6"/>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Helium</a:t>
            </a:r>
            <a:endParaRPr lang="en-US" sz="1800" dirty="0"/>
          </a:p>
        </p:txBody>
      </p:sp>
      <p:sp>
        <p:nvSpPr>
          <p:cNvPr id="24" name="Link - Answer D badge">
            <a:hlinkClick r:id="rId12" action="ppaction://hlinksldjump" highlightClick="1"/>
          </p:cNvPr>
          <p:cNvSpPr txBox="1"/>
          <p:nvPr/>
        </p:nvSpPr>
        <p:spPr>
          <a:xfrm>
            <a:off x="6446520" y="5234940"/>
            <a:ext cx="548640" cy="548640"/>
          </a:xfrm>
          <a:prstGeom prst="ellipse">
            <a:avLst/>
          </a:prstGeom>
          <a:solidFill>
            <a:srgbClr val="2DE2E6"/>
          </a:solidFill>
          <a:ln w="12700">
            <a:solidFill>
              <a:srgbClr val="2DE2E6"/>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spTree>
  </p:cSld>
  <p:clrMapOvr>
    <a:masterClrMapping/>
  </p:clrMapOvr>
  <p:transition spd="med" advClick="0">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2DE2E6"/>
                </a:solidFill>
                <a:latin typeface="Courier New" pitchFamily="34" charset="0"/>
                <a:ea typeface="Courier New" pitchFamily="34" charset="-122"/>
                <a:cs typeface="Courier New" pitchFamily="34" charset="-120"/>
              </a:rPr>
              <a:t>&gt; SECTOR 01 // SCIENCE LAB</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3"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C. Carbon dioxide</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In photosynthesis, plants use sunlight, water, and carbon dioxide to make sugar for food. They release oxygen, the gas we need to breathe.</a:t>
            </a:r>
            <a:endParaRPr lang="en-US" sz="1800" dirty="0"/>
          </a:p>
        </p:txBody>
      </p:sp>
      <p:sp>
        <p:nvSpPr>
          <p:cNvPr id="20" name="Shape 9"/>
          <p:cNvSpPr/>
          <p:nvPr/>
        </p:nvSpPr>
        <p:spPr>
          <a:xfrm>
            <a:off x="2743200" y="4709160"/>
            <a:ext cx="6035040" cy="1463040"/>
          </a:xfrm>
          <a:prstGeom prst="roundRect">
            <a:avLst>
              <a:gd name="adj" fmla="val 7500"/>
            </a:avLst>
          </a:prstGeom>
          <a:solidFill>
            <a:srgbClr val="121A3F">
              <a:alpha val="94000"/>
            </a:srgbClr>
          </a:solidFill>
          <a:ln w="25400">
            <a:solidFill>
              <a:srgbClr val="FFC233"/>
            </a:solidFill>
            <a:prstDash val="solid"/>
          </a:ln>
          <a:effectLst>
            <a:outerShdw sx="100000" sy="100000" kx="0" ky="0" algn="bl" rotWithShape="0" blurRad="203200" dist="50800" dir="5400000">
              <a:srgbClr val="FFC233">
                <a:alpha val="45000"/>
              </a:srgbClr>
            </a:outerShdw>
          </a:effectLst>
        </p:spPr>
      </p:sp>
      <p:pic>
        <p:nvPicPr>
          <p:cNvPr id="21" name="Image 9" descr="/tmp/claude-0/-home-user-ashton212123/6ae88841-e158-5430-ba3a-d930461fce9f/scratchpad/build/assets/chip.png">    </p:cNvPr>
          <p:cNvPicPr>
            <a:picLocks noChangeAspect="1"/>
          </p:cNvPicPr>
          <p:nvPr/>
        </p:nvPicPr>
        <p:blipFill>
          <a:blip r:embed="rId10"/>
          <a:stretch>
            <a:fillRect/>
          </a:stretch>
        </p:blipFill>
        <p:spPr>
          <a:xfrm>
            <a:off x="3017520" y="5010912"/>
            <a:ext cx="914400" cy="841248"/>
          </a:xfrm>
          <a:prstGeom prst="rect">
            <a:avLst/>
          </a:prstGeom>
        </p:spPr>
      </p:pic>
      <p:sp>
        <p:nvSpPr>
          <p:cNvPr id="22" name="Text 10"/>
          <p:cNvSpPr txBox="1"/>
          <p:nvPr/>
        </p:nvSpPr>
        <p:spPr>
          <a:xfrm>
            <a:off x="4114800" y="4864608"/>
            <a:ext cx="3200400" cy="548640"/>
          </a:xfrm>
          <a:prstGeom prst="rect">
            <a:avLst/>
          </a:prstGeom>
          <a:noFill/>
          <a:ln/>
        </p:spPr>
        <p:txBody>
          <a:bodyPr wrap="square" lIns="0" tIns="0" rIns="0" bIns="0" rtlCol="0" anchor="ctr"/>
          <a:lstStyle/>
          <a:p>
            <a:pPr indent="0" marL="0">
              <a:buNone/>
            </a:pPr>
            <a:r>
              <a:rPr lang="en-US" sz="1400" dirty="0">
                <a:solidFill>
                  <a:srgbClr val="FFC233"/>
                </a:solidFill>
                <a:latin typeface="Arial Black" pitchFamily="34" charset="0"/>
                <a:ea typeface="Arial Black" pitchFamily="34" charset="-122"/>
                <a:cs typeface="Arial Black" pitchFamily="34" charset="-120"/>
              </a:rPr>
              <a:t>CODE FRAGMENT 1 OF 4 FOUND!</a:t>
            </a:r>
            <a:endParaRPr lang="en-US" sz="1400" dirty="0"/>
          </a:p>
        </p:txBody>
      </p:sp>
      <p:sp>
        <p:nvSpPr>
          <p:cNvPr id="23" name="Text 11"/>
          <p:cNvSpPr txBox="1"/>
          <p:nvPr/>
        </p:nvSpPr>
        <p:spPr>
          <a:xfrm>
            <a:off x="4114800" y="5413248"/>
            <a:ext cx="3108960" cy="640080"/>
          </a:xfrm>
          <a:prstGeom prst="rect">
            <a:avLst/>
          </a:prstGeom>
          <a:noFill/>
          <a:ln/>
        </p:spPr>
        <p:txBody>
          <a:bodyPr wrap="square" lIns="0" tIns="0" rIns="0" bIns="0" rtlCol="0" anchor="t"/>
          <a:lstStyle/>
          <a:p>
            <a:pPr indent="0" marL="0">
              <a:buNone/>
            </a:pPr>
            <a:r>
              <a:rPr lang="en-US" sz="1300" dirty="0">
                <a:solidFill>
                  <a:srgbClr val="9AA6D9"/>
                </a:solidFill>
                <a:latin typeface="Calibri" pitchFamily="34" charset="0"/>
                <a:ea typeface="Calibri" pitchFamily="34" charset="-122"/>
                <a:cs typeface="Calibri" pitchFamily="34" charset="-120"/>
              </a:rPr>
              <a:t>Write it down. You will need it at the ESC Gate!</a:t>
            </a:r>
            <a:endParaRPr lang="en-US" sz="1300" dirty="0"/>
          </a:p>
        </p:txBody>
      </p:sp>
      <p:sp>
        <p:nvSpPr>
          <p:cNvPr id="24" name="Text 12"/>
          <p:cNvSpPr txBox="1"/>
          <p:nvPr/>
        </p:nvSpPr>
        <p:spPr>
          <a:xfrm>
            <a:off x="7498080" y="4892040"/>
            <a:ext cx="1097280" cy="1097280"/>
          </a:xfrm>
          <a:prstGeom prst="roundRect">
            <a:avLst>
              <a:gd name="adj" fmla="val 8333"/>
            </a:avLst>
          </a:prstGeom>
          <a:solidFill>
            <a:srgbClr val="0A0F24"/>
          </a:solidFill>
          <a:ln w="25400">
            <a:solidFill>
              <a:srgbClr val="FFC233"/>
            </a:solidFill>
          </a:ln>
        </p:spPr>
        <p:txBody>
          <a:bodyPr wrap="square" lIns="0" tIns="0" rIns="0" bIns="0" rtlCol="0" anchor="ctr"/>
          <a:lstStyle/>
          <a:p>
            <a:pPr algn="ctr" indent="0" marL="0">
              <a:buNone/>
            </a:pPr>
            <a:r>
              <a:rPr lang="en-US" sz="5400" b="1" dirty="0">
                <a:solidFill>
                  <a:srgbClr val="FFC233"/>
                </a:solidFill>
                <a:latin typeface="Courier New" pitchFamily="34" charset="0"/>
                <a:ea typeface="Courier New" pitchFamily="34" charset="-122"/>
                <a:cs typeface="Courier New" pitchFamily="34" charset="-120"/>
              </a:rPr>
              <a:t>3</a:t>
            </a:r>
            <a:endParaRPr lang="en-US" sz="5400" dirty="0"/>
          </a:p>
        </p:txBody>
      </p:sp>
      <p:sp>
        <p:nvSpPr>
          <p:cNvPr id="25" name="Link - CONTINUE">
            <a:hlinkClick r:id="rId14"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5" name="snd_correct.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2DE2E6"/>
                </a:solidFill>
                <a:latin typeface="Courier New" pitchFamily="34" charset="0"/>
                <a:ea typeface="Courier New" pitchFamily="34" charset="-122"/>
                <a:cs typeface="Courier New" pitchFamily="34" charset="-120"/>
              </a:rPr>
              <a:t>&gt; SECTOR 01 // SCIENCE LAB</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3"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C. Carbon dioxide</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In photosynthesis, plants use sunlight, water, and carbon dioxide to make sugar for food. They release oxygen, the gas we need to breathe.</a:t>
            </a:r>
            <a:endParaRPr lang="en-US" sz="1800" dirty="0"/>
          </a:p>
        </p:txBody>
      </p:sp>
      <p:sp>
        <p:nvSpPr>
          <p:cNvPr id="20" name="Shape 9"/>
          <p:cNvSpPr/>
          <p:nvPr/>
        </p:nvSpPr>
        <p:spPr>
          <a:xfrm>
            <a:off x="2743200" y="4709160"/>
            <a:ext cx="6035040" cy="1463040"/>
          </a:xfrm>
          <a:prstGeom prst="roundRect">
            <a:avLst>
              <a:gd name="adj" fmla="val 7500"/>
            </a:avLst>
          </a:prstGeom>
          <a:solidFill>
            <a:srgbClr val="121A3F">
              <a:alpha val="94000"/>
            </a:srgbClr>
          </a:solidFill>
          <a:ln w="25400">
            <a:solidFill>
              <a:srgbClr val="FFC233"/>
            </a:solidFill>
            <a:prstDash val="solid"/>
          </a:ln>
          <a:effectLst>
            <a:outerShdw sx="100000" sy="100000" kx="0" ky="0" algn="bl" rotWithShape="0" blurRad="203200" dist="50800" dir="5400000">
              <a:srgbClr val="FFC233">
                <a:alpha val="45000"/>
              </a:srgbClr>
            </a:outerShdw>
          </a:effectLst>
        </p:spPr>
      </p:sp>
      <p:pic>
        <p:nvPicPr>
          <p:cNvPr id="21" name="Image 9" descr="/tmp/claude-0/-home-user-ashton212123/6ae88841-e158-5430-ba3a-d930461fce9f/scratchpad/build/assets/chip.png">    </p:cNvPr>
          <p:cNvPicPr>
            <a:picLocks noChangeAspect="1"/>
          </p:cNvPicPr>
          <p:nvPr/>
        </p:nvPicPr>
        <p:blipFill>
          <a:blip r:embed="rId10"/>
          <a:stretch>
            <a:fillRect/>
          </a:stretch>
        </p:blipFill>
        <p:spPr>
          <a:xfrm>
            <a:off x="3017520" y="5010912"/>
            <a:ext cx="914400" cy="841248"/>
          </a:xfrm>
          <a:prstGeom prst="rect">
            <a:avLst/>
          </a:prstGeom>
        </p:spPr>
      </p:pic>
      <p:sp>
        <p:nvSpPr>
          <p:cNvPr id="22" name="Text 10"/>
          <p:cNvSpPr txBox="1"/>
          <p:nvPr/>
        </p:nvSpPr>
        <p:spPr>
          <a:xfrm>
            <a:off x="4114800" y="4864608"/>
            <a:ext cx="3200400" cy="548640"/>
          </a:xfrm>
          <a:prstGeom prst="rect">
            <a:avLst/>
          </a:prstGeom>
          <a:noFill/>
          <a:ln/>
        </p:spPr>
        <p:txBody>
          <a:bodyPr wrap="square" lIns="0" tIns="0" rIns="0" bIns="0" rtlCol="0" anchor="ctr"/>
          <a:lstStyle/>
          <a:p>
            <a:pPr indent="0" marL="0">
              <a:buNone/>
            </a:pPr>
            <a:r>
              <a:rPr lang="en-US" sz="1400" dirty="0">
                <a:solidFill>
                  <a:srgbClr val="FFC233"/>
                </a:solidFill>
                <a:latin typeface="Arial Black" pitchFamily="34" charset="0"/>
                <a:ea typeface="Arial Black" pitchFamily="34" charset="-122"/>
                <a:cs typeface="Arial Black" pitchFamily="34" charset="-120"/>
              </a:rPr>
              <a:t>CODE FRAGMENT 1 OF 4 FOUND!</a:t>
            </a:r>
            <a:endParaRPr lang="en-US" sz="1400" dirty="0"/>
          </a:p>
        </p:txBody>
      </p:sp>
      <p:sp>
        <p:nvSpPr>
          <p:cNvPr id="23" name="Text 11"/>
          <p:cNvSpPr txBox="1"/>
          <p:nvPr/>
        </p:nvSpPr>
        <p:spPr>
          <a:xfrm>
            <a:off x="4114800" y="5413248"/>
            <a:ext cx="3108960" cy="640080"/>
          </a:xfrm>
          <a:prstGeom prst="rect">
            <a:avLst/>
          </a:prstGeom>
          <a:noFill/>
          <a:ln/>
        </p:spPr>
        <p:txBody>
          <a:bodyPr wrap="square" lIns="0" tIns="0" rIns="0" bIns="0" rtlCol="0" anchor="t"/>
          <a:lstStyle/>
          <a:p>
            <a:pPr indent="0" marL="0">
              <a:buNone/>
            </a:pPr>
            <a:r>
              <a:rPr lang="en-US" sz="1300" dirty="0">
                <a:solidFill>
                  <a:srgbClr val="9AA6D9"/>
                </a:solidFill>
                <a:latin typeface="Calibri" pitchFamily="34" charset="0"/>
                <a:ea typeface="Calibri" pitchFamily="34" charset="-122"/>
                <a:cs typeface="Calibri" pitchFamily="34" charset="-120"/>
              </a:rPr>
              <a:t>Write it down. You will need it at the ESC Gate!</a:t>
            </a:r>
            <a:endParaRPr lang="en-US" sz="1300" dirty="0"/>
          </a:p>
        </p:txBody>
      </p:sp>
      <p:sp>
        <p:nvSpPr>
          <p:cNvPr id="24" name="Text 12"/>
          <p:cNvSpPr txBox="1"/>
          <p:nvPr/>
        </p:nvSpPr>
        <p:spPr>
          <a:xfrm>
            <a:off x="7498080" y="4892040"/>
            <a:ext cx="1097280" cy="1097280"/>
          </a:xfrm>
          <a:prstGeom prst="roundRect">
            <a:avLst>
              <a:gd name="adj" fmla="val 8333"/>
            </a:avLst>
          </a:prstGeom>
          <a:solidFill>
            <a:srgbClr val="0A0F24"/>
          </a:solidFill>
          <a:ln w="25400">
            <a:solidFill>
              <a:srgbClr val="FFC233"/>
            </a:solidFill>
          </a:ln>
        </p:spPr>
        <p:txBody>
          <a:bodyPr wrap="square" lIns="0" tIns="0" rIns="0" bIns="0" rtlCol="0" anchor="ctr"/>
          <a:lstStyle/>
          <a:p>
            <a:pPr algn="ctr" indent="0" marL="0">
              <a:buNone/>
            </a:pPr>
            <a:r>
              <a:rPr lang="en-US" sz="5400" b="1" dirty="0">
                <a:solidFill>
                  <a:srgbClr val="FFC233"/>
                </a:solidFill>
                <a:latin typeface="Courier New" pitchFamily="34" charset="0"/>
                <a:ea typeface="Courier New" pitchFamily="34" charset="-122"/>
                <a:cs typeface="Courier New" pitchFamily="34" charset="-120"/>
              </a:rPr>
              <a:t>3</a:t>
            </a:r>
            <a:endParaRPr lang="en-US" sz="5400" dirty="0"/>
          </a:p>
        </p:txBody>
      </p:sp>
      <p:sp>
        <p:nvSpPr>
          <p:cNvPr id="25" name="Link - CONTINUE">
            <a:hlinkClick r:id="rId14"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5" name="snd_correct.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2DE2E6"/>
                </a:solidFill>
                <a:latin typeface="Courier New" pitchFamily="34" charset="0"/>
                <a:ea typeface="Courier New" pitchFamily="34" charset="-122"/>
                <a:cs typeface="Courier New" pitchFamily="34" charset="-120"/>
              </a:rPr>
              <a:t>&gt; SECTOR 01 // SCIENCE LAB</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3"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C. Carbon dioxide</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In photosynthesis, plants use sunlight, water, and carbon dioxide to make sugar for food. They release oxygen, the gas we need to breathe.</a:t>
            </a:r>
            <a:endParaRPr lang="en-US" sz="1800" dirty="0"/>
          </a:p>
        </p:txBody>
      </p:sp>
      <p:sp>
        <p:nvSpPr>
          <p:cNvPr id="20" name="Shape 9"/>
          <p:cNvSpPr/>
          <p:nvPr/>
        </p:nvSpPr>
        <p:spPr>
          <a:xfrm>
            <a:off x="2743200" y="4709160"/>
            <a:ext cx="6035040" cy="1463040"/>
          </a:xfrm>
          <a:prstGeom prst="roundRect">
            <a:avLst>
              <a:gd name="adj" fmla="val 7500"/>
            </a:avLst>
          </a:prstGeom>
          <a:solidFill>
            <a:srgbClr val="121A3F">
              <a:alpha val="94000"/>
            </a:srgbClr>
          </a:solidFill>
          <a:ln w="25400">
            <a:solidFill>
              <a:srgbClr val="FFC233"/>
            </a:solidFill>
            <a:prstDash val="solid"/>
          </a:ln>
          <a:effectLst>
            <a:outerShdw sx="100000" sy="100000" kx="0" ky="0" algn="bl" rotWithShape="0" blurRad="203200" dist="50800" dir="5400000">
              <a:srgbClr val="FFC233">
                <a:alpha val="45000"/>
              </a:srgbClr>
            </a:outerShdw>
          </a:effectLst>
        </p:spPr>
      </p:sp>
      <p:pic>
        <p:nvPicPr>
          <p:cNvPr id="21" name="Image 9" descr="/tmp/claude-0/-home-user-ashton212123/6ae88841-e158-5430-ba3a-d930461fce9f/scratchpad/build/assets/chip.png">    </p:cNvPr>
          <p:cNvPicPr>
            <a:picLocks noChangeAspect="1"/>
          </p:cNvPicPr>
          <p:nvPr/>
        </p:nvPicPr>
        <p:blipFill>
          <a:blip r:embed="rId10"/>
          <a:stretch>
            <a:fillRect/>
          </a:stretch>
        </p:blipFill>
        <p:spPr>
          <a:xfrm>
            <a:off x="3017520" y="5010912"/>
            <a:ext cx="914400" cy="841248"/>
          </a:xfrm>
          <a:prstGeom prst="rect">
            <a:avLst/>
          </a:prstGeom>
        </p:spPr>
      </p:pic>
      <p:sp>
        <p:nvSpPr>
          <p:cNvPr id="22" name="Text 10"/>
          <p:cNvSpPr txBox="1"/>
          <p:nvPr/>
        </p:nvSpPr>
        <p:spPr>
          <a:xfrm>
            <a:off x="4114800" y="4864608"/>
            <a:ext cx="3200400" cy="548640"/>
          </a:xfrm>
          <a:prstGeom prst="rect">
            <a:avLst/>
          </a:prstGeom>
          <a:noFill/>
          <a:ln/>
        </p:spPr>
        <p:txBody>
          <a:bodyPr wrap="square" lIns="0" tIns="0" rIns="0" bIns="0" rtlCol="0" anchor="ctr"/>
          <a:lstStyle/>
          <a:p>
            <a:pPr indent="0" marL="0">
              <a:buNone/>
            </a:pPr>
            <a:r>
              <a:rPr lang="en-US" sz="1400" dirty="0">
                <a:solidFill>
                  <a:srgbClr val="FFC233"/>
                </a:solidFill>
                <a:latin typeface="Arial Black" pitchFamily="34" charset="0"/>
                <a:ea typeface="Arial Black" pitchFamily="34" charset="-122"/>
                <a:cs typeface="Arial Black" pitchFamily="34" charset="-120"/>
              </a:rPr>
              <a:t>CODE FRAGMENT 1 OF 4 FOUND!</a:t>
            </a:r>
            <a:endParaRPr lang="en-US" sz="1400" dirty="0"/>
          </a:p>
        </p:txBody>
      </p:sp>
      <p:sp>
        <p:nvSpPr>
          <p:cNvPr id="23" name="Text 11"/>
          <p:cNvSpPr txBox="1"/>
          <p:nvPr/>
        </p:nvSpPr>
        <p:spPr>
          <a:xfrm>
            <a:off x="4114800" y="5413248"/>
            <a:ext cx="3108960" cy="640080"/>
          </a:xfrm>
          <a:prstGeom prst="rect">
            <a:avLst/>
          </a:prstGeom>
          <a:noFill/>
          <a:ln/>
        </p:spPr>
        <p:txBody>
          <a:bodyPr wrap="square" lIns="0" tIns="0" rIns="0" bIns="0" rtlCol="0" anchor="t"/>
          <a:lstStyle/>
          <a:p>
            <a:pPr indent="0" marL="0">
              <a:buNone/>
            </a:pPr>
            <a:r>
              <a:rPr lang="en-US" sz="1300" dirty="0">
                <a:solidFill>
                  <a:srgbClr val="9AA6D9"/>
                </a:solidFill>
                <a:latin typeface="Calibri" pitchFamily="34" charset="0"/>
                <a:ea typeface="Calibri" pitchFamily="34" charset="-122"/>
                <a:cs typeface="Calibri" pitchFamily="34" charset="-120"/>
              </a:rPr>
              <a:t>Write it down. You will need it at the ESC Gate!</a:t>
            </a:r>
            <a:endParaRPr lang="en-US" sz="1300" dirty="0"/>
          </a:p>
        </p:txBody>
      </p:sp>
      <p:sp>
        <p:nvSpPr>
          <p:cNvPr id="24" name="Text 12"/>
          <p:cNvSpPr txBox="1"/>
          <p:nvPr/>
        </p:nvSpPr>
        <p:spPr>
          <a:xfrm>
            <a:off x="7498080" y="4892040"/>
            <a:ext cx="1097280" cy="1097280"/>
          </a:xfrm>
          <a:prstGeom prst="roundRect">
            <a:avLst>
              <a:gd name="adj" fmla="val 8333"/>
            </a:avLst>
          </a:prstGeom>
          <a:solidFill>
            <a:srgbClr val="0A0F24"/>
          </a:solidFill>
          <a:ln w="25400">
            <a:solidFill>
              <a:srgbClr val="FFC233"/>
            </a:solidFill>
          </a:ln>
        </p:spPr>
        <p:txBody>
          <a:bodyPr wrap="square" lIns="0" tIns="0" rIns="0" bIns="0" rtlCol="0" anchor="ctr"/>
          <a:lstStyle/>
          <a:p>
            <a:pPr algn="ctr" indent="0" marL="0">
              <a:buNone/>
            </a:pPr>
            <a:r>
              <a:rPr lang="en-US" sz="5400" b="1" dirty="0">
                <a:solidFill>
                  <a:srgbClr val="FFC233"/>
                </a:solidFill>
                <a:latin typeface="Courier New" pitchFamily="34" charset="0"/>
                <a:ea typeface="Courier New" pitchFamily="34" charset="-122"/>
                <a:cs typeface="Courier New" pitchFamily="34" charset="-120"/>
              </a:rPr>
              <a:t>3</a:t>
            </a:r>
            <a:endParaRPr lang="en-US" sz="5400" dirty="0"/>
          </a:p>
        </p:txBody>
      </p:sp>
      <p:sp>
        <p:nvSpPr>
          <p:cNvPr id="25" name="Link - CONTINUE">
            <a:hlinkClick r:id="rId14"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5" name="snd_correct.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2DE2E6"/>
                </a:solidFill>
                <a:latin typeface="Courier New" pitchFamily="34" charset="0"/>
                <a:ea typeface="Courier New" pitchFamily="34" charset="-122"/>
                <a:cs typeface="Courier New" pitchFamily="34" charset="-120"/>
              </a:rPr>
              <a:t>&gt; SECTOR 01 // SCIENCE LAB</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_empty.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6"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ExclamationTriangle_F72585.png">    </p:cNvPr>
          <p:cNvPicPr>
            <a:picLocks noChangeAspect="1"/>
          </p:cNvPicPr>
          <p:nvPr/>
        </p:nvPicPr>
        <p:blipFill>
          <a:blip r:embed="rId8"/>
          <a:stretch>
            <a:fillRect/>
          </a:stretch>
        </p:blipFill>
        <p:spPr>
          <a:xfrm>
            <a:off x="457200" y="1005840"/>
            <a:ext cx="603504" cy="603504"/>
          </a:xfrm>
          <a:prstGeom prst="rect">
            <a:avLst/>
          </a:prstGeom>
        </p:spPr>
      </p:pic>
      <p:sp>
        <p:nvSpPr>
          <p:cNvPr id="14" name="Text 4"/>
          <p:cNvSpPr txBox="1"/>
          <p:nvPr/>
        </p:nvSpPr>
        <p:spPr>
          <a:xfrm>
            <a:off x="1234440" y="914400"/>
            <a:ext cx="7498080" cy="777240"/>
          </a:xfrm>
          <a:prstGeom prst="rect">
            <a:avLst/>
          </a:prstGeom>
          <a:noFill/>
          <a:ln/>
        </p:spPr>
        <p:txBody>
          <a:bodyPr wrap="square" lIns="0" tIns="0" rIns="0" bIns="0" rtlCol="0" anchor="ctr"/>
          <a:lstStyle/>
          <a:p>
            <a:pPr indent="0" marL="0">
              <a:buNone/>
            </a:pPr>
            <a:r>
              <a:rPr lang="en-US" sz="3400" dirty="0">
                <a:solidFill>
                  <a:srgbClr val="F72585"/>
                </a:solidFill>
                <a:latin typeface="Arial Black" pitchFamily="34" charset="0"/>
                <a:ea typeface="Arial Black" pitchFamily="34" charset="-122"/>
                <a:cs typeface="Arial Black" pitchFamily="34" charset="-120"/>
              </a:rPr>
              <a:t>GLITCH DETECTED!</a:t>
            </a:r>
            <a:endParaRPr lang="en-US" sz="3400" dirty="0"/>
          </a:p>
        </p:txBody>
      </p:sp>
      <p:sp>
        <p:nvSpPr>
          <p:cNvPr id="15" name="Text 5"/>
          <p:cNvSpPr txBox="1"/>
          <p:nvPr/>
        </p:nvSpPr>
        <p:spPr>
          <a:xfrm>
            <a:off x="457200" y="1719072"/>
            <a:ext cx="8138160" cy="457200"/>
          </a:xfrm>
          <a:prstGeom prst="rect">
            <a:avLst/>
          </a:prstGeom>
          <a:noFill/>
          <a:ln/>
        </p:spPr>
        <p:txBody>
          <a:bodyPr wrap="square" lIns="0" tIns="0" rIns="0" bIns="0" rtlCol="0" anchor="ctr"/>
          <a:lstStyle/>
          <a:p>
            <a:pPr indent="0" marL="0">
              <a:buNone/>
            </a:pPr>
            <a:r>
              <a:rPr lang="en-US" sz="1500" b="1" dirty="0">
                <a:solidFill>
                  <a:srgbClr val="FF8FC7"/>
                </a:solidFill>
                <a:latin typeface="Courier New" pitchFamily="34" charset="0"/>
                <a:ea typeface="Courier New" pitchFamily="34" charset="-122"/>
                <a:cs typeface="Courier New" pitchFamily="34" charset="-120"/>
              </a:rPr>
              <a:t>NULL: "That shield is now MY shield. Hehehe!"</a:t>
            </a:r>
            <a:endParaRPr lang="en-US" sz="1500" dirty="0"/>
          </a:p>
        </p:txBody>
      </p:sp>
      <p:sp>
        <p:nvSpPr>
          <p:cNvPr id="16" name="Shape 6"/>
          <p:cNvSpPr/>
          <p:nvPr/>
        </p:nvSpPr>
        <p:spPr>
          <a:xfrm>
            <a:off x="457200" y="2331720"/>
            <a:ext cx="8138160" cy="1188720"/>
          </a:xfrm>
          <a:prstGeom prst="roundRect">
            <a:avLst>
              <a:gd name="adj" fmla="val 9231"/>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7" name="Text 7"/>
          <p:cNvSpPr txBox="1"/>
          <p:nvPr/>
        </p:nvSpPr>
        <p:spPr>
          <a:xfrm>
            <a:off x="731520" y="2331720"/>
            <a:ext cx="2743200" cy="1188720"/>
          </a:xfrm>
          <a:prstGeom prst="rect">
            <a:avLst/>
          </a:prstGeom>
          <a:noFill/>
          <a:ln/>
        </p:spPr>
        <p:txBody>
          <a:bodyPr wrap="square" lIns="0" tIns="0" rIns="0" bIns="0" rtlCol="0" anchor="ctr"/>
          <a:lstStyle/>
          <a:p>
            <a:pPr indent="0" marL="0">
              <a:buNone/>
            </a:pPr>
            <a:r>
              <a:rPr lang="en-US" sz="2400" dirty="0">
                <a:solidFill>
                  <a:srgbClr val="F72585"/>
                </a:solidFill>
                <a:latin typeface="Arial Black" pitchFamily="34" charset="0"/>
                <a:ea typeface="Arial Black" pitchFamily="34" charset="-122"/>
                <a:cs typeface="Arial Black" pitchFamily="34" charset="-120"/>
              </a:rPr>
              <a:t>-1 SHIELD</a:t>
            </a:r>
            <a:endParaRPr lang="en-US" sz="2400" dirty="0"/>
          </a:p>
        </p:txBody>
      </p:sp>
      <p:pic>
        <p:nvPicPr>
          <p:cNvPr id="18" name="Image 8" descr="/tmp/claude-0/-home-user-ashton212123/6ae88841-e158-5430-ba3a-d930461fce9f/scratchpad/build/assets/shield.png">    </p:cNvPr>
          <p:cNvPicPr>
            <a:picLocks noChangeAspect="1"/>
          </p:cNvPicPr>
          <p:nvPr/>
        </p:nvPicPr>
        <p:blipFill>
          <a:blip r:embed="rId9"/>
          <a:stretch>
            <a:fillRect/>
          </a:stretch>
        </p:blipFill>
        <p:spPr>
          <a:xfrm>
            <a:off x="3566160" y="2560320"/>
            <a:ext cx="731520" cy="731520"/>
          </a:xfrm>
          <a:prstGeom prst="rect">
            <a:avLst/>
          </a:prstGeom>
        </p:spPr>
      </p:pic>
      <p:pic>
        <p:nvPicPr>
          <p:cNvPr id="19" name="Image 9" descr="/tmp/claude-0/-home-user-ashton212123/6ae88841-e158-5430-ba3a-d930461fce9f/scratchpad/build/assets/shield.png">    </p:cNvPr>
          <p:cNvPicPr>
            <a:picLocks noChangeAspect="1"/>
          </p:cNvPicPr>
          <p:nvPr/>
        </p:nvPicPr>
        <p:blipFill>
          <a:blip r:embed="rId10"/>
          <a:stretch>
            <a:fillRect/>
          </a:stretch>
        </p:blipFill>
        <p:spPr>
          <a:xfrm>
            <a:off x="4434840" y="2560320"/>
            <a:ext cx="731520" cy="731520"/>
          </a:xfrm>
          <a:prstGeom prst="rect">
            <a:avLst/>
          </a:prstGeom>
        </p:spPr>
      </p:pic>
      <p:pic>
        <p:nvPicPr>
          <p:cNvPr id="20" name="Image 10" descr="/tmp/claude-0/-home-user-ashton212123/6ae88841-e158-5430-ba3a-d930461fce9f/scratchpad/build/assets/shield_empty.png">    </p:cNvPr>
          <p:cNvPicPr>
            <a:picLocks noChangeAspect="1"/>
          </p:cNvPicPr>
          <p:nvPr/>
        </p:nvPicPr>
        <p:blipFill>
          <a:blip r:embed="rId11"/>
          <a:stretch>
            <a:fillRect/>
          </a:stretch>
        </p:blipFill>
        <p:spPr>
          <a:xfrm>
            <a:off x="5303520" y="2560320"/>
            <a:ext cx="731520" cy="731520"/>
          </a:xfrm>
          <a:prstGeom prst="rect">
            <a:avLst/>
          </a:prstGeom>
        </p:spPr>
      </p:pic>
      <p:sp>
        <p:nvSpPr>
          <p:cNvPr id="21" name="Text 8"/>
          <p:cNvSpPr txBox="1"/>
          <p:nvPr/>
        </p:nvSpPr>
        <p:spPr>
          <a:xfrm>
            <a:off x="6263640" y="2331720"/>
            <a:ext cx="2103120" cy="1188720"/>
          </a:xfrm>
          <a:prstGeom prst="rect">
            <a:avLst/>
          </a:prstGeom>
          <a:noFill/>
          <a:ln/>
        </p:spPr>
        <p:txBody>
          <a:bodyPr wrap="square" lIns="0" tIns="0" rIns="0" bIns="0" rtlCol="0" anchor="ctr"/>
          <a:lstStyle/>
          <a:p>
            <a:pPr indent="0" marL="0">
              <a:buNone/>
            </a:pPr>
            <a:r>
              <a:rPr lang="en-US" sz="1800" b="1" dirty="0">
                <a:solidFill>
                  <a:srgbClr val="EAF2FF"/>
                </a:solidFill>
                <a:latin typeface="Courier New" pitchFamily="34" charset="0"/>
                <a:ea typeface="Courier New" pitchFamily="34" charset="-122"/>
                <a:cs typeface="Courier New" pitchFamily="34" charset="-120"/>
              </a:rPr>
              <a:t>2 LEFT</a:t>
            </a:r>
            <a:endParaRPr lang="en-US" sz="1800" dirty="0"/>
          </a:p>
        </p:txBody>
      </p:sp>
      <p:sp>
        <p:nvSpPr>
          <p:cNvPr id="22" name="Shape 9"/>
          <p:cNvSpPr/>
          <p:nvPr/>
        </p:nvSpPr>
        <p:spPr>
          <a:xfrm>
            <a:off x="457200" y="3749040"/>
            <a:ext cx="8138160" cy="1417320"/>
          </a:xfrm>
          <a:prstGeom prst="roundRect">
            <a:avLst>
              <a:gd name="adj" fmla="val 7742"/>
            </a:avLst>
          </a:prstGeom>
          <a:solidFill>
            <a:srgbClr val="121A3F">
              <a:alpha val="94000"/>
            </a:srgbClr>
          </a:solidFill>
          <a:ln w="19050">
            <a:solidFill>
              <a:srgbClr val="FFC233"/>
            </a:solidFill>
            <a:prstDash val="solid"/>
          </a:ln>
        </p:spPr>
      </p:sp>
      <p:pic>
        <p:nvPicPr>
          <p:cNvPr id="23" name="Image 11" descr="/tmp/claude-0/-home-user-ashton212123/6ae88841-e158-5430-ba3a-d930461fce9f/scratchpad/build/assets/icons/FaLightbulb_FFC233.png">    </p:cNvPr>
          <p:cNvPicPr>
            <a:picLocks noChangeAspect="1"/>
          </p:cNvPicPr>
          <p:nvPr/>
        </p:nvPicPr>
        <p:blipFill>
          <a:blip r:embed="rId12"/>
          <a:stretch>
            <a:fillRect/>
          </a:stretch>
        </p:blipFill>
        <p:spPr>
          <a:xfrm>
            <a:off x="731520" y="3931920"/>
            <a:ext cx="384048" cy="384048"/>
          </a:xfrm>
          <a:prstGeom prst="rect">
            <a:avLst/>
          </a:prstGeom>
        </p:spPr>
      </p:pic>
      <p:sp>
        <p:nvSpPr>
          <p:cNvPr id="24" name="Text 10"/>
          <p:cNvSpPr txBox="1"/>
          <p:nvPr/>
        </p:nvSpPr>
        <p:spPr>
          <a:xfrm>
            <a:off x="1234440" y="3931920"/>
            <a:ext cx="3657600" cy="384048"/>
          </a:xfrm>
          <a:prstGeom prst="rect">
            <a:avLst/>
          </a:prstGeom>
          <a:noFill/>
          <a:ln/>
        </p:spPr>
        <p:txBody>
          <a:bodyPr wrap="square" lIns="0" tIns="0" rIns="0" bIns="0" rtlCol="0" anchor="ctr"/>
          <a:lstStyle/>
          <a:p>
            <a:pPr indent="0" marL="0">
              <a:buNone/>
            </a:pPr>
            <a:r>
              <a:rPr lang="en-US" sz="1200" b="1" dirty="0">
                <a:solidFill>
                  <a:srgbClr val="FFC233"/>
                </a:solidFill>
                <a:latin typeface="Courier New" pitchFamily="34" charset="0"/>
                <a:ea typeface="Courier New" pitchFamily="34" charset="-122"/>
                <a:cs typeface="Courier New" pitchFamily="34" charset="-120"/>
              </a:rPr>
              <a:t>BYTE'S HINT</a:t>
            </a:r>
            <a:endParaRPr lang="en-US" sz="1200" dirty="0"/>
          </a:p>
        </p:txBody>
      </p:sp>
      <p:sp>
        <p:nvSpPr>
          <p:cNvPr id="25" name="Text 11"/>
          <p:cNvSpPr txBox="1"/>
          <p:nvPr/>
        </p:nvSpPr>
        <p:spPr>
          <a:xfrm>
            <a:off x="731520" y="4389120"/>
            <a:ext cx="7635240" cy="68580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It's the same gas that we breathe OUT.</a:t>
            </a:r>
            <a:endParaRPr lang="en-US" sz="1800" dirty="0"/>
          </a:p>
        </p:txBody>
      </p:sp>
      <p:pic>
        <p:nvPicPr>
          <p:cNvPr id="26" name="Image 12" descr="/tmp/claude-0/-home-user-ashton212123/6ae88841-e158-5430-ba3a-d930461fce9f/scratchpad/build/assets/null_glitch.png">    </p:cNvPr>
          <p:cNvPicPr>
            <a:picLocks noChangeAspect="1"/>
          </p:cNvPicPr>
          <p:nvPr/>
        </p:nvPicPr>
        <p:blipFill>
          <a:blip r:embed="rId13"/>
          <a:stretch>
            <a:fillRect/>
          </a:stretch>
        </p:blipFill>
        <p:spPr>
          <a:xfrm>
            <a:off x="8915400" y="1554480"/>
            <a:ext cx="2834640" cy="2240280"/>
          </a:xfrm>
          <a:prstGeom prst="rect">
            <a:avLst/>
          </a:prstGeom>
        </p:spPr>
      </p:pic>
      <p:sp>
        <p:nvSpPr>
          <p:cNvPr id="27" name="Link - TRY AGAIN">
            <a:hlinkClick r:id="rId17" action="ppaction://hlinksldjump" highlightClick="1"/>
          </p:cNvPr>
          <p:cNvSpPr txBox="1"/>
          <p:nvPr/>
        </p:nvSpPr>
        <p:spPr>
          <a:xfrm>
            <a:off x="457200" y="5440680"/>
            <a:ext cx="3108960" cy="731520"/>
          </a:xfrm>
          <a:prstGeom prst="roundRect">
            <a:avLst>
              <a:gd name="adj" fmla="val 12500"/>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TRY AGAIN</a:t>
            </a:r>
            <a:endParaRPr lang="en-US" sz="1600" dirty="0"/>
          </a:p>
        </p:txBody>
      </p:sp>
      <p:sp>
        <p:nvSpPr>
          <p:cNvPr id="28" name="Text 13"/>
          <p:cNvSpPr txBox="1"/>
          <p:nvPr/>
        </p:nvSpPr>
        <p:spPr>
          <a:xfrm>
            <a:off x="3794760" y="5440680"/>
            <a:ext cx="4846320" cy="731520"/>
          </a:xfrm>
          <a:prstGeom prst="rect">
            <a:avLst/>
          </a:prstGeom>
          <a:noFill/>
          <a:ln/>
        </p:spPr>
        <p:txBody>
          <a:bodyPr wrap="square" lIns="0" tIns="0" rIns="0" bIns="0" rtlCol="0" anchor="ctr"/>
          <a:lstStyle/>
          <a:p>
            <a:pPr indent="0" marL="0">
              <a:buNone/>
            </a:pPr>
            <a:r>
              <a:rPr lang="en-US" sz="1200" dirty="0">
                <a:solidFill>
                  <a:srgbClr val="9AA6D9"/>
                </a:solidFill>
                <a:latin typeface="Courier New" pitchFamily="34" charset="0"/>
                <a:ea typeface="Courier New" pitchFamily="34" charset="-122"/>
                <a:cs typeface="Courier New" pitchFamily="34" charset="-120"/>
              </a:rPr>
              <a:t>Retry the same question with one less shield.</a:t>
            </a:r>
            <a:endParaRPr lang="en-US" sz="1200" dirty="0"/>
          </a:p>
        </p:txBody>
      </p:sp>
    </p:spTree>
  </p:cSld>
  <p:clrMapOvr>
    <a:masterClrMapping/>
  </p:clrMapOvr>
  <p:transition spd="med" advClick="0">
    <p:fade/>
    <p:sndAc>
      <p:stSnd>
        <p:snd r:embed="rId18" name="snd_wrong.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2DE2E6"/>
                </a:solidFill>
                <a:latin typeface="Courier New" pitchFamily="34" charset="0"/>
                <a:ea typeface="Courier New" pitchFamily="34" charset="-122"/>
                <a:cs typeface="Courier New" pitchFamily="34" charset="-120"/>
              </a:rPr>
              <a:t>&gt; SECTOR 01 // SCIENCE LAB</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_empty.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6"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ExclamationTriangle_F72585.png">    </p:cNvPr>
          <p:cNvPicPr>
            <a:picLocks noChangeAspect="1"/>
          </p:cNvPicPr>
          <p:nvPr/>
        </p:nvPicPr>
        <p:blipFill>
          <a:blip r:embed="rId8"/>
          <a:stretch>
            <a:fillRect/>
          </a:stretch>
        </p:blipFill>
        <p:spPr>
          <a:xfrm>
            <a:off x="457200" y="1005840"/>
            <a:ext cx="603504" cy="603504"/>
          </a:xfrm>
          <a:prstGeom prst="rect">
            <a:avLst/>
          </a:prstGeom>
        </p:spPr>
      </p:pic>
      <p:sp>
        <p:nvSpPr>
          <p:cNvPr id="14" name="Text 4"/>
          <p:cNvSpPr txBox="1"/>
          <p:nvPr/>
        </p:nvSpPr>
        <p:spPr>
          <a:xfrm>
            <a:off x="1234440" y="914400"/>
            <a:ext cx="7498080" cy="777240"/>
          </a:xfrm>
          <a:prstGeom prst="rect">
            <a:avLst/>
          </a:prstGeom>
          <a:noFill/>
          <a:ln/>
        </p:spPr>
        <p:txBody>
          <a:bodyPr wrap="square" lIns="0" tIns="0" rIns="0" bIns="0" rtlCol="0" anchor="ctr"/>
          <a:lstStyle/>
          <a:p>
            <a:pPr indent="0" marL="0">
              <a:buNone/>
            </a:pPr>
            <a:r>
              <a:rPr lang="en-US" sz="3400" dirty="0">
                <a:solidFill>
                  <a:srgbClr val="F72585"/>
                </a:solidFill>
                <a:latin typeface="Arial Black" pitchFamily="34" charset="0"/>
                <a:ea typeface="Arial Black" pitchFamily="34" charset="-122"/>
                <a:cs typeface="Arial Black" pitchFamily="34" charset="-120"/>
              </a:rPr>
              <a:t>GLITCH DETECTED!</a:t>
            </a:r>
            <a:endParaRPr lang="en-US" sz="3400" dirty="0"/>
          </a:p>
        </p:txBody>
      </p:sp>
      <p:sp>
        <p:nvSpPr>
          <p:cNvPr id="15" name="Text 5"/>
          <p:cNvSpPr txBox="1"/>
          <p:nvPr/>
        </p:nvSpPr>
        <p:spPr>
          <a:xfrm>
            <a:off x="457200" y="1719072"/>
            <a:ext cx="8138160" cy="457200"/>
          </a:xfrm>
          <a:prstGeom prst="rect">
            <a:avLst/>
          </a:prstGeom>
          <a:noFill/>
          <a:ln/>
        </p:spPr>
        <p:txBody>
          <a:bodyPr wrap="square" lIns="0" tIns="0" rIns="0" bIns="0" rtlCol="0" anchor="ctr"/>
          <a:lstStyle/>
          <a:p>
            <a:pPr indent="0" marL="0">
              <a:buNone/>
            </a:pPr>
            <a:r>
              <a:rPr lang="en-US" sz="1500" b="1" dirty="0">
                <a:solidFill>
                  <a:srgbClr val="FF8FC7"/>
                </a:solidFill>
                <a:latin typeface="Courier New" pitchFamily="34" charset="0"/>
                <a:ea typeface="Courier New" pitchFamily="34" charset="-122"/>
                <a:cs typeface="Courier New" pitchFamily="34" charset="-120"/>
              </a:rPr>
              <a:t>NULL: "Click, click, CRASH! I love wrong answers!"</a:t>
            </a:r>
            <a:endParaRPr lang="en-US" sz="1500" dirty="0"/>
          </a:p>
        </p:txBody>
      </p:sp>
      <p:sp>
        <p:nvSpPr>
          <p:cNvPr id="16" name="Shape 6"/>
          <p:cNvSpPr/>
          <p:nvPr/>
        </p:nvSpPr>
        <p:spPr>
          <a:xfrm>
            <a:off x="457200" y="2331720"/>
            <a:ext cx="8138160" cy="1188720"/>
          </a:xfrm>
          <a:prstGeom prst="roundRect">
            <a:avLst>
              <a:gd name="adj" fmla="val 9231"/>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7" name="Text 7"/>
          <p:cNvSpPr txBox="1"/>
          <p:nvPr/>
        </p:nvSpPr>
        <p:spPr>
          <a:xfrm>
            <a:off x="731520" y="2331720"/>
            <a:ext cx="2743200" cy="1188720"/>
          </a:xfrm>
          <a:prstGeom prst="rect">
            <a:avLst/>
          </a:prstGeom>
          <a:noFill/>
          <a:ln/>
        </p:spPr>
        <p:txBody>
          <a:bodyPr wrap="square" lIns="0" tIns="0" rIns="0" bIns="0" rtlCol="0" anchor="ctr"/>
          <a:lstStyle/>
          <a:p>
            <a:pPr indent="0" marL="0">
              <a:buNone/>
            </a:pPr>
            <a:r>
              <a:rPr lang="en-US" sz="2400" dirty="0">
                <a:solidFill>
                  <a:srgbClr val="F72585"/>
                </a:solidFill>
                <a:latin typeface="Arial Black" pitchFamily="34" charset="0"/>
                <a:ea typeface="Arial Black" pitchFamily="34" charset="-122"/>
                <a:cs typeface="Arial Black" pitchFamily="34" charset="-120"/>
              </a:rPr>
              <a:t>-1 SHIELD</a:t>
            </a:r>
            <a:endParaRPr lang="en-US" sz="2400" dirty="0"/>
          </a:p>
        </p:txBody>
      </p:sp>
      <p:pic>
        <p:nvPicPr>
          <p:cNvPr id="18" name="Image 8" descr="/tmp/claude-0/-home-user-ashton212123/6ae88841-e158-5430-ba3a-d930461fce9f/scratchpad/build/assets/shield.png">    </p:cNvPr>
          <p:cNvPicPr>
            <a:picLocks noChangeAspect="1"/>
          </p:cNvPicPr>
          <p:nvPr/>
        </p:nvPicPr>
        <p:blipFill>
          <a:blip r:embed="rId9"/>
          <a:stretch>
            <a:fillRect/>
          </a:stretch>
        </p:blipFill>
        <p:spPr>
          <a:xfrm>
            <a:off x="3566160" y="2560320"/>
            <a:ext cx="731520" cy="731520"/>
          </a:xfrm>
          <a:prstGeom prst="rect">
            <a:avLst/>
          </a:prstGeom>
        </p:spPr>
      </p:pic>
      <p:pic>
        <p:nvPicPr>
          <p:cNvPr id="19" name="Image 9" descr="/tmp/claude-0/-home-user-ashton212123/6ae88841-e158-5430-ba3a-d930461fce9f/scratchpad/build/assets/shield_empty.png">    </p:cNvPr>
          <p:cNvPicPr>
            <a:picLocks noChangeAspect="1"/>
          </p:cNvPicPr>
          <p:nvPr/>
        </p:nvPicPr>
        <p:blipFill>
          <a:blip r:embed="rId10"/>
          <a:stretch>
            <a:fillRect/>
          </a:stretch>
        </p:blipFill>
        <p:spPr>
          <a:xfrm>
            <a:off x="4434840" y="2560320"/>
            <a:ext cx="731520" cy="731520"/>
          </a:xfrm>
          <a:prstGeom prst="rect">
            <a:avLst/>
          </a:prstGeom>
        </p:spPr>
      </p:pic>
      <p:pic>
        <p:nvPicPr>
          <p:cNvPr id="20" name="Image 10" descr="/tmp/claude-0/-home-user-ashton212123/6ae88841-e158-5430-ba3a-d930461fce9f/scratchpad/build/assets/shield_empty.png">    </p:cNvPr>
          <p:cNvPicPr>
            <a:picLocks noChangeAspect="1"/>
          </p:cNvPicPr>
          <p:nvPr/>
        </p:nvPicPr>
        <p:blipFill>
          <a:blip r:embed="rId11"/>
          <a:stretch>
            <a:fillRect/>
          </a:stretch>
        </p:blipFill>
        <p:spPr>
          <a:xfrm>
            <a:off x="5303520" y="2560320"/>
            <a:ext cx="731520" cy="731520"/>
          </a:xfrm>
          <a:prstGeom prst="rect">
            <a:avLst/>
          </a:prstGeom>
        </p:spPr>
      </p:pic>
      <p:sp>
        <p:nvSpPr>
          <p:cNvPr id="21" name="Text 8"/>
          <p:cNvSpPr txBox="1"/>
          <p:nvPr/>
        </p:nvSpPr>
        <p:spPr>
          <a:xfrm>
            <a:off x="6263640" y="2331720"/>
            <a:ext cx="2103120" cy="1188720"/>
          </a:xfrm>
          <a:prstGeom prst="rect">
            <a:avLst/>
          </a:prstGeom>
          <a:noFill/>
          <a:ln/>
        </p:spPr>
        <p:txBody>
          <a:bodyPr wrap="square" lIns="0" tIns="0" rIns="0" bIns="0" rtlCol="0" anchor="ctr"/>
          <a:lstStyle/>
          <a:p>
            <a:pPr indent="0" marL="0">
              <a:buNone/>
            </a:pPr>
            <a:r>
              <a:rPr lang="en-US" sz="1800" b="1" dirty="0">
                <a:solidFill>
                  <a:srgbClr val="F72585"/>
                </a:solidFill>
                <a:latin typeface="Courier New" pitchFamily="34" charset="0"/>
                <a:ea typeface="Courier New" pitchFamily="34" charset="-122"/>
                <a:cs typeface="Courier New" pitchFamily="34" charset="-120"/>
              </a:rPr>
              <a:t>1 LEFT</a:t>
            </a:r>
            <a:endParaRPr lang="en-US" sz="1800" dirty="0"/>
          </a:p>
        </p:txBody>
      </p:sp>
      <p:sp>
        <p:nvSpPr>
          <p:cNvPr id="22" name="Shape 9"/>
          <p:cNvSpPr/>
          <p:nvPr/>
        </p:nvSpPr>
        <p:spPr>
          <a:xfrm>
            <a:off x="457200" y="3749040"/>
            <a:ext cx="8138160" cy="1417320"/>
          </a:xfrm>
          <a:prstGeom prst="roundRect">
            <a:avLst>
              <a:gd name="adj" fmla="val 7742"/>
            </a:avLst>
          </a:prstGeom>
          <a:solidFill>
            <a:srgbClr val="121A3F">
              <a:alpha val="94000"/>
            </a:srgbClr>
          </a:solidFill>
          <a:ln w="19050">
            <a:solidFill>
              <a:srgbClr val="FFC233"/>
            </a:solidFill>
            <a:prstDash val="solid"/>
          </a:ln>
        </p:spPr>
      </p:sp>
      <p:pic>
        <p:nvPicPr>
          <p:cNvPr id="23" name="Image 11" descr="/tmp/claude-0/-home-user-ashton212123/6ae88841-e158-5430-ba3a-d930461fce9f/scratchpad/build/assets/icons/FaLightbulb_FFC233.png">    </p:cNvPr>
          <p:cNvPicPr>
            <a:picLocks noChangeAspect="1"/>
          </p:cNvPicPr>
          <p:nvPr/>
        </p:nvPicPr>
        <p:blipFill>
          <a:blip r:embed="rId12"/>
          <a:stretch>
            <a:fillRect/>
          </a:stretch>
        </p:blipFill>
        <p:spPr>
          <a:xfrm>
            <a:off x="731520" y="3931920"/>
            <a:ext cx="384048" cy="384048"/>
          </a:xfrm>
          <a:prstGeom prst="rect">
            <a:avLst/>
          </a:prstGeom>
        </p:spPr>
      </p:pic>
      <p:sp>
        <p:nvSpPr>
          <p:cNvPr id="24" name="Text 10"/>
          <p:cNvSpPr txBox="1"/>
          <p:nvPr/>
        </p:nvSpPr>
        <p:spPr>
          <a:xfrm>
            <a:off x="1234440" y="3931920"/>
            <a:ext cx="3657600" cy="384048"/>
          </a:xfrm>
          <a:prstGeom prst="rect">
            <a:avLst/>
          </a:prstGeom>
          <a:noFill/>
          <a:ln/>
        </p:spPr>
        <p:txBody>
          <a:bodyPr wrap="square" lIns="0" tIns="0" rIns="0" bIns="0" rtlCol="0" anchor="ctr"/>
          <a:lstStyle/>
          <a:p>
            <a:pPr indent="0" marL="0">
              <a:buNone/>
            </a:pPr>
            <a:r>
              <a:rPr lang="en-US" sz="1200" b="1" dirty="0">
                <a:solidFill>
                  <a:srgbClr val="FFC233"/>
                </a:solidFill>
                <a:latin typeface="Courier New" pitchFamily="34" charset="0"/>
                <a:ea typeface="Courier New" pitchFamily="34" charset="-122"/>
                <a:cs typeface="Courier New" pitchFamily="34" charset="-120"/>
              </a:rPr>
              <a:t>BYTE'S HINT</a:t>
            </a:r>
            <a:endParaRPr lang="en-US" sz="1200" dirty="0"/>
          </a:p>
        </p:txBody>
      </p:sp>
      <p:sp>
        <p:nvSpPr>
          <p:cNvPr id="25" name="Text 11"/>
          <p:cNvSpPr txBox="1"/>
          <p:nvPr/>
        </p:nvSpPr>
        <p:spPr>
          <a:xfrm>
            <a:off x="731520" y="4389120"/>
            <a:ext cx="7635240" cy="68580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It's the same gas that we breathe OUT.</a:t>
            </a:r>
            <a:endParaRPr lang="en-US" sz="1800" dirty="0"/>
          </a:p>
        </p:txBody>
      </p:sp>
      <p:pic>
        <p:nvPicPr>
          <p:cNvPr id="26" name="Image 12" descr="/tmp/claude-0/-home-user-ashton212123/6ae88841-e158-5430-ba3a-d930461fce9f/scratchpad/build/assets/null_glitch.png">    </p:cNvPr>
          <p:cNvPicPr>
            <a:picLocks noChangeAspect="1"/>
          </p:cNvPicPr>
          <p:nvPr/>
        </p:nvPicPr>
        <p:blipFill>
          <a:blip r:embed="rId13"/>
          <a:stretch>
            <a:fillRect/>
          </a:stretch>
        </p:blipFill>
        <p:spPr>
          <a:xfrm>
            <a:off x="8915400" y="1554480"/>
            <a:ext cx="2834640" cy="2240280"/>
          </a:xfrm>
          <a:prstGeom prst="rect">
            <a:avLst/>
          </a:prstGeom>
        </p:spPr>
      </p:pic>
      <p:sp>
        <p:nvSpPr>
          <p:cNvPr id="27" name="Link - TRY AGAIN">
            <a:hlinkClick r:id="rId17" action="ppaction://hlinksldjump" highlightClick="1"/>
          </p:cNvPr>
          <p:cNvSpPr txBox="1"/>
          <p:nvPr/>
        </p:nvSpPr>
        <p:spPr>
          <a:xfrm>
            <a:off x="457200" y="5440680"/>
            <a:ext cx="3108960" cy="731520"/>
          </a:xfrm>
          <a:prstGeom prst="roundRect">
            <a:avLst>
              <a:gd name="adj" fmla="val 12500"/>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TRY AGAIN</a:t>
            </a:r>
            <a:endParaRPr lang="en-US" sz="1600" dirty="0"/>
          </a:p>
        </p:txBody>
      </p:sp>
      <p:sp>
        <p:nvSpPr>
          <p:cNvPr id="28" name="Text 13"/>
          <p:cNvSpPr txBox="1"/>
          <p:nvPr/>
        </p:nvSpPr>
        <p:spPr>
          <a:xfrm>
            <a:off x="3794760" y="5440680"/>
            <a:ext cx="4846320" cy="731520"/>
          </a:xfrm>
          <a:prstGeom prst="rect">
            <a:avLst/>
          </a:prstGeom>
          <a:noFill/>
          <a:ln/>
        </p:spPr>
        <p:txBody>
          <a:bodyPr wrap="square" lIns="0" tIns="0" rIns="0" bIns="0" rtlCol="0" anchor="ctr"/>
          <a:lstStyle/>
          <a:p>
            <a:pPr indent="0" marL="0">
              <a:buNone/>
            </a:pPr>
            <a:r>
              <a:rPr lang="en-US" sz="1200" b="1" dirty="0">
                <a:solidFill>
                  <a:srgbClr val="F72585"/>
                </a:solidFill>
                <a:latin typeface="Courier New" pitchFamily="34" charset="0"/>
                <a:ea typeface="Courier New" pitchFamily="34" charset="-122"/>
                <a:cs typeface="Courier New" pitchFamily="34" charset="-120"/>
              </a:rPr>
              <a:t>Careful! This is your LAST shield.</a:t>
            </a:r>
            <a:endParaRPr lang="en-US" sz="1200" dirty="0"/>
          </a:p>
        </p:txBody>
      </p:sp>
    </p:spTree>
  </p:cSld>
  <p:clrMapOvr>
    <a:masterClrMapping/>
  </p:clrMapOvr>
  <p:transition spd="med" advClick="0">
    <p:fade/>
    <p:sndAc>
      <p:stSnd>
        <p:snd r:embed="rId18" name="snd_wrong.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F7A45"/>
                </a:solidFill>
                <a:latin typeface="Courier New" pitchFamily="34" charset="0"/>
                <a:ea typeface="Courier New" pitchFamily="34" charset="-122"/>
                <a:cs typeface="Courier New" pitchFamily="34" charset="-120"/>
              </a:rPr>
              <a:t>&gt; ENTERING SECTOR 02</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7"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Shape 4"/>
          <p:cNvSpPr/>
          <p:nvPr/>
        </p:nvSpPr>
        <p:spPr>
          <a:xfrm>
            <a:off x="548640" y="1097280"/>
            <a:ext cx="1828800" cy="1828800"/>
          </a:xfrm>
          <a:prstGeom prst="ellipse">
            <a:avLst/>
          </a:prstGeom>
          <a:solidFill>
            <a:srgbClr val="1A2353"/>
          </a:solidFill>
          <a:ln w="38100">
            <a:solidFill>
              <a:srgbClr val="FF7A45"/>
            </a:solidFill>
            <a:prstDash val="solid"/>
          </a:ln>
          <a:effectLst>
            <a:outerShdw sx="100000" sy="100000" kx="0" ky="0" algn="bl" rotWithShape="0" blurRad="152400" dist="50800" dir="5400000">
              <a:srgbClr val="FF7A45">
                <a:alpha val="45000"/>
              </a:srgbClr>
            </a:outerShdw>
          </a:effectLst>
        </p:spPr>
      </p:sp>
      <p:pic>
        <p:nvPicPr>
          <p:cNvPr id="14" name="Image 7" descr="/tmp/claude-0/-home-user-ashton212123/6ae88841-e158-5430-ba3a-d930461fce9f/scratchpad/build/assets/icons/FaHourglassHalf_FF7A45.png">    </p:cNvPr>
          <p:cNvPicPr>
            <a:picLocks noChangeAspect="1"/>
          </p:cNvPicPr>
          <p:nvPr/>
        </p:nvPicPr>
        <p:blipFill>
          <a:blip r:embed="rId8"/>
          <a:stretch>
            <a:fillRect/>
          </a:stretch>
        </p:blipFill>
        <p:spPr>
          <a:xfrm>
            <a:off x="950976" y="1499616"/>
            <a:ext cx="1024128" cy="1024128"/>
          </a:xfrm>
          <a:prstGeom prst="rect">
            <a:avLst/>
          </a:prstGeom>
        </p:spPr>
      </p:pic>
      <p:sp>
        <p:nvSpPr>
          <p:cNvPr id="15" name="Text 5"/>
          <p:cNvSpPr txBox="1"/>
          <p:nvPr/>
        </p:nvSpPr>
        <p:spPr>
          <a:xfrm>
            <a:off x="2743200" y="1115568"/>
            <a:ext cx="5486400" cy="365760"/>
          </a:xfrm>
          <a:prstGeom prst="rect">
            <a:avLst/>
          </a:prstGeom>
          <a:noFill/>
          <a:ln/>
        </p:spPr>
        <p:txBody>
          <a:bodyPr wrap="square" lIns="0" tIns="0" rIns="0" bIns="0" rtlCol="0" anchor="t"/>
          <a:lstStyle/>
          <a:p>
            <a:pPr indent="0" marL="0">
              <a:buNone/>
            </a:pPr>
            <a:r>
              <a:rPr lang="en-US" sz="1600" b="1" dirty="0">
                <a:solidFill>
                  <a:srgbClr val="FF7A45"/>
                </a:solidFill>
                <a:latin typeface="Courier New" pitchFamily="34" charset="0"/>
                <a:ea typeface="Courier New" pitchFamily="34" charset="-122"/>
                <a:cs typeface="Courier New" pitchFamily="34" charset="-120"/>
              </a:rPr>
              <a:t>SECTOR 02</a:t>
            </a:r>
            <a:endParaRPr lang="en-US" sz="1600" dirty="0"/>
          </a:p>
        </p:txBody>
      </p:sp>
      <p:sp>
        <p:nvSpPr>
          <p:cNvPr id="16" name="Text 6"/>
          <p:cNvSpPr txBox="1"/>
          <p:nvPr/>
        </p:nvSpPr>
        <p:spPr>
          <a:xfrm>
            <a:off x="2743200" y="1463040"/>
            <a:ext cx="8988552" cy="777240"/>
          </a:xfrm>
          <a:prstGeom prst="rect">
            <a:avLst/>
          </a:prstGeom>
          <a:noFill/>
          <a:ln/>
        </p:spPr>
        <p:txBody>
          <a:bodyPr wrap="square" lIns="0" tIns="0" rIns="0" bIns="0" rtlCol="0" anchor="t"/>
          <a:lstStyle/>
          <a:p>
            <a:pPr indent="0" marL="0">
              <a:buNone/>
            </a:pPr>
            <a:r>
              <a:rPr lang="en-US" sz="3600" dirty="0">
                <a:solidFill>
                  <a:srgbClr val="EAF2FF"/>
                </a:solidFill>
                <a:latin typeface="Arial Black" pitchFamily="34" charset="0"/>
                <a:ea typeface="Arial Black" pitchFamily="34" charset="-122"/>
                <a:cs typeface="Arial Black" pitchFamily="34" charset="-120"/>
              </a:rPr>
              <a:t>THE TIME VAULT</a:t>
            </a:r>
            <a:endParaRPr lang="en-US" sz="3600" dirty="0"/>
          </a:p>
        </p:txBody>
      </p:sp>
      <p:sp>
        <p:nvSpPr>
          <p:cNvPr id="17" name="Text 7"/>
          <p:cNvSpPr txBox="1"/>
          <p:nvPr/>
        </p:nvSpPr>
        <p:spPr>
          <a:xfrm>
            <a:off x="2743200" y="2267712"/>
            <a:ext cx="8988552" cy="365760"/>
          </a:xfrm>
          <a:prstGeom prst="rect">
            <a:avLst/>
          </a:prstGeom>
          <a:noFill/>
          <a:ln/>
        </p:spPr>
        <p:txBody>
          <a:bodyPr wrap="square" lIns="0" tIns="0" rIns="0" bIns="0" rtlCol="0" anchor="t"/>
          <a:lstStyle/>
          <a:p>
            <a:pPr indent="0" marL="0">
              <a:buNone/>
            </a:pPr>
            <a:r>
              <a:rPr lang="en-US" sz="1600" dirty="0">
                <a:solidFill>
                  <a:srgbClr val="9AA6D9"/>
                </a:solidFill>
                <a:latin typeface="Calibri" pitchFamily="34" charset="0"/>
                <a:ea typeface="Calibri" pitchFamily="34" charset="-122"/>
                <a:cs typeface="Calibri" pitchFamily="34" charset="-120"/>
              </a:rPr>
              <a:t>Topic: Philippine History</a:t>
            </a:r>
            <a:endParaRPr lang="en-US" sz="1600" dirty="0"/>
          </a:p>
        </p:txBody>
      </p:sp>
      <p:pic>
        <p:nvPicPr>
          <p:cNvPr id="18" name="Image 8" descr="/tmp/claude-0/-home-user-ashton212123/6ae88841-e158-5430-ba3a-d930461fce9f/scratchpad/build/assets/byte.png">    </p:cNvPr>
          <p:cNvPicPr>
            <a:picLocks noChangeAspect="1"/>
          </p:cNvPicPr>
          <p:nvPr/>
        </p:nvPicPr>
        <p:blipFill>
          <a:blip r:embed="rId9"/>
          <a:stretch>
            <a:fillRect/>
          </a:stretch>
        </p:blipFill>
        <p:spPr>
          <a:xfrm>
            <a:off x="868680" y="3017520"/>
            <a:ext cx="1143000" cy="1783080"/>
          </a:xfrm>
          <a:prstGeom prst="rect">
            <a:avLst/>
          </a:prstGeom>
        </p:spPr>
      </p:pic>
      <p:sp>
        <p:nvSpPr>
          <p:cNvPr id="19" name="Shape 8"/>
          <p:cNvSpPr/>
          <p:nvPr/>
        </p:nvSpPr>
        <p:spPr>
          <a:xfrm>
            <a:off x="2743200" y="3017520"/>
            <a:ext cx="8988552" cy="1600200"/>
          </a:xfrm>
          <a:prstGeom prst="roundRect">
            <a:avLst>
              <a:gd name="adj" fmla="val 6857"/>
            </a:avLst>
          </a:prstGeom>
          <a:solidFill>
            <a:srgbClr val="121A3F">
              <a:alpha val="94000"/>
            </a:srgbClr>
          </a:solidFill>
          <a:ln w="22225">
            <a:solidFill>
              <a:srgbClr val="2DE2E6"/>
            </a:solidFill>
            <a:prstDash val="solid"/>
          </a:ln>
          <a:effectLst>
            <a:outerShdw sx="100000" sy="100000" kx="0" ky="0" algn="bl" rotWithShape="0" blurRad="203200" dist="50800" dir="5400000">
              <a:srgbClr val="2DE2E6">
                <a:alpha val="45000"/>
              </a:srgbClr>
            </a:outerShdw>
          </a:effectLst>
        </p:spPr>
      </p:sp>
      <p:sp>
        <p:nvSpPr>
          <p:cNvPr id="20" name="Text 9"/>
          <p:cNvSpPr txBox="1"/>
          <p:nvPr/>
        </p:nvSpPr>
        <p:spPr>
          <a:xfrm>
            <a:off x="3017520" y="2816352"/>
            <a:ext cx="1188720" cy="384048"/>
          </a:xfrm>
          <a:prstGeom prst="roundRect">
            <a:avLst>
              <a:gd name="adj" fmla="val 14286"/>
            </a:avLst>
          </a:prstGeom>
          <a:solidFill>
            <a:srgbClr val="2DE2E6"/>
          </a:solidFill>
          <a:ln/>
        </p:spPr>
        <p:txBody>
          <a:bodyPr wrap="square" lIns="0" tIns="0" rIns="0" bIns="0" rtlCol="0" anchor="ctr"/>
          <a:lstStyle/>
          <a:p>
            <a:pPr algn="ctr" indent="0" marL="0">
              <a:buNone/>
            </a:pPr>
            <a:r>
              <a:rPr lang="en-US" sz="1300" b="1" dirty="0">
                <a:solidFill>
                  <a:srgbClr val="0A0F24"/>
                </a:solidFill>
                <a:latin typeface="Courier New" pitchFamily="34" charset="0"/>
                <a:ea typeface="Courier New" pitchFamily="34" charset="-122"/>
                <a:cs typeface="Courier New" pitchFamily="34" charset="-120"/>
              </a:rPr>
              <a:t>BYTE</a:t>
            </a:r>
            <a:endParaRPr lang="en-US" sz="1300" dirty="0"/>
          </a:p>
        </p:txBody>
      </p:sp>
      <p:sp>
        <p:nvSpPr>
          <p:cNvPr id="21" name="Text 10"/>
          <p:cNvSpPr txBox="1"/>
          <p:nvPr/>
        </p:nvSpPr>
        <p:spPr>
          <a:xfrm>
            <a:off x="3063240" y="3364992"/>
            <a:ext cx="8348472" cy="1097280"/>
          </a:xfrm>
          <a:prstGeom prst="rect">
            <a:avLst/>
          </a:prstGeom>
          <a:noFill/>
          <a:ln/>
        </p:spPr>
        <p:txBody>
          <a:bodyPr wrap="square" lIns="0" tIns="0" rIns="0" bIns="0" rtlCol="0" anchor="t"/>
          <a:lstStyle/>
          <a:p>
            <a:pPr indent="0" marL="0">
              <a:spcAft>
                <a:spcPts val="400"/>
              </a:spcAft>
              <a:buNone/>
            </a:pPr>
            <a:r>
              <a:rPr lang="en-US" sz="1600" dirty="0">
                <a:solidFill>
                  <a:srgbClr val="EAF2FF"/>
                </a:solidFill>
                <a:latin typeface="Calibri" pitchFamily="34" charset="0"/>
                <a:ea typeface="Calibri" pitchFamily="34" charset="-122"/>
                <a:cs typeface="Calibri" pitchFamily="34" charset="-120"/>
              </a:rPr>
              <a:t>NULL is erasing the computer's history files! The Time Vault only opens for players who remember the past. Answer 3 questions to earn the second Code Fragment!</a:t>
            </a:r>
            <a:endParaRPr lang="en-US" sz="1600" dirty="0"/>
          </a:p>
        </p:txBody>
      </p:sp>
      <p:sp>
        <p:nvSpPr>
          <p:cNvPr id="22" name="Text 11"/>
          <p:cNvSpPr txBox="1"/>
          <p:nvPr/>
        </p:nvSpPr>
        <p:spPr>
          <a:xfrm>
            <a:off x="548640" y="4892040"/>
            <a:ext cx="2743200" cy="274320"/>
          </a:xfrm>
          <a:prstGeom prst="rect">
            <a:avLst/>
          </a:prstGeom>
          <a:noFill/>
          <a:ln/>
        </p:spPr>
        <p:txBody>
          <a:bodyPr wrap="square" lIns="0" tIns="0" rIns="0" bIns="0" rtlCol="0" anchor="t"/>
          <a:lstStyle/>
          <a:p>
            <a:pPr indent="0" marL="0">
              <a:buNone/>
            </a:pPr>
            <a:r>
              <a:rPr lang="en-US" sz="1000" b="1" dirty="0">
                <a:solidFill>
                  <a:srgbClr val="9AA6D9"/>
                </a:solidFill>
                <a:latin typeface="Courier New" pitchFamily="34" charset="0"/>
                <a:ea typeface="Courier New" pitchFamily="34" charset="-122"/>
                <a:cs typeface="Courier New" pitchFamily="34" charset="-120"/>
              </a:rPr>
              <a:t>MISSION MAP</a:t>
            </a:r>
            <a:endParaRPr lang="en-US" sz="1000" dirty="0"/>
          </a:p>
        </p:txBody>
      </p:sp>
      <p:sp>
        <p:nvSpPr>
          <p:cNvPr id="23" name="Shape 12"/>
          <p:cNvSpPr/>
          <p:nvPr/>
        </p:nvSpPr>
        <p:spPr>
          <a:xfrm>
            <a:off x="969264" y="5513832"/>
            <a:ext cx="6400800" cy="0"/>
          </a:xfrm>
          <a:prstGeom prst="line">
            <a:avLst/>
          </a:prstGeom>
          <a:noFill/>
          <a:ln w="38100">
            <a:solidFill>
              <a:srgbClr val="3A4370"/>
            </a:solidFill>
            <a:prstDash val="dash"/>
          </a:ln>
        </p:spPr>
      </p:sp>
      <p:sp>
        <p:nvSpPr>
          <p:cNvPr id="24" name="Shape 13"/>
          <p:cNvSpPr/>
          <p:nvPr/>
        </p:nvSpPr>
        <p:spPr>
          <a:xfrm>
            <a:off x="685800" y="5230368"/>
            <a:ext cx="566928" cy="566928"/>
          </a:xfrm>
          <a:prstGeom prst="ellipse">
            <a:avLst/>
          </a:prstGeom>
          <a:solidFill>
            <a:srgbClr val="4BF0A0"/>
          </a:solidFill>
          <a:ln w="25400">
            <a:solidFill>
              <a:srgbClr val="4BF0A0"/>
            </a:solidFill>
            <a:prstDash val="solid"/>
          </a:ln>
        </p:spPr>
      </p:sp>
      <p:pic>
        <p:nvPicPr>
          <p:cNvPr id="25" name="Image 9" descr="/tmp/claude-0/-home-user-ashton212123/6ae88841-e158-5430-ba3a-d930461fce9f/scratchpad/build/assets/icons/FaCheck_0A0F24.png">    </p:cNvPr>
          <p:cNvPicPr>
            <a:picLocks noChangeAspect="1"/>
          </p:cNvPicPr>
          <p:nvPr/>
        </p:nvPicPr>
        <p:blipFill>
          <a:blip r:embed="rId10"/>
          <a:stretch>
            <a:fillRect/>
          </a:stretch>
        </p:blipFill>
        <p:spPr>
          <a:xfrm>
            <a:off x="821863" y="5366431"/>
            <a:ext cx="294803" cy="294803"/>
          </a:xfrm>
          <a:prstGeom prst="rect">
            <a:avLst/>
          </a:prstGeom>
        </p:spPr>
      </p:pic>
      <p:sp>
        <p:nvSpPr>
          <p:cNvPr id="26" name="Text 14"/>
          <p:cNvSpPr txBox="1"/>
          <p:nvPr/>
        </p:nvSpPr>
        <p:spPr>
          <a:xfrm>
            <a:off x="237744" y="5852160"/>
            <a:ext cx="1463040" cy="256032"/>
          </a:xfrm>
          <a:prstGeom prst="rect">
            <a:avLst/>
          </a:prstGeom>
          <a:noFill/>
          <a:ln/>
        </p:spPr>
        <p:txBody>
          <a:bodyPr wrap="square" lIns="0" tIns="0" rIns="0" bIns="0" rtlCol="0" anchor="t"/>
          <a:lstStyle/>
          <a:p>
            <a:pPr algn="ctr" indent="0" marL="0">
              <a:buNone/>
            </a:pPr>
            <a:r>
              <a:rPr lang="en-US" sz="900" b="1" dirty="0">
                <a:solidFill>
                  <a:srgbClr val="4BF0A0"/>
                </a:solidFill>
                <a:latin typeface="Courier New" pitchFamily="34" charset="0"/>
                <a:ea typeface="Courier New" pitchFamily="34" charset="-122"/>
                <a:cs typeface="Courier New" pitchFamily="34" charset="-120"/>
              </a:rPr>
              <a:t>SCIENCE</a:t>
            </a:r>
            <a:endParaRPr lang="en-US" sz="900" dirty="0"/>
          </a:p>
        </p:txBody>
      </p:sp>
      <p:sp>
        <p:nvSpPr>
          <p:cNvPr id="27" name="Shape 15"/>
          <p:cNvSpPr/>
          <p:nvPr/>
        </p:nvSpPr>
        <p:spPr>
          <a:xfrm>
            <a:off x="2286000" y="5230368"/>
            <a:ext cx="566928" cy="566928"/>
          </a:xfrm>
          <a:prstGeom prst="ellipse">
            <a:avLst/>
          </a:prstGeom>
          <a:solidFill>
            <a:srgbClr val="1A2353"/>
          </a:solidFill>
          <a:ln w="31750">
            <a:solidFill>
              <a:srgbClr val="FF7A45"/>
            </a:solidFill>
            <a:prstDash val="solid"/>
          </a:ln>
          <a:effectLst>
            <a:outerShdw sx="100000" sy="100000" kx="0" ky="0" algn="bl" rotWithShape="0" blurRad="152400" dist="50800" dir="5400000">
              <a:srgbClr val="FF7A45">
                <a:alpha val="45000"/>
              </a:srgbClr>
            </a:outerShdw>
          </a:effectLst>
        </p:spPr>
      </p:sp>
      <p:pic>
        <p:nvPicPr>
          <p:cNvPr id="28" name="Image 10" descr="/tmp/claude-0/-home-user-ashton212123/6ae88841-e158-5430-ba3a-d930461fce9f/scratchpad/build/assets/icons/FaHourglassHalf_FF7A45.png">    </p:cNvPr>
          <p:cNvPicPr>
            <a:picLocks noChangeAspect="1"/>
          </p:cNvPicPr>
          <p:nvPr/>
        </p:nvPicPr>
        <p:blipFill>
          <a:blip r:embed="rId11"/>
          <a:stretch>
            <a:fillRect/>
          </a:stretch>
        </p:blipFill>
        <p:spPr>
          <a:xfrm>
            <a:off x="2399386" y="5343754"/>
            <a:ext cx="340157" cy="340157"/>
          </a:xfrm>
          <a:prstGeom prst="rect">
            <a:avLst/>
          </a:prstGeom>
        </p:spPr>
      </p:pic>
      <p:sp>
        <p:nvSpPr>
          <p:cNvPr id="29" name="Text 16"/>
          <p:cNvSpPr txBox="1"/>
          <p:nvPr/>
        </p:nvSpPr>
        <p:spPr>
          <a:xfrm>
            <a:off x="1837944" y="5852160"/>
            <a:ext cx="1463040" cy="256032"/>
          </a:xfrm>
          <a:prstGeom prst="rect">
            <a:avLst/>
          </a:prstGeom>
          <a:noFill/>
          <a:ln/>
        </p:spPr>
        <p:txBody>
          <a:bodyPr wrap="square" lIns="0" tIns="0" rIns="0" bIns="0" rtlCol="0" anchor="t"/>
          <a:lstStyle/>
          <a:p>
            <a:pPr algn="ctr" indent="0" marL="0">
              <a:buNone/>
            </a:pPr>
            <a:r>
              <a:rPr lang="en-US" sz="900" b="1" dirty="0">
                <a:solidFill>
                  <a:srgbClr val="FF7A45"/>
                </a:solidFill>
                <a:latin typeface="Courier New" pitchFamily="34" charset="0"/>
                <a:ea typeface="Courier New" pitchFamily="34" charset="-122"/>
                <a:cs typeface="Courier New" pitchFamily="34" charset="-120"/>
              </a:rPr>
              <a:t>HISTORY</a:t>
            </a:r>
            <a:endParaRPr lang="en-US" sz="900" dirty="0"/>
          </a:p>
        </p:txBody>
      </p:sp>
      <p:sp>
        <p:nvSpPr>
          <p:cNvPr id="30" name="Shape 17"/>
          <p:cNvSpPr/>
          <p:nvPr/>
        </p:nvSpPr>
        <p:spPr>
          <a:xfrm>
            <a:off x="3886200" y="5230368"/>
            <a:ext cx="566928" cy="566928"/>
          </a:xfrm>
          <a:prstGeom prst="ellipse">
            <a:avLst/>
          </a:prstGeom>
          <a:solidFill>
            <a:srgbClr val="1A2353"/>
          </a:solidFill>
          <a:ln w="25400">
            <a:solidFill>
              <a:srgbClr val="3A4370"/>
            </a:solidFill>
            <a:prstDash val="solid"/>
          </a:ln>
        </p:spPr>
      </p:sp>
      <p:pic>
        <p:nvPicPr>
          <p:cNvPr id="31" name="Image 11" descr="/tmp/claude-0/-home-user-ashton212123/6ae88841-e158-5430-ba3a-d930461fce9f/scratchpad/build/assets/icons/FaLock_5A6494.png">    </p:cNvPr>
          <p:cNvPicPr>
            <a:picLocks noChangeAspect="1"/>
          </p:cNvPicPr>
          <p:nvPr/>
        </p:nvPicPr>
        <p:blipFill>
          <a:blip r:embed="rId12"/>
          <a:stretch>
            <a:fillRect/>
          </a:stretch>
        </p:blipFill>
        <p:spPr>
          <a:xfrm>
            <a:off x="4033601" y="5377769"/>
            <a:ext cx="272125" cy="272125"/>
          </a:xfrm>
          <a:prstGeom prst="rect">
            <a:avLst/>
          </a:prstGeom>
        </p:spPr>
      </p:pic>
      <p:sp>
        <p:nvSpPr>
          <p:cNvPr id="32" name="Text 18"/>
          <p:cNvSpPr txBox="1"/>
          <p:nvPr/>
        </p:nvSpPr>
        <p:spPr>
          <a:xfrm>
            <a:off x="3438144" y="5852160"/>
            <a:ext cx="1463040" cy="256032"/>
          </a:xfrm>
          <a:prstGeom prst="rect">
            <a:avLst/>
          </a:prstGeom>
          <a:noFill/>
          <a:ln/>
        </p:spPr>
        <p:txBody>
          <a:bodyPr wrap="square" lIns="0" tIns="0" rIns="0" bIns="0" rtlCol="0" anchor="t"/>
          <a:lstStyle/>
          <a:p>
            <a:pPr algn="ctr" indent="0" marL="0">
              <a:buNone/>
            </a:pPr>
            <a:r>
              <a:rPr lang="en-US" sz="900" b="1" dirty="0">
                <a:solidFill>
                  <a:srgbClr val="5A6494"/>
                </a:solidFill>
                <a:latin typeface="Courier New" pitchFamily="34" charset="0"/>
                <a:ea typeface="Courier New" pitchFamily="34" charset="-122"/>
                <a:cs typeface="Courier New" pitchFamily="34" charset="-120"/>
              </a:rPr>
              <a:t>FUN ZONE</a:t>
            </a:r>
            <a:endParaRPr lang="en-US" sz="900" dirty="0"/>
          </a:p>
        </p:txBody>
      </p:sp>
      <p:sp>
        <p:nvSpPr>
          <p:cNvPr id="33" name="Shape 19"/>
          <p:cNvSpPr/>
          <p:nvPr/>
        </p:nvSpPr>
        <p:spPr>
          <a:xfrm>
            <a:off x="5486400" y="5230368"/>
            <a:ext cx="566928" cy="566928"/>
          </a:xfrm>
          <a:prstGeom prst="ellipse">
            <a:avLst/>
          </a:prstGeom>
          <a:solidFill>
            <a:srgbClr val="1A2353"/>
          </a:solidFill>
          <a:ln w="25400">
            <a:solidFill>
              <a:srgbClr val="3A4370"/>
            </a:solidFill>
            <a:prstDash val="solid"/>
          </a:ln>
        </p:spPr>
      </p:sp>
      <p:pic>
        <p:nvPicPr>
          <p:cNvPr id="34" name="Image 12" descr="/tmp/claude-0/-home-user-ashton212123/6ae88841-e158-5430-ba3a-d930461fce9f/scratchpad/build/assets/icons/FaLock_5A6494.png">    </p:cNvPr>
          <p:cNvPicPr>
            <a:picLocks noChangeAspect="1"/>
          </p:cNvPicPr>
          <p:nvPr/>
        </p:nvPicPr>
        <p:blipFill>
          <a:blip r:embed="rId13"/>
          <a:stretch>
            <a:fillRect/>
          </a:stretch>
        </p:blipFill>
        <p:spPr>
          <a:xfrm>
            <a:off x="5633801" y="5377769"/>
            <a:ext cx="272125" cy="272125"/>
          </a:xfrm>
          <a:prstGeom prst="rect">
            <a:avLst/>
          </a:prstGeom>
        </p:spPr>
      </p:pic>
      <p:sp>
        <p:nvSpPr>
          <p:cNvPr id="35" name="Text 20"/>
          <p:cNvSpPr txBox="1"/>
          <p:nvPr/>
        </p:nvSpPr>
        <p:spPr>
          <a:xfrm>
            <a:off x="5038344" y="5852160"/>
            <a:ext cx="1463040" cy="256032"/>
          </a:xfrm>
          <a:prstGeom prst="rect">
            <a:avLst/>
          </a:prstGeom>
          <a:noFill/>
          <a:ln/>
        </p:spPr>
        <p:txBody>
          <a:bodyPr wrap="square" lIns="0" tIns="0" rIns="0" bIns="0" rtlCol="0" anchor="t"/>
          <a:lstStyle/>
          <a:p>
            <a:pPr algn="ctr" indent="0" marL="0">
              <a:buNone/>
            </a:pPr>
            <a:r>
              <a:rPr lang="en-US" sz="900" b="1" dirty="0">
                <a:solidFill>
                  <a:srgbClr val="5A6494"/>
                </a:solidFill>
                <a:latin typeface="Courier New" pitchFamily="34" charset="0"/>
                <a:ea typeface="Courier New" pitchFamily="34" charset="-122"/>
                <a:cs typeface="Courier New" pitchFamily="34" charset="-120"/>
              </a:rPr>
              <a:t>WORLD</a:t>
            </a:r>
            <a:endParaRPr lang="en-US" sz="900" dirty="0"/>
          </a:p>
        </p:txBody>
      </p:sp>
      <p:sp>
        <p:nvSpPr>
          <p:cNvPr id="36" name="Shape 21"/>
          <p:cNvSpPr/>
          <p:nvPr/>
        </p:nvSpPr>
        <p:spPr>
          <a:xfrm>
            <a:off x="7086600" y="5230368"/>
            <a:ext cx="566928" cy="566928"/>
          </a:xfrm>
          <a:prstGeom prst="ellipse">
            <a:avLst/>
          </a:prstGeom>
          <a:solidFill>
            <a:srgbClr val="1A2353"/>
          </a:solidFill>
          <a:ln w="25400">
            <a:solidFill>
              <a:srgbClr val="3A4370"/>
            </a:solidFill>
            <a:prstDash val="solid"/>
          </a:ln>
        </p:spPr>
      </p:sp>
      <p:pic>
        <p:nvPicPr>
          <p:cNvPr id="37" name="Image 13" descr="/tmp/claude-0/-home-user-ashton212123/6ae88841-e158-5430-ba3a-d930461fce9f/scratchpad/build/assets/icons/FaLock_5A6494.png">    </p:cNvPr>
          <p:cNvPicPr>
            <a:picLocks noChangeAspect="1"/>
          </p:cNvPicPr>
          <p:nvPr/>
        </p:nvPicPr>
        <p:blipFill>
          <a:blip r:embed="rId14"/>
          <a:stretch>
            <a:fillRect/>
          </a:stretch>
        </p:blipFill>
        <p:spPr>
          <a:xfrm>
            <a:off x="7234001" y="5377769"/>
            <a:ext cx="272125" cy="272125"/>
          </a:xfrm>
          <a:prstGeom prst="rect">
            <a:avLst/>
          </a:prstGeom>
        </p:spPr>
      </p:pic>
      <p:sp>
        <p:nvSpPr>
          <p:cNvPr id="38" name="Text 22"/>
          <p:cNvSpPr txBox="1"/>
          <p:nvPr/>
        </p:nvSpPr>
        <p:spPr>
          <a:xfrm>
            <a:off x="6638544" y="5852160"/>
            <a:ext cx="1463040" cy="256032"/>
          </a:xfrm>
          <a:prstGeom prst="rect">
            <a:avLst/>
          </a:prstGeom>
          <a:noFill/>
          <a:ln/>
        </p:spPr>
        <p:txBody>
          <a:bodyPr wrap="square" lIns="0" tIns="0" rIns="0" bIns="0" rtlCol="0" anchor="t"/>
          <a:lstStyle/>
          <a:p>
            <a:pPr algn="ctr" indent="0" marL="0">
              <a:buNone/>
            </a:pPr>
            <a:r>
              <a:rPr lang="en-US" sz="900" b="1" dirty="0">
                <a:solidFill>
                  <a:srgbClr val="5A6494"/>
                </a:solidFill>
                <a:latin typeface="Courier New" pitchFamily="34" charset="0"/>
                <a:ea typeface="Courier New" pitchFamily="34" charset="-122"/>
                <a:cs typeface="Courier New" pitchFamily="34" charset="-120"/>
              </a:rPr>
              <a:t>CORE</a:t>
            </a:r>
            <a:endParaRPr lang="en-US" sz="900" dirty="0"/>
          </a:p>
        </p:txBody>
      </p:sp>
      <p:sp>
        <p:nvSpPr>
          <p:cNvPr id="39" name="Link - ENTER SECTOR">
            <a:hlinkClick r:id="rId18" action="ppaction://hlinksldjump" highlightClick="1"/>
          </p:cNvPr>
          <p:cNvSpPr txBox="1"/>
          <p:nvPr/>
        </p:nvSpPr>
        <p:spPr>
          <a:xfrm>
            <a:off x="9144000" y="5257800"/>
            <a:ext cx="2587752" cy="731520"/>
          </a:xfrm>
          <a:prstGeom prst="roundRect">
            <a:avLst>
              <a:gd name="adj" fmla="val 12500"/>
            </a:avLst>
          </a:prstGeom>
          <a:solidFill>
            <a:srgbClr val="FF7A45"/>
          </a:solidFill>
          <a:ln w="25400">
            <a:solidFill>
              <a:srgbClr val="FF7A45"/>
            </a:solidFill>
          </a:ln>
          <a:effectLst>
            <a:outerShdw sx="100000" sy="100000" kx="0" ky="0" algn="bl" rotWithShape="0" blurRad="177800" dist="50800" dir="5400000">
              <a:srgbClr val="FF7A45">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ENTER SECTOR</a:t>
            </a:r>
            <a:endParaRPr lang="en-US" sz="1600" dirty="0"/>
          </a:p>
        </p:txBody>
      </p:sp>
    </p:spTree>
  </p:cSld>
  <p:clrMapOvr>
    <a:masterClrMapping/>
  </p:clrMapOvr>
  <p:transition spd="med" advClick="0">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F7A45"/>
                </a:solidFill>
                <a:latin typeface="Courier New" pitchFamily="34" charset="0"/>
                <a:ea typeface="Courier New" pitchFamily="34" charset="-122"/>
                <a:cs typeface="Courier New" pitchFamily="34" charset="-120"/>
              </a:rPr>
              <a:t>&gt; ENTERING SECTOR 02</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7"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Shape 4"/>
          <p:cNvSpPr/>
          <p:nvPr/>
        </p:nvSpPr>
        <p:spPr>
          <a:xfrm>
            <a:off x="548640" y="1097280"/>
            <a:ext cx="1828800" cy="1828800"/>
          </a:xfrm>
          <a:prstGeom prst="ellipse">
            <a:avLst/>
          </a:prstGeom>
          <a:solidFill>
            <a:srgbClr val="1A2353"/>
          </a:solidFill>
          <a:ln w="38100">
            <a:solidFill>
              <a:srgbClr val="FF7A45"/>
            </a:solidFill>
            <a:prstDash val="solid"/>
          </a:ln>
          <a:effectLst>
            <a:outerShdw sx="100000" sy="100000" kx="0" ky="0" algn="bl" rotWithShape="0" blurRad="152400" dist="50800" dir="5400000">
              <a:srgbClr val="FF7A45">
                <a:alpha val="45000"/>
              </a:srgbClr>
            </a:outerShdw>
          </a:effectLst>
        </p:spPr>
      </p:sp>
      <p:pic>
        <p:nvPicPr>
          <p:cNvPr id="14" name="Image 7" descr="/tmp/claude-0/-home-user-ashton212123/6ae88841-e158-5430-ba3a-d930461fce9f/scratchpad/build/assets/icons/FaHourglassHalf_FF7A45.png">    </p:cNvPr>
          <p:cNvPicPr>
            <a:picLocks noChangeAspect="1"/>
          </p:cNvPicPr>
          <p:nvPr/>
        </p:nvPicPr>
        <p:blipFill>
          <a:blip r:embed="rId8"/>
          <a:stretch>
            <a:fillRect/>
          </a:stretch>
        </p:blipFill>
        <p:spPr>
          <a:xfrm>
            <a:off x="950976" y="1499616"/>
            <a:ext cx="1024128" cy="1024128"/>
          </a:xfrm>
          <a:prstGeom prst="rect">
            <a:avLst/>
          </a:prstGeom>
        </p:spPr>
      </p:pic>
      <p:sp>
        <p:nvSpPr>
          <p:cNvPr id="15" name="Text 5"/>
          <p:cNvSpPr txBox="1"/>
          <p:nvPr/>
        </p:nvSpPr>
        <p:spPr>
          <a:xfrm>
            <a:off x="2743200" y="1115568"/>
            <a:ext cx="5486400" cy="365760"/>
          </a:xfrm>
          <a:prstGeom prst="rect">
            <a:avLst/>
          </a:prstGeom>
          <a:noFill/>
          <a:ln/>
        </p:spPr>
        <p:txBody>
          <a:bodyPr wrap="square" lIns="0" tIns="0" rIns="0" bIns="0" rtlCol="0" anchor="t"/>
          <a:lstStyle/>
          <a:p>
            <a:pPr indent="0" marL="0">
              <a:buNone/>
            </a:pPr>
            <a:r>
              <a:rPr lang="en-US" sz="1600" b="1" dirty="0">
                <a:solidFill>
                  <a:srgbClr val="FF7A45"/>
                </a:solidFill>
                <a:latin typeface="Courier New" pitchFamily="34" charset="0"/>
                <a:ea typeface="Courier New" pitchFamily="34" charset="-122"/>
                <a:cs typeface="Courier New" pitchFamily="34" charset="-120"/>
              </a:rPr>
              <a:t>SECTOR 02</a:t>
            </a:r>
            <a:endParaRPr lang="en-US" sz="1600" dirty="0"/>
          </a:p>
        </p:txBody>
      </p:sp>
      <p:sp>
        <p:nvSpPr>
          <p:cNvPr id="16" name="Text 6"/>
          <p:cNvSpPr txBox="1"/>
          <p:nvPr/>
        </p:nvSpPr>
        <p:spPr>
          <a:xfrm>
            <a:off x="2743200" y="1463040"/>
            <a:ext cx="8988552" cy="777240"/>
          </a:xfrm>
          <a:prstGeom prst="rect">
            <a:avLst/>
          </a:prstGeom>
          <a:noFill/>
          <a:ln/>
        </p:spPr>
        <p:txBody>
          <a:bodyPr wrap="square" lIns="0" tIns="0" rIns="0" bIns="0" rtlCol="0" anchor="t"/>
          <a:lstStyle/>
          <a:p>
            <a:pPr indent="0" marL="0">
              <a:buNone/>
            </a:pPr>
            <a:r>
              <a:rPr lang="en-US" sz="3600" dirty="0">
                <a:solidFill>
                  <a:srgbClr val="EAF2FF"/>
                </a:solidFill>
                <a:latin typeface="Arial Black" pitchFamily="34" charset="0"/>
                <a:ea typeface="Arial Black" pitchFamily="34" charset="-122"/>
                <a:cs typeface="Arial Black" pitchFamily="34" charset="-120"/>
              </a:rPr>
              <a:t>THE TIME VAULT</a:t>
            </a:r>
            <a:endParaRPr lang="en-US" sz="3600" dirty="0"/>
          </a:p>
        </p:txBody>
      </p:sp>
      <p:sp>
        <p:nvSpPr>
          <p:cNvPr id="17" name="Text 7"/>
          <p:cNvSpPr txBox="1"/>
          <p:nvPr/>
        </p:nvSpPr>
        <p:spPr>
          <a:xfrm>
            <a:off x="2743200" y="2267712"/>
            <a:ext cx="8988552" cy="365760"/>
          </a:xfrm>
          <a:prstGeom prst="rect">
            <a:avLst/>
          </a:prstGeom>
          <a:noFill/>
          <a:ln/>
        </p:spPr>
        <p:txBody>
          <a:bodyPr wrap="square" lIns="0" tIns="0" rIns="0" bIns="0" rtlCol="0" anchor="t"/>
          <a:lstStyle/>
          <a:p>
            <a:pPr indent="0" marL="0">
              <a:buNone/>
            </a:pPr>
            <a:r>
              <a:rPr lang="en-US" sz="1600" dirty="0">
                <a:solidFill>
                  <a:srgbClr val="9AA6D9"/>
                </a:solidFill>
                <a:latin typeface="Calibri" pitchFamily="34" charset="0"/>
                <a:ea typeface="Calibri" pitchFamily="34" charset="-122"/>
                <a:cs typeface="Calibri" pitchFamily="34" charset="-120"/>
              </a:rPr>
              <a:t>Topic: Philippine History</a:t>
            </a:r>
            <a:endParaRPr lang="en-US" sz="1600" dirty="0"/>
          </a:p>
        </p:txBody>
      </p:sp>
      <p:pic>
        <p:nvPicPr>
          <p:cNvPr id="18" name="Image 8" descr="/tmp/claude-0/-home-user-ashton212123/6ae88841-e158-5430-ba3a-d930461fce9f/scratchpad/build/assets/byte.png">    </p:cNvPr>
          <p:cNvPicPr>
            <a:picLocks noChangeAspect="1"/>
          </p:cNvPicPr>
          <p:nvPr/>
        </p:nvPicPr>
        <p:blipFill>
          <a:blip r:embed="rId9"/>
          <a:stretch>
            <a:fillRect/>
          </a:stretch>
        </p:blipFill>
        <p:spPr>
          <a:xfrm>
            <a:off x="868680" y="3017520"/>
            <a:ext cx="1143000" cy="1783080"/>
          </a:xfrm>
          <a:prstGeom prst="rect">
            <a:avLst/>
          </a:prstGeom>
        </p:spPr>
      </p:pic>
      <p:sp>
        <p:nvSpPr>
          <p:cNvPr id="19" name="Shape 8"/>
          <p:cNvSpPr/>
          <p:nvPr/>
        </p:nvSpPr>
        <p:spPr>
          <a:xfrm>
            <a:off x="2743200" y="3017520"/>
            <a:ext cx="8988552" cy="1600200"/>
          </a:xfrm>
          <a:prstGeom prst="roundRect">
            <a:avLst>
              <a:gd name="adj" fmla="val 6857"/>
            </a:avLst>
          </a:prstGeom>
          <a:solidFill>
            <a:srgbClr val="121A3F">
              <a:alpha val="94000"/>
            </a:srgbClr>
          </a:solidFill>
          <a:ln w="22225">
            <a:solidFill>
              <a:srgbClr val="2DE2E6"/>
            </a:solidFill>
            <a:prstDash val="solid"/>
          </a:ln>
          <a:effectLst>
            <a:outerShdw sx="100000" sy="100000" kx="0" ky="0" algn="bl" rotWithShape="0" blurRad="203200" dist="50800" dir="5400000">
              <a:srgbClr val="2DE2E6">
                <a:alpha val="45000"/>
              </a:srgbClr>
            </a:outerShdw>
          </a:effectLst>
        </p:spPr>
      </p:sp>
      <p:sp>
        <p:nvSpPr>
          <p:cNvPr id="20" name="Text 9"/>
          <p:cNvSpPr txBox="1"/>
          <p:nvPr/>
        </p:nvSpPr>
        <p:spPr>
          <a:xfrm>
            <a:off x="3017520" y="2816352"/>
            <a:ext cx="1188720" cy="384048"/>
          </a:xfrm>
          <a:prstGeom prst="roundRect">
            <a:avLst>
              <a:gd name="adj" fmla="val 14286"/>
            </a:avLst>
          </a:prstGeom>
          <a:solidFill>
            <a:srgbClr val="2DE2E6"/>
          </a:solidFill>
          <a:ln/>
        </p:spPr>
        <p:txBody>
          <a:bodyPr wrap="square" lIns="0" tIns="0" rIns="0" bIns="0" rtlCol="0" anchor="ctr"/>
          <a:lstStyle/>
          <a:p>
            <a:pPr algn="ctr" indent="0" marL="0">
              <a:buNone/>
            </a:pPr>
            <a:r>
              <a:rPr lang="en-US" sz="1300" b="1" dirty="0">
                <a:solidFill>
                  <a:srgbClr val="0A0F24"/>
                </a:solidFill>
                <a:latin typeface="Courier New" pitchFamily="34" charset="0"/>
                <a:ea typeface="Courier New" pitchFamily="34" charset="-122"/>
                <a:cs typeface="Courier New" pitchFamily="34" charset="-120"/>
              </a:rPr>
              <a:t>BYTE</a:t>
            </a:r>
            <a:endParaRPr lang="en-US" sz="1300" dirty="0"/>
          </a:p>
        </p:txBody>
      </p:sp>
      <p:sp>
        <p:nvSpPr>
          <p:cNvPr id="21" name="Text 10"/>
          <p:cNvSpPr txBox="1"/>
          <p:nvPr/>
        </p:nvSpPr>
        <p:spPr>
          <a:xfrm>
            <a:off x="3063240" y="3364992"/>
            <a:ext cx="8348472" cy="1097280"/>
          </a:xfrm>
          <a:prstGeom prst="rect">
            <a:avLst/>
          </a:prstGeom>
          <a:noFill/>
          <a:ln/>
        </p:spPr>
        <p:txBody>
          <a:bodyPr wrap="square" lIns="0" tIns="0" rIns="0" bIns="0" rtlCol="0" anchor="t"/>
          <a:lstStyle/>
          <a:p>
            <a:pPr indent="0" marL="0">
              <a:spcAft>
                <a:spcPts val="400"/>
              </a:spcAft>
              <a:buNone/>
            </a:pPr>
            <a:r>
              <a:rPr lang="en-US" sz="1600" dirty="0">
                <a:solidFill>
                  <a:srgbClr val="EAF2FF"/>
                </a:solidFill>
                <a:latin typeface="Calibri" pitchFamily="34" charset="0"/>
                <a:ea typeface="Calibri" pitchFamily="34" charset="-122"/>
                <a:cs typeface="Calibri" pitchFamily="34" charset="-120"/>
              </a:rPr>
              <a:t>NULL is erasing the computer's history files! The Time Vault only opens for players who remember the past. Answer 3 questions to earn the second Code Fragment!</a:t>
            </a:r>
            <a:endParaRPr lang="en-US" sz="1600" dirty="0"/>
          </a:p>
        </p:txBody>
      </p:sp>
      <p:sp>
        <p:nvSpPr>
          <p:cNvPr id="22" name="Text 11"/>
          <p:cNvSpPr txBox="1"/>
          <p:nvPr/>
        </p:nvSpPr>
        <p:spPr>
          <a:xfrm>
            <a:off x="548640" y="4892040"/>
            <a:ext cx="2743200" cy="274320"/>
          </a:xfrm>
          <a:prstGeom prst="rect">
            <a:avLst/>
          </a:prstGeom>
          <a:noFill/>
          <a:ln/>
        </p:spPr>
        <p:txBody>
          <a:bodyPr wrap="square" lIns="0" tIns="0" rIns="0" bIns="0" rtlCol="0" anchor="t"/>
          <a:lstStyle/>
          <a:p>
            <a:pPr indent="0" marL="0">
              <a:buNone/>
            </a:pPr>
            <a:r>
              <a:rPr lang="en-US" sz="1000" b="1" dirty="0">
                <a:solidFill>
                  <a:srgbClr val="9AA6D9"/>
                </a:solidFill>
                <a:latin typeface="Courier New" pitchFamily="34" charset="0"/>
                <a:ea typeface="Courier New" pitchFamily="34" charset="-122"/>
                <a:cs typeface="Courier New" pitchFamily="34" charset="-120"/>
              </a:rPr>
              <a:t>MISSION MAP</a:t>
            </a:r>
            <a:endParaRPr lang="en-US" sz="1000" dirty="0"/>
          </a:p>
        </p:txBody>
      </p:sp>
      <p:sp>
        <p:nvSpPr>
          <p:cNvPr id="23" name="Shape 12"/>
          <p:cNvSpPr/>
          <p:nvPr/>
        </p:nvSpPr>
        <p:spPr>
          <a:xfrm>
            <a:off x="969264" y="5513832"/>
            <a:ext cx="6400800" cy="0"/>
          </a:xfrm>
          <a:prstGeom prst="line">
            <a:avLst/>
          </a:prstGeom>
          <a:noFill/>
          <a:ln w="38100">
            <a:solidFill>
              <a:srgbClr val="3A4370"/>
            </a:solidFill>
            <a:prstDash val="dash"/>
          </a:ln>
        </p:spPr>
      </p:sp>
      <p:sp>
        <p:nvSpPr>
          <p:cNvPr id="24" name="Shape 13"/>
          <p:cNvSpPr/>
          <p:nvPr/>
        </p:nvSpPr>
        <p:spPr>
          <a:xfrm>
            <a:off x="685800" y="5230368"/>
            <a:ext cx="566928" cy="566928"/>
          </a:xfrm>
          <a:prstGeom prst="ellipse">
            <a:avLst/>
          </a:prstGeom>
          <a:solidFill>
            <a:srgbClr val="4BF0A0"/>
          </a:solidFill>
          <a:ln w="25400">
            <a:solidFill>
              <a:srgbClr val="4BF0A0"/>
            </a:solidFill>
            <a:prstDash val="solid"/>
          </a:ln>
        </p:spPr>
      </p:sp>
      <p:pic>
        <p:nvPicPr>
          <p:cNvPr id="25" name="Image 9" descr="/tmp/claude-0/-home-user-ashton212123/6ae88841-e158-5430-ba3a-d930461fce9f/scratchpad/build/assets/icons/FaCheck_0A0F24.png">    </p:cNvPr>
          <p:cNvPicPr>
            <a:picLocks noChangeAspect="1"/>
          </p:cNvPicPr>
          <p:nvPr/>
        </p:nvPicPr>
        <p:blipFill>
          <a:blip r:embed="rId10"/>
          <a:stretch>
            <a:fillRect/>
          </a:stretch>
        </p:blipFill>
        <p:spPr>
          <a:xfrm>
            <a:off x="821863" y="5366431"/>
            <a:ext cx="294803" cy="294803"/>
          </a:xfrm>
          <a:prstGeom prst="rect">
            <a:avLst/>
          </a:prstGeom>
        </p:spPr>
      </p:pic>
      <p:sp>
        <p:nvSpPr>
          <p:cNvPr id="26" name="Text 14"/>
          <p:cNvSpPr txBox="1"/>
          <p:nvPr/>
        </p:nvSpPr>
        <p:spPr>
          <a:xfrm>
            <a:off x="237744" y="5852160"/>
            <a:ext cx="1463040" cy="256032"/>
          </a:xfrm>
          <a:prstGeom prst="rect">
            <a:avLst/>
          </a:prstGeom>
          <a:noFill/>
          <a:ln/>
        </p:spPr>
        <p:txBody>
          <a:bodyPr wrap="square" lIns="0" tIns="0" rIns="0" bIns="0" rtlCol="0" anchor="t"/>
          <a:lstStyle/>
          <a:p>
            <a:pPr algn="ctr" indent="0" marL="0">
              <a:buNone/>
            </a:pPr>
            <a:r>
              <a:rPr lang="en-US" sz="900" b="1" dirty="0">
                <a:solidFill>
                  <a:srgbClr val="4BF0A0"/>
                </a:solidFill>
                <a:latin typeface="Courier New" pitchFamily="34" charset="0"/>
                <a:ea typeface="Courier New" pitchFamily="34" charset="-122"/>
                <a:cs typeface="Courier New" pitchFamily="34" charset="-120"/>
              </a:rPr>
              <a:t>SCIENCE</a:t>
            </a:r>
            <a:endParaRPr lang="en-US" sz="900" dirty="0"/>
          </a:p>
        </p:txBody>
      </p:sp>
      <p:sp>
        <p:nvSpPr>
          <p:cNvPr id="27" name="Shape 15"/>
          <p:cNvSpPr/>
          <p:nvPr/>
        </p:nvSpPr>
        <p:spPr>
          <a:xfrm>
            <a:off x="2286000" y="5230368"/>
            <a:ext cx="566928" cy="566928"/>
          </a:xfrm>
          <a:prstGeom prst="ellipse">
            <a:avLst/>
          </a:prstGeom>
          <a:solidFill>
            <a:srgbClr val="1A2353"/>
          </a:solidFill>
          <a:ln w="31750">
            <a:solidFill>
              <a:srgbClr val="FF7A45"/>
            </a:solidFill>
            <a:prstDash val="solid"/>
          </a:ln>
          <a:effectLst>
            <a:outerShdw sx="100000" sy="100000" kx="0" ky="0" algn="bl" rotWithShape="0" blurRad="152400" dist="50800" dir="5400000">
              <a:srgbClr val="FF7A45">
                <a:alpha val="45000"/>
              </a:srgbClr>
            </a:outerShdw>
          </a:effectLst>
        </p:spPr>
      </p:sp>
      <p:pic>
        <p:nvPicPr>
          <p:cNvPr id="28" name="Image 10" descr="/tmp/claude-0/-home-user-ashton212123/6ae88841-e158-5430-ba3a-d930461fce9f/scratchpad/build/assets/icons/FaHourglassHalf_FF7A45.png">    </p:cNvPr>
          <p:cNvPicPr>
            <a:picLocks noChangeAspect="1"/>
          </p:cNvPicPr>
          <p:nvPr/>
        </p:nvPicPr>
        <p:blipFill>
          <a:blip r:embed="rId11"/>
          <a:stretch>
            <a:fillRect/>
          </a:stretch>
        </p:blipFill>
        <p:spPr>
          <a:xfrm>
            <a:off x="2399386" y="5343754"/>
            <a:ext cx="340157" cy="340157"/>
          </a:xfrm>
          <a:prstGeom prst="rect">
            <a:avLst/>
          </a:prstGeom>
        </p:spPr>
      </p:pic>
      <p:sp>
        <p:nvSpPr>
          <p:cNvPr id="29" name="Text 16"/>
          <p:cNvSpPr txBox="1"/>
          <p:nvPr/>
        </p:nvSpPr>
        <p:spPr>
          <a:xfrm>
            <a:off x="1837944" y="5852160"/>
            <a:ext cx="1463040" cy="256032"/>
          </a:xfrm>
          <a:prstGeom prst="rect">
            <a:avLst/>
          </a:prstGeom>
          <a:noFill/>
          <a:ln/>
        </p:spPr>
        <p:txBody>
          <a:bodyPr wrap="square" lIns="0" tIns="0" rIns="0" bIns="0" rtlCol="0" anchor="t"/>
          <a:lstStyle/>
          <a:p>
            <a:pPr algn="ctr" indent="0" marL="0">
              <a:buNone/>
            </a:pPr>
            <a:r>
              <a:rPr lang="en-US" sz="900" b="1" dirty="0">
                <a:solidFill>
                  <a:srgbClr val="FF7A45"/>
                </a:solidFill>
                <a:latin typeface="Courier New" pitchFamily="34" charset="0"/>
                <a:ea typeface="Courier New" pitchFamily="34" charset="-122"/>
                <a:cs typeface="Courier New" pitchFamily="34" charset="-120"/>
              </a:rPr>
              <a:t>HISTORY</a:t>
            </a:r>
            <a:endParaRPr lang="en-US" sz="900" dirty="0"/>
          </a:p>
        </p:txBody>
      </p:sp>
      <p:sp>
        <p:nvSpPr>
          <p:cNvPr id="30" name="Shape 17"/>
          <p:cNvSpPr/>
          <p:nvPr/>
        </p:nvSpPr>
        <p:spPr>
          <a:xfrm>
            <a:off x="3886200" y="5230368"/>
            <a:ext cx="566928" cy="566928"/>
          </a:xfrm>
          <a:prstGeom prst="ellipse">
            <a:avLst/>
          </a:prstGeom>
          <a:solidFill>
            <a:srgbClr val="1A2353"/>
          </a:solidFill>
          <a:ln w="25400">
            <a:solidFill>
              <a:srgbClr val="3A4370"/>
            </a:solidFill>
            <a:prstDash val="solid"/>
          </a:ln>
        </p:spPr>
      </p:sp>
      <p:pic>
        <p:nvPicPr>
          <p:cNvPr id="31" name="Image 11" descr="/tmp/claude-0/-home-user-ashton212123/6ae88841-e158-5430-ba3a-d930461fce9f/scratchpad/build/assets/icons/FaLock_5A6494.png">    </p:cNvPr>
          <p:cNvPicPr>
            <a:picLocks noChangeAspect="1"/>
          </p:cNvPicPr>
          <p:nvPr/>
        </p:nvPicPr>
        <p:blipFill>
          <a:blip r:embed="rId12"/>
          <a:stretch>
            <a:fillRect/>
          </a:stretch>
        </p:blipFill>
        <p:spPr>
          <a:xfrm>
            <a:off x="4033601" y="5377769"/>
            <a:ext cx="272125" cy="272125"/>
          </a:xfrm>
          <a:prstGeom prst="rect">
            <a:avLst/>
          </a:prstGeom>
        </p:spPr>
      </p:pic>
      <p:sp>
        <p:nvSpPr>
          <p:cNvPr id="32" name="Text 18"/>
          <p:cNvSpPr txBox="1"/>
          <p:nvPr/>
        </p:nvSpPr>
        <p:spPr>
          <a:xfrm>
            <a:off x="3438144" y="5852160"/>
            <a:ext cx="1463040" cy="256032"/>
          </a:xfrm>
          <a:prstGeom prst="rect">
            <a:avLst/>
          </a:prstGeom>
          <a:noFill/>
          <a:ln/>
        </p:spPr>
        <p:txBody>
          <a:bodyPr wrap="square" lIns="0" tIns="0" rIns="0" bIns="0" rtlCol="0" anchor="t"/>
          <a:lstStyle/>
          <a:p>
            <a:pPr algn="ctr" indent="0" marL="0">
              <a:buNone/>
            </a:pPr>
            <a:r>
              <a:rPr lang="en-US" sz="900" b="1" dirty="0">
                <a:solidFill>
                  <a:srgbClr val="5A6494"/>
                </a:solidFill>
                <a:latin typeface="Courier New" pitchFamily="34" charset="0"/>
                <a:ea typeface="Courier New" pitchFamily="34" charset="-122"/>
                <a:cs typeface="Courier New" pitchFamily="34" charset="-120"/>
              </a:rPr>
              <a:t>FUN ZONE</a:t>
            </a:r>
            <a:endParaRPr lang="en-US" sz="900" dirty="0"/>
          </a:p>
        </p:txBody>
      </p:sp>
      <p:sp>
        <p:nvSpPr>
          <p:cNvPr id="33" name="Shape 19"/>
          <p:cNvSpPr/>
          <p:nvPr/>
        </p:nvSpPr>
        <p:spPr>
          <a:xfrm>
            <a:off x="5486400" y="5230368"/>
            <a:ext cx="566928" cy="566928"/>
          </a:xfrm>
          <a:prstGeom prst="ellipse">
            <a:avLst/>
          </a:prstGeom>
          <a:solidFill>
            <a:srgbClr val="1A2353"/>
          </a:solidFill>
          <a:ln w="25400">
            <a:solidFill>
              <a:srgbClr val="3A4370"/>
            </a:solidFill>
            <a:prstDash val="solid"/>
          </a:ln>
        </p:spPr>
      </p:sp>
      <p:pic>
        <p:nvPicPr>
          <p:cNvPr id="34" name="Image 12" descr="/tmp/claude-0/-home-user-ashton212123/6ae88841-e158-5430-ba3a-d930461fce9f/scratchpad/build/assets/icons/FaLock_5A6494.png">    </p:cNvPr>
          <p:cNvPicPr>
            <a:picLocks noChangeAspect="1"/>
          </p:cNvPicPr>
          <p:nvPr/>
        </p:nvPicPr>
        <p:blipFill>
          <a:blip r:embed="rId13"/>
          <a:stretch>
            <a:fillRect/>
          </a:stretch>
        </p:blipFill>
        <p:spPr>
          <a:xfrm>
            <a:off x="5633801" y="5377769"/>
            <a:ext cx="272125" cy="272125"/>
          </a:xfrm>
          <a:prstGeom prst="rect">
            <a:avLst/>
          </a:prstGeom>
        </p:spPr>
      </p:pic>
      <p:sp>
        <p:nvSpPr>
          <p:cNvPr id="35" name="Text 20"/>
          <p:cNvSpPr txBox="1"/>
          <p:nvPr/>
        </p:nvSpPr>
        <p:spPr>
          <a:xfrm>
            <a:off x="5038344" y="5852160"/>
            <a:ext cx="1463040" cy="256032"/>
          </a:xfrm>
          <a:prstGeom prst="rect">
            <a:avLst/>
          </a:prstGeom>
          <a:noFill/>
          <a:ln/>
        </p:spPr>
        <p:txBody>
          <a:bodyPr wrap="square" lIns="0" tIns="0" rIns="0" bIns="0" rtlCol="0" anchor="t"/>
          <a:lstStyle/>
          <a:p>
            <a:pPr algn="ctr" indent="0" marL="0">
              <a:buNone/>
            </a:pPr>
            <a:r>
              <a:rPr lang="en-US" sz="900" b="1" dirty="0">
                <a:solidFill>
                  <a:srgbClr val="5A6494"/>
                </a:solidFill>
                <a:latin typeface="Courier New" pitchFamily="34" charset="0"/>
                <a:ea typeface="Courier New" pitchFamily="34" charset="-122"/>
                <a:cs typeface="Courier New" pitchFamily="34" charset="-120"/>
              </a:rPr>
              <a:t>WORLD</a:t>
            </a:r>
            <a:endParaRPr lang="en-US" sz="900" dirty="0"/>
          </a:p>
        </p:txBody>
      </p:sp>
      <p:sp>
        <p:nvSpPr>
          <p:cNvPr id="36" name="Shape 21"/>
          <p:cNvSpPr/>
          <p:nvPr/>
        </p:nvSpPr>
        <p:spPr>
          <a:xfrm>
            <a:off x="7086600" y="5230368"/>
            <a:ext cx="566928" cy="566928"/>
          </a:xfrm>
          <a:prstGeom prst="ellipse">
            <a:avLst/>
          </a:prstGeom>
          <a:solidFill>
            <a:srgbClr val="1A2353"/>
          </a:solidFill>
          <a:ln w="25400">
            <a:solidFill>
              <a:srgbClr val="3A4370"/>
            </a:solidFill>
            <a:prstDash val="solid"/>
          </a:ln>
        </p:spPr>
      </p:sp>
      <p:pic>
        <p:nvPicPr>
          <p:cNvPr id="37" name="Image 13" descr="/tmp/claude-0/-home-user-ashton212123/6ae88841-e158-5430-ba3a-d930461fce9f/scratchpad/build/assets/icons/FaLock_5A6494.png">    </p:cNvPr>
          <p:cNvPicPr>
            <a:picLocks noChangeAspect="1"/>
          </p:cNvPicPr>
          <p:nvPr/>
        </p:nvPicPr>
        <p:blipFill>
          <a:blip r:embed="rId14"/>
          <a:stretch>
            <a:fillRect/>
          </a:stretch>
        </p:blipFill>
        <p:spPr>
          <a:xfrm>
            <a:off x="7234001" y="5377769"/>
            <a:ext cx="272125" cy="272125"/>
          </a:xfrm>
          <a:prstGeom prst="rect">
            <a:avLst/>
          </a:prstGeom>
        </p:spPr>
      </p:pic>
      <p:sp>
        <p:nvSpPr>
          <p:cNvPr id="38" name="Text 22"/>
          <p:cNvSpPr txBox="1"/>
          <p:nvPr/>
        </p:nvSpPr>
        <p:spPr>
          <a:xfrm>
            <a:off x="6638544" y="5852160"/>
            <a:ext cx="1463040" cy="256032"/>
          </a:xfrm>
          <a:prstGeom prst="rect">
            <a:avLst/>
          </a:prstGeom>
          <a:noFill/>
          <a:ln/>
        </p:spPr>
        <p:txBody>
          <a:bodyPr wrap="square" lIns="0" tIns="0" rIns="0" bIns="0" rtlCol="0" anchor="t"/>
          <a:lstStyle/>
          <a:p>
            <a:pPr algn="ctr" indent="0" marL="0">
              <a:buNone/>
            </a:pPr>
            <a:r>
              <a:rPr lang="en-US" sz="900" b="1" dirty="0">
                <a:solidFill>
                  <a:srgbClr val="5A6494"/>
                </a:solidFill>
                <a:latin typeface="Courier New" pitchFamily="34" charset="0"/>
                <a:ea typeface="Courier New" pitchFamily="34" charset="-122"/>
                <a:cs typeface="Courier New" pitchFamily="34" charset="-120"/>
              </a:rPr>
              <a:t>CORE</a:t>
            </a:r>
            <a:endParaRPr lang="en-US" sz="900" dirty="0"/>
          </a:p>
        </p:txBody>
      </p:sp>
      <p:sp>
        <p:nvSpPr>
          <p:cNvPr id="39" name="Link - ENTER SECTOR">
            <a:hlinkClick r:id="rId18" action="ppaction://hlinksldjump" highlightClick="1"/>
          </p:cNvPr>
          <p:cNvSpPr txBox="1"/>
          <p:nvPr/>
        </p:nvSpPr>
        <p:spPr>
          <a:xfrm>
            <a:off x="9144000" y="5257800"/>
            <a:ext cx="2587752" cy="731520"/>
          </a:xfrm>
          <a:prstGeom prst="roundRect">
            <a:avLst>
              <a:gd name="adj" fmla="val 12500"/>
            </a:avLst>
          </a:prstGeom>
          <a:solidFill>
            <a:srgbClr val="FF7A45"/>
          </a:solidFill>
          <a:ln w="25400">
            <a:solidFill>
              <a:srgbClr val="FF7A45"/>
            </a:solidFill>
          </a:ln>
          <a:effectLst>
            <a:outerShdw sx="100000" sy="100000" kx="0" ky="0" algn="bl" rotWithShape="0" blurRad="177800" dist="50800" dir="5400000">
              <a:srgbClr val="FF7A45">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ENTER SECTOR</a:t>
            </a:r>
            <a:endParaRPr lang="en-US" sz="1600" dirty="0"/>
          </a:p>
        </p:txBody>
      </p:sp>
    </p:spTree>
  </p:cSld>
  <p:clrMapOvr>
    <a:masterClrMapping/>
  </p:clrMapOvr>
  <p:transition spd="med" advClick="0">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F7A45"/>
                </a:solidFill>
                <a:latin typeface="Courier New" pitchFamily="34" charset="0"/>
                <a:ea typeface="Courier New" pitchFamily="34" charset="-122"/>
                <a:cs typeface="Courier New" pitchFamily="34" charset="-120"/>
              </a:rPr>
              <a:t>&gt; ENTERING SECTOR 02</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7"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Shape 4"/>
          <p:cNvSpPr/>
          <p:nvPr/>
        </p:nvSpPr>
        <p:spPr>
          <a:xfrm>
            <a:off x="548640" y="1097280"/>
            <a:ext cx="1828800" cy="1828800"/>
          </a:xfrm>
          <a:prstGeom prst="ellipse">
            <a:avLst/>
          </a:prstGeom>
          <a:solidFill>
            <a:srgbClr val="1A2353"/>
          </a:solidFill>
          <a:ln w="38100">
            <a:solidFill>
              <a:srgbClr val="FF7A45"/>
            </a:solidFill>
            <a:prstDash val="solid"/>
          </a:ln>
          <a:effectLst>
            <a:outerShdw sx="100000" sy="100000" kx="0" ky="0" algn="bl" rotWithShape="0" blurRad="152400" dist="50800" dir="5400000">
              <a:srgbClr val="FF7A45">
                <a:alpha val="45000"/>
              </a:srgbClr>
            </a:outerShdw>
          </a:effectLst>
        </p:spPr>
      </p:sp>
      <p:pic>
        <p:nvPicPr>
          <p:cNvPr id="14" name="Image 7" descr="/tmp/claude-0/-home-user-ashton212123/6ae88841-e158-5430-ba3a-d930461fce9f/scratchpad/build/assets/icons/FaHourglassHalf_FF7A45.png">    </p:cNvPr>
          <p:cNvPicPr>
            <a:picLocks noChangeAspect="1"/>
          </p:cNvPicPr>
          <p:nvPr/>
        </p:nvPicPr>
        <p:blipFill>
          <a:blip r:embed="rId8"/>
          <a:stretch>
            <a:fillRect/>
          </a:stretch>
        </p:blipFill>
        <p:spPr>
          <a:xfrm>
            <a:off x="950976" y="1499616"/>
            <a:ext cx="1024128" cy="1024128"/>
          </a:xfrm>
          <a:prstGeom prst="rect">
            <a:avLst/>
          </a:prstGeom>
        </p:spPr>
      </p:pic>
      <p:sp>
        <p:nvSpPr>
          <p:cNvPr id="15" name="Text 5"/>
          <p:cNvSpPr txBox="1"/>
          <p:nvPr/>
        </p:nvSpPr>
        <p:spPr>
          <a:xfrm>
            <a:off x="2743200" y="1115568"/>
            <a:ext cx="5486400" cy="365760"/>
          </a:xfrm>
          <a:prstGeom prst="rect">
            <a:avLst/>
          </a:prstGeom>
          <a:noFill/>
          <a:ln/>
        </p:spPr>
        <p:txBody>
          <a:bodyPr wrap="square" lIns="0" tIns="0" rIns="0" bIns="0" rtlCol="0" anchor="t"/>
          <a:lstStyle/>
          <a:p>
            <a:pPr indent="0" marL="0">
              <a:buNone/>
            </a:pPr>
            <a:r>
              <a:rPr lang="en-US" sz="1600" b="1" dirty="0">
                <a:solidFill>
                  <a:srgbClr val="FF7A45"/>
                </a:solidFill>
                <a:latin typeface="Courier New" pitchFamily="34" charset="0"/>
                <a:ea typeface="Courier New" pitchFamily="34" charset="-122"/>
                <a:cs typeface="Courier New" pitchFamily="34" charset="-120"/>
              </a:rPr>
              <a:t>SECTOR 02</a:t>
            </a:r>
            <a:endParaRPr lang="en-US" sz="1600" dirty="0"/>
          </a:p>
        </p:txBody>
      </p:sp>
      <p:sp>
        <p:nvSpPr>
          <p:cNvPr id="16" name="Text 6"/>
          <p:cNvSpPr txBox="1"/>
          <p:nvPr/>
        </p:nvSpPr>
        <p:spPr>
          <a:xfrm>
            <a:off x="2743200" y="1463040"/>
            <a:ext cx="8988552" cy="777240"/>
          </a:xfrm>
          <a:prstGeom prst="rect">
            <a:avLst/>
          </a:prstGeom>
          <a:noFill/>
          <a:ln/>
        </p:spPr>
        <p:txBody>
          <a:bodyPr wrap="square" lIns="0" tIns="0" rIns="0" bIns="0" rtlCol="0" anchor="t"/>
          <a:lstStyle/>
          <a:p>
            <a:pPr indent="0" marL="0">
              <a:buNone/>
            </a:pPr>
            <a:r>
              <a:rPr lang="en-US" sz="3600" dirty="0">
                <a:solidFill>
                  <a:srgbClr val="EAF2FF"/>
                </a:solidFill>
                <a:latin typeface="Arial Black" pitchFamily="34" charset="0"/>
                <a:ea typeface="Arial Black" pitchFamily="34" charset="-122"/>
                <a:cs typeface="Arial Black" pitchFamily="34" charset="-120"/>
              </a:rPr>
              <a:t>THE TIME VAULT</a:t>
            </a:r>
            <a:endParaRPr lang="en-US" sz="3600" dirty="0"/>
          </a:p>
        </p:txBody>
      </p:sp>
      <p:sp>
        <p:nvSpPr>
          <p:cNvPr id="17" name="Text 7"/>
          <p:cNvSpPr txBox="1"/>
          <p:nvPr/>
        </p:nvSpPr>
        <p:spPr>
          <a:xfrm>
            <a:off x="2743200" y="2267712"/>
            <a:ext cx="8988552" cy="365760"/>
          </a:xfrm>
          <a:prstGeom prst="rect">
            <a:avLst/>
          </a:prstGeom>
          <a:noFill/>
          <a:ln/>
        </p:spPr>
        <p:txBody>
          <a:bodyPr wrap="square" lIns="0" tIns="0" rIns="0" bIns="0" rtlCol="0" anchor="t"/>
          <a:lstStyle/>
          <a:p>
            <a:pPr indent="0" marL="0">
              <a:buNone/>
            </a:pPr>
            <a:r>
              <a:rPr lang="en-US" sz="1600" dirty="0">
                <a:solidFill>
                  <a:srgbClr val="9AA6D9"/>
                </a:solidFill>
                <a:latin typeface="Calibri" pitchFamily="34" charset="0"/>
                <a:ea typeface="Calibri" pitchFamily="34" charset="-122"/>
                <a:cs typeface="Calibri" pitchFamily="34" charset="-120"/>
              </a:rPr>
              <a:t>Topic: Philippine History</a:t>
            </a:r>
            <a:endParaRPr lang="en-US" sz="1600" dirty="0"/>
          </a:p>
        </p:txBody>
      </p:sp>
      <p:pic>
        <p:nvPicPr>
          <p:cNvPr id="18" name="Image 8" descr="/tmp/claude-0/-home-user-ashton212123/6ae88841-e158-5430-ba3a-d930461fce9f/scratchpad/build/assets/byte.png">    </p:cNvPr>
          <p:cNvPicPr>
            <a:picLocks noChangeAspect="1"/>
          </p:cNvPicPr>
          <p:nvPr/>
        </p:nvPicPr>
        <p:blipFill>
          <a:blip r:embed="rId9"/>
          <a:stretch>
            <a:fillRect/>
          </a:stretch>
        </p:blipFill>
        <p:spPr>
          <a:xfrm>
            <a:off x="868680" y="3017520"/>
            <a:ext cx="1143000" cy="1783080"/>
          </a:xfrm>
          <a:prstGeom prst="rect">
            <a:avLst/>
          </a:prstGeom>
        </p:spPr>
      </p:pic>
      <p:sp>
        <p:nvSpPr>
          <p:cNvPr id="19" name="Shape 8"/>
          <p:cNvSpPr/>
          <p:nvPr/>
        </p:nvSpPr>
        <p:spPr>
          <a:xfrm>
            <a:off x="2743200" y="3017520"/>
            <a:ext cx="8988552" cy="1600200"/>
          </a:xfrm>
          <a:prstGeom prst="roundRect">
            <a:avLst>
              <a:gd name="adj" fmla="val 6857"/>
            </a:avLst>
          </a:prstGeom>
          <a:solidFill>
            <a:srgbClr val="121A3F">
              <a:alpha val="94000"/>
            </a:srgbClr>
          </a:solidFill>
          <a:ln w="22225">
            <a:solidFill>
              <a:srgbClr val="2DE2E6"/>
            </a:solidFill>
            <a:prstDash val="solid"/>
          </a:ln>
          <a:effectLst>
            <a:outerShdw sx="100000" sy="100000" kx="0" ky="0" algn="bl" rotWithShape="0" blurRad="203200" dist="50800" dir="5400000">
              <a:srgbClr val="2DE2E6">
                <a:alpha val="45000"/>
              </a:srgbClr>
            </a:outerShdw>
          </a:effectLst>
        </p:spPr>
      </p:sp>
      <p:sp>
        <p:nvSpPr>
          <p:cNvPr id="20" name="Text 9"/>
          <p:cNvSpPr txBox="1"/>
          <p:nvPr/>
        </p:nvSpPr>
        <p:spPr>
          <a:xfrm>
            <a:off x="3017520" y="2816352"/>
            <a:ext cx="1188720" cy="384048"/>
          </a:xfrm>
          <a:prstGeom prst="roundRect">
            <a:avLst>
              <a:gd name="adj" fmla="val 14286"/>
            </a:avLst>
          </a:prstGeom>
          <a:solidFill>
            <a:srgbClr val="2DE2E6"/>
          </a:solidFill>
          <a:ln/>
        </p:spPr>
        <p:txBody>
          <a:bodyPr wrap="square" lIns="0" tIns="0" rIns="0" bIns="0" rtlCol="0" anchor="ctr"/>
          <a:lstStyle/>
          <a:p>
            <a:pPr algn="ctr" indent="0" marL="0">
              <a:buNone/>
            </a:pPr>
            <a:r>
              <a:rPr lang="en-US" sz="1300" b="1" dirty="0">
                <a:solidFill>
                  <a:srgbClr val="0A0F24"/>
                </a:solidFill>
                <a:latin typeface="Courier New" pitchFamily="34" charset="0"/>
                <a:ea typeface="Courier New" pitchFamily="34" charset="-122"/>
                <a:cs typeface="Courier New" pitchFamily="34" charset="-120"/>
              </a:rPr>
              <a:t>BYTE</a:t>
            </a:r>
            <a:endParaRPr lang="en-US" sz="1300" dirty="0"/>
          </a:p>
        </p:txBody>
      </p:sp>
      <p:sp>
        <p:nvSpPr>
          <p:cNvPr id="21" name="Text 10"/>
          <p:cNvSpPr txBox="1"/>
          <p:nvPr/>
        </p:nvSpPr>
        <p:spPr>
          <a:xfrm>
            <a:off x="3063240" y="3364992"/>
            <a:ext cx="8348472" cy="1097280"/>
          </a:xfrm>
          <a:prstGeom prst="rect">
            <a:avLst/>
          </a:prstGeom>
          <a:noFill/>
          <a:ln/>
        </p:spPr>
        <p:txBody>
          <a:bodyPr wrap="square" lIns="0" tIns="0" rIns="0" bIns="0" rtlCol="0" anchor="t"/>
          <a:lstStyle/>
          <a:p>
            <a:pPr indent="0" marL="0">
              <a:spcAft>
                <a:spcPts val="400"/>
              </a:spcAft>
              <a:buNone/>
            </a:pPr>
            <a:r>
              <a:rPr lang="en-US" sz="1600" dirty="0">
                <a:solidFill>
                  <a:srgbClr val="EAF2FF"/>
                </a:solidFill>
                <a:latin typeface="Calibri" pitchFamily="34" charset="0"/>
                <a:ea typeface="Calibri" pitchFamily="34" charset="-122"/>
                <a:cs typeface="Calibri" pitchFamily="34" charset="-120"/>
              </a:rPr>
              <a:t>NULL is erasing the computer's history files! The Time Vault only opens for players who remember the past. Answer 3 questions to earn the second Code Fragment!</a:t>
            </a:r>
            <a:endParaRPr lang="en-US" sz="1600" dirty="0"/>
          </a:p>
        </p:txBody>
      </p:sp>
      <p:sp>
        <p:nvSpPr>
          <p:cNvPr id="22" name="Text 11"/>
          <p:cNvSpPr txBox="1"/>
          <p:nvPr/>
        </p:nvSpPr>
        <p:spPr>
          <a:xfrm>
            <a:off x="548640" y="4892040"/>
            <a:ext cx="2743200" cy="274320"/>
          </a:xfrm>
          <a:prstGeom prst="rect">
            <a:avLst/>
          </a:prstGeom>
          <a:noFill/>
          <a:ln/>
        </p:spPr>
        <p:txBody>
          <a:bodyPr wrap="square" lIns="0" tIns="0" rIns="0" bIns="0" rtlCol="0" anchor="t"/>
          <a:lstStyle/>
          <a:p>
            <a:pPr indent="0" marL="0">
              <a:buNone/>
            </a:pPr>
            <a:r>
              <a:rPr lang="en-US" sz="1000" b="1" dirty="0">
                <a:solidFill>
                  <a:srgbClr val="9AA6D9"/>
                </a:solidFill>
                <a:latin typeface="Courier New" pitchFamily="34" charset="0"/>
                <a:ea typeface="Courier New" pitchFamily="34" charset="-122"/>
                <a:cs typeface="Courier New" pitchFamily="34" charset="-120"/>
              </a:rPr>
              <a:t>MISSION MAP</a:t>
            </a:r>
            <a:endParaRPr lang="en-US" sz="1000" dirty="0"/>
          </a:p>
        </p:txBody>
      </p:sp>
      <p:sp>
        <p:nvSpPr>
          <p:cNvPr id="23" name="Shape 12"/>
          <p:cNvSpPr/>
          <p:nvPr/>
        </p:nvSpPr>
        <p:spPr>
          <a:xfrm>
            <a:off x="969264" y="5513832"/>
            <a:ext cx="6400800" cy="0"/>
          </a:xfrm>
          <a:prstGeom prst="line">
            <a:avLst/>
          </a:prstGeom>
          <a:noFill/>
          <a:ln w="38100">
            <a:solidFill>
              <a:srgbClr val="3A4370"/>
            </a:solidFill>
            <a:prstDash val="dash"/>
          </a:ln>
        </p:spPr>
      </p:sp>
      <p:sp>
        <p:nvSpPr>
          <p:cNvPr id="24" name="Shape 13"/>
          <p:cNvSpPr/>
          <p:nvPr/>
        </p:nvSpPr>
        <p:spPr>
          <a:xfrm>
            <a:off x="685800" y="5230368"/>
            <a:ext cx="566928" cy="566928"/>
          </a:xfrm>
          <a:prstGeom prst="ellipse">
            <a:avLst/>
          </a:prstGeom>
          <a:solidFill>
            <a:srgbClr val="4BF0A0"/>
          </a:solidFill>
          <a:ln w="25400">
            <a:solidFill>
              <a:srgbClr val="4BF0A0"/>
            </a:solidFill>
            <a:prstDash val="solid"/>
          </a:ln>
        </p:spPr>
      </p:sp>
      <p:pic>
        <p:nvPicPr>
          <p:cNvPr id="25" name="Image 9" descr="/tmp/claude-0/-home-user-ashton212123/6ae88841-e158-5430-ba3a-d930461fce9f/scratchpad/build/assets/icons/FaCheck_0A0F24.png">    </p:cNvPr>
          <p:cNvPicPr>
            <a:picLocks noChangeAspect="1"/>
          </p:cNvPicPr>
          <p:nvPr/>
        </p:nvPicPr>
        <p:blipFill>
          <a:blip r:embed="rId10"/>
          <a:stretch>
            <a:fillRect/>
          </a:stretch>
        </p:blipFill>
        <p:spPr>
          <a:xfrm>
            <a:off x="821863" y="5366431"/>
            <a:ext cx="294803" cy="294803"/>
          </a:xfrm>
          <a:prstGeom prst="rect">
            <a:avLst/>
          </a:prstGeom>
        </p:spPr>
      </p:pic>
      <p:sp>
        <p:nvSpPr>
          <p:cNvPr id="26" name="Text 14"/>
          <p:cNvSpPr txBox="1"/>
          <p:nvPr/>
        </p:nvSpPr>
        <p:spPr>
          <a:xfrm>
            <a:off x="237744" y="5852160"/>
            <a:ext cx="1463040" cy="256032"/>
          </a:xfrm>
          <a:prstGeom prst="rect">
            <a:avLst/>
          </a:prstGeom>
          <a:noFill/>
          <a:ln/>
        </p:spPr>
        <p:txBody>
          <a:bodyPr wrap="square" lIns="0" tIns="0" rIns="0" bIns="0" rtlCol="0" anchor="t"/>
          <a:lstStyle/>
          <a:p>
            <a:pPr algn="ctr" indent="0" marL="0">
              <a:buNone/>
            </a:pPr>
            <a:r>
              <a:rPr lang="en-US" sz="900" b="1" dirty="0">
                <a:solidFill>
                  <a:srgbClr val="4BF0A0"/>
                </a:solidFill>
                <a:latin typeface="Courier New" pitchFamily="34" charset="0"/>
                <a:ea typeface="Courier New" pitchFamily="34" charset="-122"/>
                <a:cs typeface="Courier New" pitchFamily="34" charset="-120"/>
              </a:rPr>
              <a:t>SCIENCE</a:t>
            </a:r>
            <a:endParaRPr lang="en-US" sz="900" dirty="0"/>
          </a:p>
        </p:txBody>
      </p:sp>
      <p:sp>
        <p:nvSpPr>
          <p:cNvPr id="27" name="Shape 15"/>
          <p:cNvSpPr/>
          <p:nvPr/>
        </p:nvSpPr>
        <p:spPr>
          <a:xfrm>
            <a:off x="2286000" y="5230368"/>
            <a:ext cx="566928" cy="566928"/>
          </a:xfrm>
          <a:prstGeom prst="ellipse">
            <a:avLst/>
          </a:prstGeom>
          <a:solidFill>
            <a:srgbClr val="1A2353"/>
          </a:solidFill>
          <a:ln w="31750">
            <a:solidFill>
              <a:srgbClr val="FF7A45"/>
            </a:solidFill>
            <a:prstDash val="solid"/>
          </a:ln>
          <a:effectLst>
            <a:outerShdw sx="100000" sy="100000" kx="0" ky="0" algn="bl" rotWithShape="0" blurRad="152400" dist="50800" dir="5400000">
              <a:srgbClr val="FF7A45">
                <a:alpha val="45000"/>
              </a:srgbClr>
            </a:outerShdw>
          </a:effectLst>
        </p:spPr>
      </p:sp>
      <p:pic>
        <p:nvPicPr>
          <p:cNvPr id="28" name="Image 10" descr="/tmp/claude-0/-home-user-ashton212123/6ae88841-e158-5430-ba3a-d930461fce9f/scratchpad/build/assets/icons/FaHourglassHalf_FF7A45.png">    </p:cNvPr>
          <p:cNvPicPr>
            <a:picLocks noChangeAspect="1"/>
          </p:cNvPicPr>
          <p:nvPr/>
        </p:nvPicPr>
        <p:blipFill>
          <a:blip r:embed="rId11"/>
          <a:stretch>
            <a:fillRect/>
          </a:stretch>
        </p:blipFill>
        <p:spPr>
          <a:xfrm>
            <a:off x="2399386" y="5343754"/>
            <a:ext cx="340157" cy="340157"/>
          </a:xfrm>
          <a:prstGeom prst="rect">
            <a:avLst/>
          </a:prstGeom>
        </p:spPr>
      </p:pic>
      <p:sp>
        <p:nvSpPr>
          <p:cNvPr id="29" name="Text 16"/>
          <p:cNvSpPr txBox="1"/>
          <p:nvPr/>
        </p:nvSpPr>
        <p:spPr>
          <a:xfrm>
            <a:off x="1837944" y="5852160"/>
            <a:ext cx="1463040" cy="256032"/>
          </a:xfrm>
          <a:prstGeom prst="rect">
            <a:avLst/>
          </a:prstGeom>
          <a:noFill/>
          <a:ln/>
        </p:spPr>
        <p:txBody>
          <a:bodyPr wrap="square" lIns="0" tIns="0" rIns="0" bIns="0" rtlCol="0" anchor="t"/>
          <a:lstStyle/>
          <a:p>
            <a:pPr algn="ctr" indent="0" marL="0">
              <a:buNone/>
            </a:pPr>
            <a:r>
              <a:rPr lang="en-US" sz="900" b="1" dirty="0">
                <a:solidFill>
                  <a:srgbClr val="FF7A45"/>
                </a:solidFill>
                <a:latin typeface="Courier New" pitchFamily="34" charset="0"/>
                <a:ea typeface="Courier New" pitchFamily="34" charset="-122"/>
                <a:cs typeface="Courier New" pitchFamily="34" charset="-120"/>
              </a:rPr>
              <a:t>HISTORY</a:t>
            </a:r>
            <a:endParaRPr lang="en-US" sz="900" dirty="0"/>
          </a:p>
        </p:txBody>
      </p:sp>
      <p:sp>
        <p:nvSpPr>
          <p:cNvPr id="30" name="Shape 17"/>
          <p:cNvSpPr/>
          <p:nvPr/>
        </p:nvSpPr>
        <p:spPr>
          <a:xfrm>
            <a:off x="3886200" y="5230368"/>
            <a:ext cx="566928" cy="566928"/>
          </a:xfrm>
          <a:prstGeom prst="ellipse">
            <a:avLst/>
          </a:prstGeom>
          <a:solidFill>
            <a:srgbClr val="1A2353"/>
          </a:solidFill>
          <a:ln w="25400">
            <a:solidFill>
              <a:srgbClr val="3A4370"/>
            </a:solidFill>
            <a:prstDash val="solid"/>
          </a:ln>
        </p:spPr>
      </p:sp>
      <p:pic>
        <p:nvPicPr>
          <p:cNvPr id="31" name="Image 11" descr="/tmp/claude-0/-home-user-ashton212123/6ae88841-e158-5430-ba3a-d930461fce9f/scratchpad/build/assets/icons/FaLock_5A6494.png">    </p:cNvPr>
          <p:cNvPicPr>
            <a:picLocks noChangeAspect="1"/>
          </p:cNvPicPr>
          <p:nvPr/>
        </p:nvPicPr>
        <p:blipFill>
          <a:blip r:embed="rId12"/>
          <a:stretch>
            <a:fillRect/>
          </a:stretch>
        </p:blipFill>
        <p:spPr>
          <a:xfrm>
            <a:off x="4033601" y="5377769"/>
            <a:ext cx="272125" cy="272125"/>
          </a:xfrm>
          <a:prstGeom prst="rect">
            <a:avLst/>
          </a:prstGeom>
        </p:spPr>
      </p:pic>
      <p:sp>
        <p:nvSpPr>
          <p:cNvPr id="32" name="Text 18"/>
          <p:cNvSpPr txBox="1"/>
          <p:nvPr/>
        </p:nvSpPr>
        <p:spPr>
          <a:xfrm>
            <a:off x="3438144" y="5852160"/>
            <a:ext cx="1463040" cy="256032"/>
          </a:xfrm>
          <a:prstGeom prst="rect">
            <a:avLst/>
          </a:prstGeom>
          <a:noFill/>
          <a:ln/>
        </p:spPr>
        <p:txBody>
          <a:bodyPr wrap="square" lIns="0" tIns="0" rIns="0" bIns="0" rtlCol="0" anchor="t"/>
          <a:lstStyle/>
          <a:p>
            <a:pPr algn="ctr" indent="0" marL="0">
              <a:buNone/>
            </a:pPr>
            <a:r>
              <a:rPr lang="en-US" sz="900" b="1" dirty="0">
                <a:solidFill>
                  <a:srgbClr val="5A6494"/>
                </a:solidFill>
                <a:latin typeface="Courier New" pitchFamily="34" charset="0"/>
                <a:ea typeface="Courier New" pitchFamily="34" charset="-122"/>
                <a:cs typeface="Courier New" pitchFamily="34" charset="-120"/>
              </a:rPr>
              <a:t>FUN ZONE</a:t>
            </a:r>
            <a:endParaRPr lang="en-US" sz="900" dirty="0"/>
          </a:p>
        </p:txBody>
      </p:sp>
      <p:sp>
        <p:nvSpPr>
          <p:cNvPr id="33" name="Shape 19"/>
          <p:cNvSpPr/>
          <p:nvPr/>
        </p:nvSpPr>
        <p:spPr>
          <a:xfrm>
            <a:off x="5486400" y="5230368"/>
            <a:ext cx="566928" cy="566928"/>
          </a:xfrm>
          <a:prstGeom prst="ellipse">
            <a:avLst/>
          </a:prstGeom>
          <a:solidFill>
            <a:srgbClr val="1A2353"/>
          </a:solidFill>
          <a:ln w="25400">
            <a:solidFill>
              <a:srgbClr val="3A4370"/>
            </a:solidFill>
            <a:prstDash val="solid"/>
          </a:ln>
        </p:spPr>
      </p:sp>
      <p:pic>
        <p:nvPicPr>
          <p:cNvPr id="34" name="Image 12" descr="/tmp/claude-0/-home-user-ashton212123/6ae88841-e158-5430-ba3a-d930461fce9f/scratchpad/build/assets/icons/FaLock_5A6494.png">    </p:cNvPr>
          <p:cNvPicPr>
            <a:picLocks noChangeAspect="1"/>
          </p:cNvPicPr>
          <p:nvPr/>
        </p:nvPicPr>
        <p:blipFill>
          <a:blip r:embed="rId13"/>
          <a:stretch>
            <a:fillRect/>
          </a:stretch>
        </p:blipFill>
        <p:spPr>
          <a:xfrm>
            <a:off x="5633801" y="5377769"/>
            <a:ext cx="272125" cy="272125"/>
          </a:xfrm>
          <a:prstGeom prst="rect">
            <a:avLst/>
          </a:prstGeom>
        </p:spPr>
      </p:pic>
      <p:sp>
        <p:nvSpPr>
          <p:cNvPr id="35" name="Text 20"/>
          <p:cNvSpPr txBox="1"/>
          <p:nvPr/>
        </p:nvSpPr>
        <p:spPr>
          <a:xfrm>
            <a:off x="5038344" y="5852160"/>
            <a:ext cx="1463040" cy="256032"/>
          </a:xfrm>
          <a:prstGeom prst="rect">
            <a:avLst/>
          </a:prstGeom>
          <a:noFill/>
          <a:ln/>
        </p:spPr>
        <p:txBody>
          <a:bodyPr wrap="square" lIns="0" tIns="0" rIns="0" bIns="0" rtlCol="0" anchor="t"/>
          <a:lstStyle/>
          <a:p>
            <a:pPr algn="ctr" indent="0" marL="0">
              <a:buNone/>
            </a:pPr>
            <a:r>
              <a:rPr lang="en-US" sz="900" b="1" dirty="0">
                <a:solidFill>
                  <a:srgbClr val="5A6494"/>
                </a:solidFill>
                <a:latin typeface="Courier New" pitchFamily="34" charset="0"/>
                <a:ea typeface="Courier New" pitchFamily="34" charset="-122"/>
                <a:cs typeface="Courier New" pitchFamily="34" charset="-120"/>
              </a:rPr>
              <a:t>WORLD</a:t>
            </a:r>
            <a:endParaRPr lang="en-US" sz="900" dirty="0"/>
          </a:p>
        </p:txBody>
      </p:sp>
      <p:sp>
        <p:nvSpPr>
          <p:cNvPr id="36" name="Shape 21"/>
          <p:cNvSpPr/>
          <p:nvPr/>
        </p:nvSpPr>
        <p:spPr>
          <a:xfrm>
            <a:off x="7086600" y="5230368"/>
            <a:ext cx="566928" cy="566928"/>
          </a:xfrm>
          <a:prstGeom prst="ellipse">
            <a:avLst/>
          </a:prstGeom>
          <a:solidFill>
            <a:srgbClr val="1A2353"/>
          </a:solidFill>
          <a:ln w="25400">
            <a:solidFill>
              <a:srgbClr val="3A4370"/>
            </a:solidFill>
            <a:prstDash val="solid"/>
          </a:ln>
        </p:spPr>
      </p:sp>
      <p:pic>
        <p:nvPicPr>
          <p:cNvPr id="37" name="Image 13" descr="/tmp/claude-0/-home-user-ashton212123/6ae88841-e158-5430-ba3a-d930461fce9f/scratchpad/build/assets/icons/FaLock_5A6494.png">    </p:cNvPr>
          <p:cNvPicPr>
            <a:picLocks noChangeAspect="1"/>
          </p:cNvPicPr>
          <p:nvPr/>
        </p:nvPicPr>
        <p:blipFill>
          <a:blip r:embed="rId14"/>
          <a:stretch>
            <a:fillRect/>
          </a:stretch>
        </p:blipFill>
        <p:spPr>
          <a:xfrm>
            <a:off x="7234001" y="5377769"/>
            <a:ext cx="272125" cy="272125"/>
          </a:xfrm>
          <a:prstGeom prst="rect">
            <a:avLst/>
          </a:prstGeom>
        </p:spPr>
      </p:pic>
      <p:sp>
        <p:nvSpPr>
          <p:cNvPr id="38" name="Text 22"/>
          <p:cNvSpPr txBox="1"/>
          <p:nvPr/>
        </p:nvSpPr>
        <p:spPr>
          <a:xfrm>
            <a:off x="6638544" y="5852160"/>
            <a:ext cx="1463040" cy="256032"/>
          </a:xfrm>
          <a:prstGeom prst="rect">
            <a:avLst/>
          </a:prstGeom>
          <a:noFill/>
          <a:ln/>
        </p:spPr>
        <p:txBody>
          <a:bodyPr wrap="square" lIns="0" tIns="0" rIns="0" bIns="0" rtlCol="0" anchor="t"/>
          <a:lstStyle/>
          <a:p>
            <a:pPr algn="ctr" indent="0" marL="0">
              <a:buNone/>
            </a:pPr>
            <a:r>
              <a:rPr lang="en-US" sz="900" b="1" dirty="0">
                <a:solidFill>
                  <a:srgbClr val="5A6494"/>
                </a:solidFill>
                <a:latin typeface="Courier New" pitchFamily="34" charset="0"/>
                <a:ea typeface="Courier New" pitchFamily="34" charset="-122"/>
                <a:cs typeface="Courier New" pitchFamily="34" charset="-120"/>
              </a:rPr>
              <a:t>CORE</a:t>
            </a:r>
            <a:endParaRPr lang="en-US" sz="900" dirty="0"/>
          </a:p>
        </p:txBody>
      </p:sp>
      <p:sp>
        <p:nvSpPr>
          <p:cNvPr id="39" name="Link - ENTER SECTOR">
            <a:hlinkClick r:id="rId18" action="ppaction://hlinksldjump" highlightClick="1"/>
          </p:cNvPr>
          <p:cNvSpPr txBox="1"/>
          <p:nvPr/>
        </p:nvSpPr>
        <p:spPr>
          <a:xfrm>
            <a:off x="9144000" y="5257800"/>
            <a:ext cx="2587752" cy="731520"/>
          </a:xfrm>
          <a:prstGeom prst="roundRect">
            <a:avLst>
              <a:gd name="adj" fmla="val 12500"/>
            </a:avLst>
          </a:prstGeom>
          <a:solidFill>
            <a:srgbClr val="FF7A45"/>
          </a:solidFill>
          <a:ln w="25400">
            <a:solidFill>
              <a:srgbClr val="FF7A45"/>
            </a:solidFill>
          </a:ln>
          <a:effectLst>
            <a:outerShdw sx="100000" sy="100000" kx="0" ky="0" algn="bl" rotWithShape="0" blurRad="177800" dist="50800" dir="5400000">
              <a:srgbClr val="FF7A45">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ENTER SECTOR</a:t>
            </a:r>
            <a:endParaRPr lang="en-US" sz="1600" dirty="0"/>
          </a:p>
        </p:txBody>
      </p:sp>
    </p:spTree>
  </p:cSld>
  <p:clrMapOvr>
    <a:masterClrMapping/>
  </p:clrMapOvr>
  <p:transition spd="med" advClick="0">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F7A45"/>
                </a:solidFill>
                <a:latin typeface="Courier New" pitchFamily="34" charset="0"/>
                <a:ea typeface="Courier New" pitchFamily="34" charset="-122"/>
                <a:cs typeface="Courier New" pitchFamily="34" charset="-120"/>
              </a:rPr>
              <a:t>&gt; SECTOR 02 // TIME VAULT</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1"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1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FF7A45"/>
            </a:solidFill>
            <a:prstDash val="solid"/>
          </a:ln>
          <a:effectLst>
            <a:outerShdw sx="100000" sy="100000" kx="0" ky="0" algn="bl" rotWithShape="0" blurRad="203200" dist="50800" dir="5400000">
              <a:srgbClr val="FF7A45">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Which Filipino hero wrote the famous novels Noli Me Tangere and El Filibusterismo?</a:t>
            </a:r>
            <a:endParaRPr lang="en-US" sz="2200" dirty="0"/>
          </a:p>
        </p:txBody>
      </p:sp>
      <p:sp>
        <p:nvSpPr>
          <p:cNvPr id="17" name="Link - Answer A">
            <a:hlinkClick r:id="rId12" action="ppaction://hlinksldjump" highlightClick="1"/>
          </p:cNvPr>
          <p:cNvSpPr txBox="1"/>
          <p:nvPr/>
        </p:nvSpPr>
        <p:spPr>
          <a:xfrm>
            <a:off x="457200" y="3474720"/>
            <a:ext cx="5486400" cy="1234440"/>
          </a:xfrm>
          <a:prstGeom prst="roundRect">
            <a:avLst>
              <a:gd name="adj" fmla="val 7407"/>
            </a:avLst>
          </a:prstGeom>
          <a:solidFill>
            <a:srgbClr val="1A2353"/>
          </a:solidFill>
          <a:ln w="22225">
            <a:solidFill>
              <a:srgbClr val="FF7A45"/>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Andres Bonifacio</a:t>
            </a:r>
            <a:endParaRPr lang="en-US" sz="1800" dirty="0"/>
          </a:p>
        </p:txBody>
      </p:sp>
      <p:sp>
        <p:nvSpPr>
          <p:cNvPr id="18" name="Link - Answer A badge">
            <a:hlinkClick r:id="rId12" action="ppaction://hlinksldjump" highlightClick="1"/>
          </p:cNvPr>
          <p:cNvSpPr txBox="1"/>
          <p:nvPr/>
        </p:nvSpPr>
        <p:spPr>
          <a:xfrm>
            <a:off x="658368" y="3817620"/>
            <a:ext cx="548640" cy="548640"/>
          </a:xfrm>
          <a:prstGeom prst="ellipse">
            <a:avLst/>
          </a:prstGeom>
          <a:solidFill>
            <a:srgbClr val="FF7A45"/>
          </a:solidFill>
          <a:ln w="12700">
            <a:solidFill>
              <a:srgbClr val="FF7A4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19" name="Link - Answer B">
            <a:hlinkClick r:id="rId12" action="ppaction://hlinksldjump" highlightClick="1"/>
          </p:cNvPr>
          <p:cNvSpPr txBox="1"/>
          <p:nvPr/>
        </p:nvSpPr>
        <p:spPr>
          <a:xfrm>
            <a:off x="6245352" y="3474720"/>
            <a:ext cx="5486400" cy="1234440"/>
          </a:xfrm>
          <a:prstGeom prst="roundRect">
            <a:avLst>
              <a:gd name="adj" fmla="val 7407"/>
            </a:avLst>
          </a:prstGeom>
          <a:solidFill>
            <a:srgbClr val="1A2353"/>
          </a:solidFill>
          <a:ln w="22225">
            <a:solidFill>
              <a:srgbClr val="FF7A45"/>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Emilio Aguinaldo</a:t>
            </a:r>
            <a:endParaRPr lang="en-US" sz="1800" dirty="0"/>
          </a:p>
        </p:txBody>
      </p:sp>
      <p:sp>
        <p:nvSpPr>
          <p:cNvPr id="20" name="Link - Answer B badge">
            <a:hlinkClick r:id="rId12" action="ppaction://hlinksldjump" highlightClick="1"/>
          </p:cNvPr>
          <p:cNvSpPr txBox="1"/>
          <p:nvPr/>
        </p:nvSpPr>
        <p:spPr>
          <a:xfrm>
            <a:off x="6446520" y="3817620"/>
            <a:ext cx="548640" cy="548640"/>
          </a:xfrm>
          <a:prstGeom prst="ellipse">
            <a:avLst/>
          </a:prstGeom>
          <a:solidFill>
            <a:srgbClr val="FF7A45"/>
          </a:solidFill>
          <a:ln w="12700">
            <a:solidFill>
              <a:srgbClr val="FF7A4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
        <p:nvSpPr>
          <p:cNvPr id="21" name="Link - Answer C">
            <a:hlinkClick r:id="rId12" action="ppaction://hlinksldjump" highlightClick="1"/>
          </p:cNvPr>
          <p:cNvSpPr txBox="1"/>
          <p:nvPr/>
        </p:nvSpPr>
        <p:spPr>
          <a:xfrm>
            <a:off x="457200" y="4892040"/>
            <a:ext cx="5486400" cy="1234440"/>
          </a:xfrm>
          <a:prstGeom prst="roundRect">
            <a:avLst>
              <a:gd name="adj" fmla="val 7407"/>
            </a:avLst>
          </a:prstGeom>
          <a:solidFill>
            <a:srgbClr val="1A2353"/>
          </a:solidFill>
          <a:ln w="22225">
            <a:solidFill>
              <a:srgbClr val="FF7A45"/>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Apolinario Mabini</a:t>
            </a:r>
            <a:endParaRPr lang="en-US" sz="1800" dirty="0"/>
          </a:p>
        </p:txBody>
      </p:sp>
      <p:sp>
        <p:nvSpPr>
          <p:cNvPr id="22" name="Link - Answer C badge">
            <a:hlinkClick r:id="rId12" action="ppaction://hlinksldjump" highlightClick="1"/>
          </p:cNvPr>
          <p:cNvSpPr txBox="1"/>
          <p:nvPr/>
        </p:nvSpPr>
        <p:spPr>
          <a:xfrm>
            <a:off x="658368" y="5234940"/>
            <a:ext cx="548640" cy="548640"/>
          </a:xfrm>
          <a:prstGeom prst="ellipse">
            <a:avLst/>
          </a:prstGeom>
          <a:solidFill>
            <a:srgbClr val="FF7A45"/>
          </a:solidFill>
          <a:ln w="12700">
            <a:solidFill>
              <a:srgbClr val="FF7A4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sp>
        <p:nvSpPr>
          <p:cNvPr id="23" name="Link - Answer D">
            <a:hlinkClick r:id="rId13" action="ppaction://hlinksldjump" highlightClick="1"/>
          </p:cNvPr>
          <p:cNvSpPr txBox="1"/>
          <p:nvPr/>
        </p:nvSpPr>
        <p:spPr>
          <a:xfrm>
            <a:off x="6245352" y="4892040"/>
            <a:ext cx="5486400" cy="1234440"/>
          </a:xfrm>
          <a:prstGeom prst="roundRect">
            <a:avLst>
              <a:gd name="adj" fmla="val 7407"/>
            </a:avLst>
          </a:prstGeom>
          <a:solidFill>
            <a:srgbClr val="1A2353"/>
          </a:solidFill>
          <a:ln w="22225">
            <a:solidFill>
              <a:srgbClr val="FF7A45"/>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Jose Rizal</a:t>
            </a:r>
            <a:endParaRPr lang="en-US" sz="1800" dirty="0"/>
          </a:p>
        </p:txBody>
      </p:sp>
      <p:sp>
        <p:nvSpPr>
          <p:cNvPr id="24" name="Link - Answer D badge">
            <a:hlinkClick r:id="rId13" action="ppaction://hlinksldjump" highlightClick="1"/>
          </p:cNvPr>
          <p:cNvSpPr txBox="1"/>
          <p:nvPr/>
        </p:nvSpPr>
        <p:spPr>
          <a:xfrm>
            <a:off x="6446520" y="5234940"/>
            <a:ext cx="548640" cy="548640"/>
          </a:xfrm>
          <a:prstGeom prst="ellipse">
            <a:avLst/>
          </a:prstGeom>
          <a:solidFill>
            <a:srgbClr val="FF7A45"/>
          </a:solidFill>
          <a:ln w="12700">
            <a:solidFill>
              <a:srgbClr val="FF7A4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spTree>
  </p:cSld>
  <p:clrMapOvr>
    <a:masterClrMapping/>
  </p:clrMapOvr>
  <p:transition spd="med" advClick="0">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F7A45"/>
                </a:solidFill>
                <a:latin typeface="Courier New" pitchFamily="34" charset="0"/>
                <a:ea typeface="Courier New" pitchFamily="34" charset="-122"/>
                <a:cs typeface="Courier New" pitchFamily="34" charset="-120"/>
              </a:rPr>
              <a:t>&gt; SECTOR 02 // TIME VAULT</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1"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1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FF7A45"/>
            </a:solidFill>
            <a:prstDash val="solid"/>
          </a:ln>
          <a:effectLst>
            <a:outerShdw sx="100000" sy="100000" kx="0" ky="0" algn="bl" rotWithShape="0" blurRad="203200" dist="50800" dir="5400000">
              <a:srgbClr val="FF7A45">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Which Filipino hero wrote the famous novels Noli Me Tangere and El Filibusterismo?</a:t>
            </a:r>
            <a:endParaRPr lang="en-US" sz="2200" dirty="0"/>
          </a:p>
        </p:txBody>
      </p:sp>
      <p:sp>
        <p:nvSpPr>
          <p:cNvPr id="17" name="Link - Answer A">
            <a:hlinkClick r:id="rId12" action="ppaction://hlinksldjump" highlightClick="1"/>
          </p:cNvPr>
          <p:cNvSpPr txBox="1"/>
          <p:nvPr/>
        </p:nvSpPr>
        <p:spPr>
          <a:xfrm>
            <a:off x="457200" y="3474720"/>
            <a:ext cx="5486400" cy="1234440"/>
          </a:xfrm>
          <a:prstGeom prst="roundRect">
            <a:avLst>
              <a:gd name="adj" fmla="val 7407"/>
            </a:avLst>
          </a:prstGeom>
          <a:solidFill>
            <a:srgbClr val="1A2353"/>
          </a:solidFill>
          <a:ln w="22225">
            <a:solidFill>
              <a:srgbClr val="FF7A45"/>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Andres Bonifacio</a:t>
            </a:r>
            <a:endParaRPr lang="en-US" sz="1800" dirty="0"/>
          </a:p>
        </p:txBody>
      </p:sp>
      <p:sp>
        <p:nvSpPr>
          <p:cNvPr id="18" name="Link - Answer A badge">
            <a:hlinkClick r:id="rId12" action="ppaction://hlinksldjump" highlightClick="1"/>
          </p:cNvPr>
          <p:cNvSpPr txBox="1"/>
          <p:nvPr/>
        </p:nvSpPr>
        <p:spPr>
          <a:xfrm>
            <a:off x="658368" y="3817620"/>
            <a:ext cx="548640" cy="548640"/>
          </a:xfrm>
          <a:prstGeom prst="ellipse">
            <a:avLst/>
          </a:prstGeom>
          <a:solidFill>
            <a:srgbClr val="FF7A45"/>
          </a:solidFill>
          <a:ln w="12700">
            <a:solidFill>
              <a:srgbClr val="FF7A4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19" name="Link - Answer B">
            <a:hlinkClick r:id="rId12" action="ppaction://hlinksldjump" highlightClick="1"/>
          </p:cNvPr>
          <p:cNvSpPr txBox="1"/>
          <p:nvPr/>
        </p:nvSpPr>
        <p:spPr>
          <a:xfrm>
            <a:off x="6245352" y="3474720"/>
            <a:ext cx="5486400" cy="1234440"/>
          </a:xfrm>
          <a:prstGeom prst="roundRect">
            <a:avLst>
              <a:gd name="adj" fmla="val 7407"/>
            </a:avLst>
          </a:prstGeom>
          <a:solidFill>
            <a:srgbClr val="1A2353"/>
          </a:solidFill>
          <a:ln w="22225">
            <a:solidFill>
              <a:srgbClr val="FF7A45"/>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Emilio Aguinaldo</a:t>
            </a:r>
            <a:endParaRPr lang="en-US" sz="1800" dirty="0"/>
          </a:p>
        </p:txBody>
      </p:sp>
      <p:sp>
        <p:nvSpPr>
          <p:cNvPr id="20" name="Link - Answer B badge">
            <a:hlinkClick r:id="rId12" action="ppaction://hlinksldjump" highlightClick="1"/>
          </p:cNvPr>
          <p:cNvSpPr txBox="1"/>
          <p:nvPr/>
        </p:nvSpPr>
        <p:spPr>
          <a:xfrm>
            <a:off x="6446520" y="3817620"/>
            <a:ext cx="548640" cy="548640"/>
          </a:xfrm>
          <a:prstGeom prst="ellipse">
            <a:avLst/>
          </a:prstGeom>
          <a:solidFill>
            <a:srgbClr val="FF7A45"/>
          </a:solidFill>
          <a:ln w="12700">
            <a:solidFill>
              <a:srgbClr val="FF7A4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
        <p:nvSpPr>
          <p:cNvPr id="21" name="Link - Answer C">
            <a:hlinkClick r:id="rId12" action="ppaction://hlinksldjump" highlightClick="1"/>
          </p:cNvPr>
          <p:cNvSpPr txBox="1"/>
          <p:nvPr/>
        </p:nvSpPr>
        <p:spPr>
          <a:xfrm>
            <a:off x="457200" y="4892040"/>
            <a:ext cx="5486400" cy="1234440"/>
          </a:xfrm>
          <a:prstGeom prst="roundRect">
            <a:avLst>
              <a:gd name="adj" fmla="val 7407"/>
            </a:avLst>
          </a:prstGeom>
          <a:solidFill>
            <a:srgbClr val="1A2353"/>
          </a:solidFill>
          <a:ln w="22225">
            <a:solidFill>
              <a:srgbClr val="FF7A45"/>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Apolinario Mabini</a:t>
            </a:r>
            <a:endParaRPr lang="en-US" sz="1800" dirty="0"/>
          </a:p>
        </p:txBody>
      </p:sp>
      <p:sp>
        <p:nvSpPr>
          <p:cNvPr id="22" name="Link - Answer C badge">
            <a:hlinkClick r:id="rId12" action="ppaction://hlinksldjump" highlightClick="1"/>
          </p:cNvPr>
          <p:cNvSpPr txBox="1"/>
          <p:nvPr/>
        </p:nvSpPr>
        <p:spPr>
          <a:xfrm>
            <a:off x="658368" y="5234940"/>
            <a:ext cx="548640" cy="548640"/>
          </a:xfrm>
          <a:prstGeom prst="ellipse">
            <a:avLst/>
          </a:prstGeom>
          <a:solidFill>
            <a:srgbClr val="FF7A45"/>
          </a:solidFill>
          <a:ln w="12700">
            <a:solidFill>
              <a:srgbClr val="FF7A4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sp>
        <p:nvSpPr>
          <p:cNvPr id="23" name="Link - Answer D">
            <a:hlinkClick r:id="rId13" action="ppaction://hlinksldjump" highlightClick="1"/>
          </p:cNvPr>
          <p:cNvSpPr txBox="1"/>
          <p:nvPr/>
        </p:nvSpPr>
        <p:spPr>
          <a:xfrm>
            <a:off x="6245352" y="4892040"/>
            <a:ext cx="5486400" cy="1234440"/>
          </a:xfrm>
          <a:prstGeom prst="roundRect">
            <a:avLst>
              <a:gd name="adj" fmla="val 7407"/>
            </a:avLst>
          </a:prstGeom>
          <a:solidFill>
            <a:srgbClr val="1A2353"/>
          </a:solidFill>
          <a:ln w="22225">
            <a:solidFill>
              <a:srgbClr val="FF7A45"/>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Jose Rizal</a:t>
            </a:r>
            <a:endParaRPr lang="en-US" sz="1800" dirty="0"/>
          </a:p>
        </p:txBody>
      </p:sp>
      <p:sp>
        <p:nvSpPr>
          <p:cNvPr id="24" name="Link - Answer D badge">
            <a:hlinkClick r:id="rId13" action="ppaction://hlinksldjump" highlightClick="1"/>
          </p:cNvPr>
          <p:cNvSpPr txBox="1"/>
          <p:nvPr/>
        </p:nvSpPr>
        <p:spPr>
          <a:xfrm>
            <a:off x="6446520" y="5234940"/>
            <a:ext cx="548640" cy="548640"/>
          </a:xfrm>
          <a:prstGeom prst="ellipse">
            <a:avLst/>
          </a:prstGeom>
          <a:solidFill>
            <a:srgbClr val="FF7A45"/>
          </a:solidFill>
          <a:ln w="12700">
            <a:solidFill>
              <a:srgbClr val="FF7A4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spTree>
  </p:cSld>
  <p:clrMapOvr>
    <a:masterClrMapping/>
  </p:clrMapOvr>
  <p:transition spd="med" advClick="0">
    <p:fade/>
  </p:transition>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F7A45"/>
                </a:solidFill>
                <a:latin typeface="Courier New" pitchFamily="34" charset="0"/>
                <a:ea typeface="Courier New" pitchFamily="34" charset="-122"/>
                <a:cs typeface="Courier New" pitchFamily="34" charset="-120"/>
              </a:rPr>
              <a:t>&gt; SECTOR 02 // TIME VAULT</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1"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1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FF7A45"/>
            </a:solidFill>
            <a:prstDash val="solid"/>
          </a:ln>
          <a:effectLst>
            <a:outerShdw sx="100000" sy="100000" kx="0" ky="0" algn="bl" rotWithShape="0" blurRad="203200" dist="50800" dir="5400000">
              <a:srgbClr val="FF7A45">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Which Filipino hero wrote the famous novels Noli Me Tangere and El Filibusterismo?</a:t>
            </a:r>
            <a:endParaRPr lang="en-US" sz="2200" dirty="0"/>
          </a:p>
        </p:txBody>
      </p:sp>
      <p:sp>
        <p:nvSpPr>
          <p:cNvPr id="17" name="Link - Answer A">
            <a:hlinkClick r:id="rId12" action="ppaction://hlinksldjump" highlightClick="1"/>
          </p:cNvPr>
          <p:cNvSpPr txBox="1"/>
          <p:nvPr/>
        </p:nvSpPr>
        <p:spPr>
          <a:xfrm>
            <a:off x="457200" y="3474720"/>
            <a:ext cx="5486400" cy="1234440"/>
          </a:xfrm>
          <a:prstGeom prst="roundRect">
            <a:avLst>
              <a:gd name="adj" fmla="val 7407"/>
            </a:avLst>
          </a:prstGeom>
          <a:solidFill>
            <a:srgbClr val="1A2353"/>
          </a:solidFill>
          <a:ln w="22225">
            <a:solidFill>
              <a:srgbClr val="FF7A45"/>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Andres Bonifacio</a:t>
            </a:r>
            <a:endParaRPr lang="en-US" sz="1800" dirty="0"/>
          </a:p>
        </p:txBody>
      </p:sp>
      <p:sp>
        <p:nvSpPr>
          <p:cNvPr id="18" name="Link - Answer A badge">
            <a:hlinkClick r:id="rId12" action="ppaction://hlinksldjump" highlightClick="1"/>
          </p:cNvPr>
          <p:cNvSpPr txBox="1"/>
          <p:nvPr/>
        </p:nvSpPr>
        <p:spPr>
          <a:xfrm>
            <a:off x="658368" y="3817620"/>
            <a:ext cx="548640" cy="548640"/>
          </a:xfrm>
          <a:prstGeom prst="ellipse">
            <a:avLst/>
          </a:prstGeom>
          <a:solidFill>
            <a:srgbClr val="FF7A45"/>
          </a:solidFill>
          <a:ln w="12700">
            <a:solidFill>
              <a:srgbClr val="FF7A4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19" name="Link - Answer B">
            <a:hlinkClick r:id="rId12" action="ppaction://hlinksldjump" highlightClick="1"/>
          </p:cNvPr>
          <p:cNvSpPr txBox="1"/>
          <p:nvPr/>
        </p:nvSpPr>
        <p:spPr>
          <a:xfrm>
            <a:off x="6245352" y="3474720"/>
            <a:ext cx="5486400" cy="1234440"/>
          </a:xfrm>
          <a:prstGeom prst="roundRect">
            <a:avLst>
              <a:gd name="adj" fmla="val 7407"/>
            </a:avLst>
          </a:prstGeom>
          <a:solidFill>
            <a:srgbClr val="1A2353"/>
          </a:solidFill>
          <a:ln w="22225">
            <a:solidFill>
              <a:srgbClr val="FF7A45"/>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Emilio Aguinaldo</a:t>
            </a:r>
            <a:endParaRPr lang="en-US" sz="1800" dirty="0"/>
          </a:p>
        </p:txBody>
      </p:sp>
      <p:sp>
        <p:nvSpPr>
          <p:cNvPr id="20" name="Link - Answer B badge">
            <a:hlinkClick r:id="rId12" action="ppaction://hlinksldjump" highlightClick="1"/>
          </p:cNvPr>
          <p:cNvSpPr txBox="1"/>
          <p:nvPr/>
        </p:nvSpPr>
        <p:spPr>
          <a:xfrm>
            <a:off x="6446520" y="3817620"/>
            <a:ext cx="548640" cy="548640"/>
          </a:xfrm>
          <a:prstGeom prst="ellipse">
            <a:avLst/>
          </a:prstGeom>
          <a:solidFill>
            <a:srgbClr val="FF7A45"/>
          </a:solidFill>
          <a:ln w="12700">
            <a:solidFill>
              <a:srgbClr val="FF7A4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
        <p:nvSpPr>
          <p:cNvPr id="21" name="Link - Answer C">
            <a:hlinkClick r:id="rId12" action="ppaction://hlinksldjump" highlightClick="1"/>
          </p:cNvPr>
          <p:cNvSpPr txBox="1"/>
          <p:nvPr/>
        </p:nvSpPr>
        <p:spPr>
          <a:xfrm>
            <a:off x="457200" y="4892040"/>
            <a:ext cx="5486400" cy="1234440"/>
          </a:xfrm>
          <a:prstGeom prst="roundRect">
            <a:avLst>
              <a:gd name="adj" fmla="val 7407"/>
            </a:avLst>
          </a:prstGeom>
          <a:solidFill>
            <a:srgbClr val="1A2353"/>
          </a:solidFill>
          <a:ln w="22225">
            <a:solidFill>
              <a:srgbClr val="FF7A45"/>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Apolinario Mabini</a:t>
            </a:r>
            <a:endParaRPr lang="en-US" sz="1800" dirty="0"/>
          </a:p>
        </p:txBody>
      </p:sp>
      <p:sp>
        <p:nvSpPr>
          <p:cNvPr id="22" name="Link - Answer C badge">
            <a:hlinkClick r:id="rId12" action="ppaction://hlinksldjump" highlightClick="1"/>
          </p:cNvPr>
          <p:cNvSpPr txBox="1"/>
          <p:nvPr/>
        </p:nvSpPr>
        <p:spPr>
          <a:xfrm>
            <a:off x="658368" y="5234940"/>
            <a:ext cx="548640" cy="548640"/>
          </a:xfrm>
          <a:prstGeom prst="ellipse">
            <a:avLst/>
          </a:prstGeom>
          <a:solidFill>
            <a:srgbClr val="FF7A45"/>
          </a:solidFill>
          <a:ln w="12700">
            <a:solidFill>
              <a:srgbClr val="FF7A4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sp>
        <p:nvSpPr>
          <p:cNvPr id="23" name="Link - Answer D">
            <a:hlinkClick r:id="rId13" action="ppaction://hlinksldjump" highlightClick="1"/>
          </p:cNvPr>
          <p:cNvSpPr txBox="1"/>
          <p:nvPr/>
        </p:nvSpPr>
        <p:spPr>
          <a:xfrm>
            <a:off x="6245352" y="4892040"/>
            <a:ext cx="5486400" cy="1234440"/>
          </a:xfrm>
          <a:prstGeom prst="roundRect">
            <a:avLst>
              <a:gd name="adj" fmla="val 7407"/>
            </a:avLst>
          </a:prstGeom>
          <a:solidFill>
            <a:srgbClr val="1A2353"/>
          </a:solidFill>
          <a:ln w="22225">
            <a:solidFill>
              <a:srgbClr val="FF7A45"/>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Jose Rizal</a:t>
            </a:r>
            <a:endParaRPr lang="en-US" sz="1800" dirty="0"/>
          </a:p>
        </p:txBody>
      </p:sp>
      <p:sp>
        <p:nvSpPr>
          <p:cNvPr id="24" name="Link - Answer D badge">
            <a:hlinkClick r:id="rId13" action="ppaction://hlinksldjump" highlightClick="1"/>
          </p:cNvPr>
          <p:cNvSpPr txBox="1"/>
          <p:nvPr/>
        </p:nvSpPr>
        <p:spPr>
          <a:xfrm>
            <a:off x="6446520" y="5234940"/>
            <a:ext cx="548640" cy="548640"/>
          </a:xfrm>
          <a:prstGeom prst="ellipse">
            <a:avLst/>
          </a:prstGeom>
          <a:solidFill>
            <a:srgbClr val="FF7A45"/>
          </a:solidFill>
          <a:ln w="12700">
            <a:solidFill>
              <a:srgbClr val="FF7A4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spTree>
  </p:cSld>
  <p:clrMapOvr>
    <a:masterClrMapping/>
  </p:clrMapOvr>
  <p:transition spd="med" advClick="0">
    <p:fade/>
  </p:transition>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F7A45"/>
                </a:solidFill>
                <a:latin typeface="Courier New" pitchFamily="34" charset="0"/>
                <a:ea typeface="Courier New" pitchFamily="34" charset="-122"/>
                <a:cs typeface="Courier New" pitchFamily="34" charset="-120"/>
              </a:rPr>
              <a:t>&gt; SECTOR 02 // TIME VAULT</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D. Jose Rizal</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Dr. Jose Rizal wrote Noli Me Tangere (1887) and El Filibusterismo (1891). His novels showed the abuses of Spanish rule and inspired Filipinos to fight for change.</a:t>
            </a:r>
            <a:endParaRPr lang="en-US" sz="1800" dirty="0"/>
          </a:p>
        </p:txBody>
      </p:sp>
      <p:sp>
        <p:nvSpPr>
          <p:cNvPr id="20" name="Text 9"/>
          <p:cNvSpPr txBox="1"/>
          <p:nvPr/>
        </p:nvSpPr>
        <p:spPr>
          <a:xfrm>
            <a:off x="2743200" y="4846320"/>
            <a:ext cx="3657600" cy="274320"/>
          </a:xfrm>
          <a:prstGeom prst="rect">
            <a:avLst/>
          </a:prstGeom>
          <a:noFill/>
          <a:ln/>
        </p:spPr>
        <p:txBody>
          <a:bodyPr wrap="square" lIns="0" tIns="0" rIns="0" bIns="0" rtlCol="0" anchor="t"/>
          <a:lstStyle/>
          <a:p>
            <a:pPr indent="0" marL="0">
              <a:buNone/>
            </a:pPr>
            <a:r>
              <a:rPr lang="en-US" sz="1100" b="1" dirty="0">
                <a:solidFill>
                  <a:srgbClr val="9AA6D9"/>
                </a:solidFill>
                <a:latin typeface="Courier New" pitchFamily="34" charset="0"/>
                <a:ea typeface="Courier New" pitchFamily="34" charset="-122"/>
                <a:cs typeface="Courier New" pitchFamily="34" charset="-120"/>
              </a:rPr>
              <a:t>SECTOR PROGRESS</a:t>
            </a:r>
            <a:endParaRPr lang="en-US" sz="1100" dirty="0"/>
          </a:p>
        </p:txBody>
      </p:sp>
      <p:sp>
        <p:nvSpPr>
          <p:cNvPr id="21" name="Shape 10"/>
          <p:cNvSpPr/>
          <p:nvPr/>
        </p:nvSpPr>
        <p:spPr>
          <a:xfrm>
            <a:off x="2743200" y="5230368"/>
            <a:ext cx="777240" cy="274320"/>
          </a:xfrm>
          <a:prstGeom prst="roundRect">
            <a:avLst>
              <a:gd name="adj" fmla="val 20000"/>
            </a:avLst>
          </a:prstGeom>
          <a:solidFill>
            <a:srgbClr val="4BF0A0"/>
          </a:solidFill>
          <a:ln w="12700">
            <a:solidFill>
              <a:srgbClr val="4BF0A0"/>
            </a:solidFill>
            <a:prstDash val="solid"/>
          </a:ln>
        </p:spPr>
      </p:sp>
      <p:sp>
        <p:nvSpPr>
          <p:cNvPr id="22" name="Shape 11"/>
          <p:cNvSpPr/>
          <p:nvPr/>
        </p:nvSpPr>
        <p:spPr>
          <a:xfrm>
            <a:off x="3657600" y="5230368"/>
            <a:ext cx="777240" cy="274320"/>
          </a:xfrm>
          <a:prstGeom prst="roundRect">
            <a:avLst>
              <a:gd name="adj" fmla="val 20000"/>
            </a:avLst>
          </a:prstGeom>
          <a:solidFill>
            <a:srgbClr val="1A2353"/>
          </a:solidFill>
          <a:ln w="12700">
            <a:solidFill>
              <a:srgbClr val="3A4370"/>
            </a:solidFill>
            <a:prstDash val="solid"/>
          </a:ln>
        </p:spPr>
      </p:sp>
      <p:sp>
        <p:nvSpPr>
          <p:cNvPr id="23" name="Shape 12"/>
          <p:cNvSpPr/>
          <p:nvPr/>
        </p:nvSpPr>
        <p:spPr>
          <a:xfrm>
            <a:off x="4572000" y="5230368"/>
            <a:ext cx="777240" cy="274320"/>
          </a:xfrm>
          <a:prstGeom prst="roundRect">
            <a:avLst>
              <a:gd name="adj" fmla="val 20000"/>
            </a:avLst>
          </a:prstGeom>
          <a:solidFill>
            <a:srgbClr val="1A2353"/>
          </a:solidFill>
          <a:ln w="12700">
            <a:solidFill>
              <a:srgbClr val="3A4370"/>
            </a:solidFill>
            <a:prstDash val="solid"/>
          </a:ln>
        </p:spPr>
      </p:sp>
      <p:sp>
        <p:nvSpPr>
          <p:cNvPr id="24" name="Text 13"/>
          <p:cNvSpPr txBox="1"/>
          <p:nvPr/>
        </p:nvSpPr>
        <p:spPr>
          <a:xfrm>
            <a:off x="5577840" y="5193792"/>
            <a:ext cx="2743200" cy="347472"/>
          </a:xfrm>
          <a:prstGeom prst="rect">
            <a:avLst/>
          </a:prstGeom>
          <a:noFill/>
          <a:ln/>
        </p:spPr>
        <p:txBody>
          <a:bodyPr wrap="square" lIns="0" tIns="0" rIns="0" bIns="0" rtlCol="0" anchor="ctr"/>
          <a:lstStyle/>
          <a:p>
            <a:pPr indent="0" marL="0">
              <a:buNone/>
            </a:pPr>
            <a:r>
              <a:rPr lang="en-US" sz="1200" dirty="0">
                <a:solidFill>
                  <a:srgbClr val="4BF0A0"/>
                </a:solidFill>
                <a:latin typeface="Courier New" pitchFamily="34" charset="0"/>
                <a:ea typeface="Courier New" pitchFamily="34" charset="-122"/>
                <a:cs typeface="Courier New" pitchFamily="34" charset="-120"/>
              </a:rPr>
              <a:t>1 of 3 cleared</a:t>
            </a:r>
            <a:endParaRPr lang="en-US" sz="1200" dirty="0"/>
          </a:p>
        </p:txBody>
      </p:sp>
      <p:sp>
        <p:nvSpPr>
          <p:cNvPr id="25" name="Link - CONTINUE">
            <a:hlinkClick r:id="rId13"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4" name="snd_correct.wav"/>
      </p:stSnd>
    </p:sndAc>
  </p:transition>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F7A45"/>
                </a:solidFill>
                <a:latin typeface="Courier New" pitchFamily="34" charset="0"/>
                <a:ea typeface="Courier New" pitchFamily="34" charset="-122"/>
                <a:cs typeface="Courier New" pitchFamily="34" charset="-120"/>
              </a:rPr>
              <a:t>&gt; SECTOR 02 // TIME VAULT</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D. Jose Rizal</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Dr. Jose Rizal wrote Noli Me Tangere (1887) and El Filibusterismo (1891). His novels showed the abuses of Spanish rule and inspired Filipinos to fight for change.</a:t>
            </a:r>
            <a:endParaRPr lang="en-US" sz="1800" dirty="0"/>
          </a:p>
        </p:txBody>
      </p:sp>
      <p:sp>
        <p:nvSpPr>
          <p:cNvPr id="20" name="Text 9"/>
          <p:cNvSpPr txBox="1"/>
          <p:nvPr/>
        </p:nvSpPr>
        <p:spPr>
          <a:xfrm>
            <a:off x="2743200" y="4846320"/>
            <a:ext cx="3657600" cy="274320"/>
          </a:xfrm>
          <a:prstGeom prst="rect">
            <a:avLst/>
          </a:prstGeom>
          <a:noFill/>
          <a:ln/>
        </p:spPr>
        <p:txBody>
          <a:bodyPr wrap="square" lIns="0" tIns="0" rIns="0" bIns="0" rtlCol="0" anchor="t"/>
          <a:lstStyle/>
          <a:p>
            <a:pPr indent="0" marL="0">
              <a:buNone/>
            </a:pPr>
            <a:r>
              <a:rPr lang="en-US" sz="1100" b="1" dirty="0">
                <a:solidFill>
                  <a:srgbClr val="9AA6D9"/>
                </a:solidFill>
                <a:latin typeface="Courier New" pitchFamily="34" charset="0"/>
                <a:ea typeface="Courier New" pitchFamily="34" charset="-122"/>
                <a:cs typeface="Courier New" pitchFamily="34" charset="-120"/>
              </a:rPr>
              <a:t>SECTOR PROGRESS</a:t>
            </a:r>
            <a:endParaRPr lang="en-US" sz="1100" dirty="0"/>
          </a:p>
        </p:txBody>
      </p:sp>
      <p:sp>
        <p:nvSpPr>
          <p:cNvPr id="21" name="Shape 10"/>
          <p:cNvSpPr/>
          <p:nvPr/>
        </p:nvSpPr>
        <p:spPr>
          <a:xfrm>
            <a:off x="2743200" y="5230368"/>
            <a:ext cx="777240" cy="274320"/>
          </a:xfrm>
          <a:prstGeom prst="roundRect">
            <a:avLst>
              <a:gd name="adj" fmla="val 20000"/>
            </a:avLst>
          </a:prstGeom>
          <a:solidFill>
            <a:srgbClr val="4BF0A0"/>
          </a:solidFill>
          <a:ln w="12700">
            <a:solidFill>
              <a:srgbClr val="4BF0A0"/>
            </a:solidFill>
            <a:prstDash val="solid"/>
          </a:ln>
        </p:spPr>
      </p:sp>
      <p:sp>
        <p:nvSpPr>
          <p:cNvPr id="22" name="Shape 11"/>
          <p:cNvSpPr/>
          <p:nvPr/>
        </p:nvSpPr>
        <p:spPr>
          <a:xfrm>
            <a:off x="3657600" y="5230368"/>
            <a:ext cx="777240" cy="274320"/>
          </a:xfrm>
          <a:prstGeom prst="roundRect">
            <a:avLst>
              <a:gd name="adj" fmla="val 20000"/>
            </a:avLst>
          </a:prstGeom>
          <a:solidFill>
            <a:srgbClr val="1A2353"/>
          </a:solidFill>
          <a:ln w="12700">
            <a:solidFill>
              <a:srgbClr val="3A4370"/>
            </a:solidFill>
            <a:prstDash val="solid"/>
          </a:ln>
        </p:spPr>
      </p:sp>
      <p:sp>
        <p:nvSpPr>
          <p:cNvPr id="23" name="Shape 12"/>
          <p:cNvSpPr/>
          <p:nvPr/>
        </p:nvSpPr>
        <p:spPr>
          <a:xfrm>
            <a:off x="4572000" y="5230368"/>
            <a:ext cx="777240" cy="274320"/>
          </a:xfrm>
          <a:prstGeom prst="roundRect">
            <a:avLst>
              <a:gd name="adj" fmla="val 20000"/>
            </a:avLst>
          </a:prstGeom>
          <a:solidFill>
            <a:srgbClr val="1A2353"/>
          </a:solidFill>
          <a:ln w="12700">
            <a:solidFill>
              <a:srgbClr val="3A4370"/>
            </a:solidFill>
            <a:prstDash val="solid"/>
          </a:ln>
        </p:spPr>
      </p:sp>
      <p:sp>
        <p:nvSpPr>
          <p:cNvPr id="24" name="Text 13"/>
          <p:cNvSpPr txBox="1"/>
          <p:nvPr/>
        </p:nvSpPr>
        <p:spPr>
          <a:xfrm>
            <a:off x="5577840" y="5193792"/>
            <a:ext cx="2743200" cy="347472"/>
          </a:xfrm>
          <a:prstGeom prst="rect">
            <a:avLst/>
          </a:prstGeom>
          <a:noFill/>
          <a:ln/>
        </p:spPr>
        <p:txBody>
          <a:bodyPr wrap="square" lIns="0" tIns="0" rIns="0" bIns="0" rtlCol="0" anchor="ctr"/>
          <a:lstStyle/>
          <a:p>
            <a:pPr indent="0" marL="0">
              <a:buNone/>
            </a:pPr>
            <a:r>
              <a:rPr lang="en-US" sz="1200" dirty="0">
                <a:solidFill>
                  <a:srgbClr val="4BF0A0"/>
                </a:solidFill>
                <a:latin typeface="Courier New" pitchFamily="34" charset="0"/>
                <a:ea typeface="Courier New" pitchFamily="34" charset="-122"/>
                <a:cs typeface="Courier New" pitchFamily="34" charset="-120"/>
              </a:rPr>
              <a:t>1 of 3 cleared</a:t>
            </a:r>
            <a:endParaRPr lang="en-US" sz="1200" dirty="0"/>
          </a:p>
        </p:txBody>
      </p:sp>
      <p:sp>
        <p:nvSpPr>
          <p:cNvPr id="25" name="Link - CONTINUE">
            <a:hlinkClick r:id="rId13"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4" name="snd_correct.wav"/>
      </p:stSnd>
    </p:sndAc>
  </p:transition>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F7A45"/>
                </a:solidFill>
                <a:latin typeface="Courier New" pitchFamily="34" charset="0"/>
                <a:ea typeface="Courier New" pitchFamily="34" charset="-122"/>
                <a:cs typeface="Courier New" pitchFamily="34" charset="-120"/>
              </a:rPr>
              <a:t>&gt; SECTOR 02 // TIME VAULT</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D. Jose Rizal</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Dr. Jose Rizal wrote Noli Me Tangere (1887) and El Filibusterismo (1891). His novels showed the abuses of Spanish rule and inspired Filipinos to fight for change.</a:t>
            </a:r>
            <a:endParaRPr lang="en-US" sz="1800" dirty="0"/>
          </a:p>
        </p:txBody>
      </p:sp>
      <p:sp>
        <p:nvSpPr>
          <p:cNvPr id="20" name="Text 9"/>
          <p:cNvSpPr txBox="1"/>
          <p:nvPr/>
        </p:nvSpPr>
        <p:spPr>
          <a:xfrm>
            <a:off x="2743200" y="4846320"/>
            <a:ext cx="3657600" cy="274320"/>
          </a:xfrm>
          <a:prstGeom prst="rect">
            <a:avLst/>
          </a:prstGeom>
          <a:noFill/>
          <a:ln/>
        </p:spPr>
        <p:txBody>
          <a:bodyPr wrap="square" lIns="0" tIns="0" rIns="0" bIns="0" rtlCol="0" anchor="t"/>
          <a:lstStyle/>
          <a:p>
            <a:pPr indent="0" marL="0">
              <a:buNone/>
            </a:pPr>
            <a:r>
              <a:rPr lang="en-US" sz="1100" b="1" dirty="0">
                <a:solidFill>
                  <a:srgbClr val="9AA6D9"/>
                </a:solidFill>
                <a:latin typeface="Courier New" pitchFamily="34" charset="0"/>
                <a:ea typeface="Courier New" pitchFamily="34" charset="-122"/>
                <a:cs typeface="Courier New" pitchFamily="34" charset="-120"/>
              </a:rPr>
              <a:t>SECTOR PROGRESS</a:t>
            </a:r>
            <a:endParaRPr lang="en-US" sz="1100" dirty="0"/>
          </a:p>
        </p:txBody>
      </p:sp>
      <p:sp>
        <p:nvSpPr>
          <p:cNvPr id="21" name="Shape 10"/>
          <p:cNvSpPr/>
          <p:nvPr/>
        </p:nvSpPr>
        <p:spPr>
          <a:xfrm>
            <a:off x="2743200" y="5230368"/>
            <a:ext cx="777240" cy="274320"/>
          </a:xfrm>
          <a:prstGeom prst="roundRect">
            <a:avLst>
              <a:gd name="adj" fmla="val 20000"/>
            </a:avLst>
          </a:prstGeom>
          <a:solidFill>
            <a:srgbClr val="4BF0A0"/>
          </a:solidFill>
          <a:ln w="12700">
            <a:solidFill>
              <a:srgbClr val="4BF0A0"/>
            </a:solidFill>
            <a:prstDash val="solid"/>
          </a:ln>
        </p:spPr>
      </p:sp>
      <p:sp>
        <p:nvSpPr>
          <p:cNvPr id="22" name="Shape 11"/>
          <p:cNvSpPr/>
          <p:nvPr/>
        </p:nvSpPr>
        <p:spPr>
          <a:xfrm>
            <a:off x="3657600" y="5230368"/>
            <a:ext cx="777240" cy="274320"/>
          </a:xfrm>
          <a:prstGeom prst="roundRect">
            <a:avLst>
              <a:gd name="adj" fmla="val 20000"/>
            </a:avLst>
          </a:prstGeom>
          <a:solidFill>
            <a:srgbClr val="1A2353"/>
          </a:solidFill>
          <a:ln w="12700">
            <a:solidFill>
              <a:srgbClr val="3A4370"/>
            </a:solidFill>
            <a:prstDash val="solid"/>
          </a:ln>
        </p:spPr>
      </p:sp>
      <p:sp>
        <p:nvSpPr>
          <p:cNvPr id="23" name="Shape 12"/>
          <p:cNvSpPr/>
          <p:nvPr/>
        </p:nvSpPr>
        <p:spPr>
          <a:xfrm>
            <a:off x="4572000" y="5230368"/>
            <a:ext cx="777240" cy="274320"/>
          </a:xfrm>
          <a:prstGeom prst="roundRect">
            <a:avLst>
              <a:gd name="adj" fmla="val 20000"/>
            </a:avLst>
          </a:prstGeom>
          <a:solidFill>
            <a:srgbClr val="1A2353"/>
          </a:solidFill>
          <a:ln w="12700">
            <a:solidFill>
              <a:srgbClr val="3A4370"/>
            </a:solidFill>
            <a:prstDash val="solid"/>
          </a:ln>
        </p:spPr>
      </p:sp>
      <p:sp>
        <p:nvSpPr>
          <p:cNvPr id="24" name="Text 13"/>
          <p:cNvSpPr txBox="1"/>
          <p:nvPr/>
        </p:nvSpPr>
        <p:spPr>
          <a:xfrm>
            <a:off x="5577840" y="5193792"/>
            <a:ext cx="2743200" cy="347472"/>
          </a:xfrm>
          <a:prstGeom prst="rect">
            <a:avLst/>
          </a:prstGeom>
          <a:noFill/>
          <a:ln/>
        </p:spPr>
        <p:txBody>
          <a:bodyPr wrap="square" lIns="0" tIns="0" rIns="0" bIns="0" rtlCol="0" anchor="ctr"/>
          <a:lstStyle/>
          <a:p>
            <a:pPr indent="0" marL="0">
              <a:buNone/>
            </a:pPr>
            <a:r>
              <a:rPr lang="en-US" sz="1200" dirty="0">
                <a:solidFill>
                  <a:srgbClr val="4BF0A0"/>
                </a:solidFill>
                <a:latin typeface="Courier New" pitchFamily="34" charset="0"/>
                <a:ea typeface="Courier New" pitchFamily="34" charset="-122"/>
                <a:cs typeface="Courier New" pitchFamily="34" charset="-120"/>
              </a:rPr>
              <a:t>1 of 3 cleared</a:t>
            </a:r>
            <a:endParaRPr lang="en-US" sz="1200" dirty="0"/>
          </a:p>
        </p:txBody>
      </p:sp>
      <p:sp>
        <p:nvSpPr>
          <p:cNvPr id="25" name="Link - CONTINUE">
            <a:hlinkClick r:id="rId13"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4" name="snd_correct.wav"/>
      </p:stSnd>
    </p:sndAc>
  </p:transition>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F7A45"/>
                </a:solidFill>
                <a:latin typeface="Courier New" pitchFamily="34" charset="0"/>
                <a:ea typeface="Courier New" pitchFamily="34" charset="-122"/>
                <a:cs typeface="Courier New" pitchFamily="34" charset="-120"/>
              </a:rPr>
              <a:t>&gt; SECTOR 02 // TIME VAULT</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6"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ExclamationTriangle_F72585.png">    </p:cNvPr>
          <p:cNvPicPr>
            <a:picLocks noChangeAspect="1"/>
          </p:cNvPicPr>
          <p:nvPr/>
        </p:nvPicPr>
        <p:blipFill>
          <a:blip r:embed="rId8"/>
          <a:stretch>
            <a:fillRect/>
          </a:stretch>
        </p:blipFill>
        <p:spPr>
          <a:xfrm>
            <a:off x="457200" y="1005840"/>
            <a:ext cx="603504" cy="603504"/>
          </a:xfrm>
          <a:prstGeom prst="rect">
            <a:avLst/>
          </a:prstGeom>
        </p:spPr>
      </p:pic>
      <p:sp>
        <p:nvSpPr>
          <p:cNvPr id="14" name="Text 4"/>
          <p:cNvSpPr txBox="1"/>
          <p:nvPr/>
        </p:nvSpPr>
        <p:spPr>
          <a:xfrm>
            <a:off x="1234440" y="914400"/>
            <a:ext cx="7498080" cy="777240"/>
          </a:xfrm>
          <a:prstGeom prst="rect">
            <a:avLst/>
          </a:prstGeom>
          <a:noFill/>
          <a:ln/>
        </p:spPr>
        <p:txBody>
          <a:bodyPr wrap="square" lIns="0" tIns="0" rIns="0" bIns="0" rtlCol="0" anchor="ctr"/>
          <a:lstStyle/>
          <a:p>
            <a:pPr indent="0" marL="0">
              <a:buNone/>
            </a:pPr>
            <a:r>
              <a:rPr lang="en-US" sz="3400" dirty="0">
                <a:solidFill>
                  <a:srgbClr val="F72585"/>
                </a:solidFill>
                <a:latin typeface="Arial Black" pitchFamily="34" charset="0"/>
                <a:ea typeface="Arial Black" pitchFamily="34" charset="-122"/>
                <a:cs typeface="Arial Black" pitchFamily="34" charset="-120"/>
              </a:rPr>
              <a:t>GLITCH DETECTED!</a:t>
            </a:r>
            <a:endParaRPr lang="en-US" sz="3400" dirty="0"/>
          </a:p>
        </p:txBody>
      </p:sp>
      <p:sp>
        <p:nvSpPr>
          <p:cNvPr id="15" name="Text 5"/>
          <p:cNvSpPr txBox="1"/>
          <p:nvPr/>
        </p:nvSpPr>
        <p:spPr>
          <a:xfrm>
            <a:off x="457200" y="1719072"/>
            <a:ext cx="8138160" cy="457200"/>
          </a:xfrm>
          <a:prstGeom prst="rect">
            <a:avLst/>
          </a:prstGeom>
          <a:noFill/>
          <a:ln/>
        </p:spPr>
        <p:txBody>
          <a:bodyPr wrap="square" lIns="0" tIns="0" rIns="0" bIns="0" rtlCol="0" anchor="ctr"/>
          <a:lstStyle/>
          <a:p>
            <a:pPr indent="0" marL="0">
              <a:buNone/>
            </a:pPr>
            <a:r>
              <a:rPr lang="en-US" sz="1500" b="1" dirty="0">
                <a:solidFill>
                  <a:srgbClr val="FF8FC7"/>
                </a:solidFill>
                <a:latin typeface="Courier New" pitchFamily="34" charset="0"/>
                <a:ea typeface="Courier New" pitchFamily="34" charset="-122"/>
                <a:cs typeface="Courier New" pitchFamily="34" charset="-120"/>
              </a:rPr>
              <a:t>NULL: "Did you even read the question? Hahaha!"</a:t>
            </a:r>
            <a:endParaRPr lang="en-US" sz="1500" dirty="0"/>
          </a:p>
        </p:txBody>
      </p:sp>
      <p:sp>
        <p:nvSpPr>
          <p:cNvPr id="16" name="Shape 6"/>
          <p:cNvSpPr/>
          <p:nvPr/>
        </p:nvSpPr>
        <p:spPr>
          <a:xfrm>
            <a:off x="457200" y="2331720"/>
            <a:ext cx="8138160" cy="1188720"/>
          </a:xfrm>
          <a:prstGeom prst="roundRect">
            <a:avLst>
              <a:gd name="adj" fmla="val 9231"/>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7" name="Text 7"/>
          <p:cNvSpPr txBox="1"/>
          <p:nvPr/>
        </p:nvSpPr>
        <p:spPr>
          <a:xfrm>
            <a:off x="731520" y="2331720"/>
            <a:ext cx="2743200" cy="1188720"/>
          </a:xfrm>
          <a:prstGeom prst="rect">
            <a:avLst/>
          </a:prstGeom>
          <a:noFill/>
          <a:ln/>
        </p:spPr>
        <p:txBody>
          <a:bodyPr wrap="square" lIns="0" tIns="0" rIns="0" bIns="0" rtlCol="0" anchor="ctr"/>
          <a:lstStyle/>
          <a:p>
            <a:pPr indent="0" marL="0">
              <a:buNone/>
            </a:pPr>
            <a:r>
              <a:rPr lang="en-US" sz="2400" dirty="0">
                <a:solidFill>
                  <a:srgbClr val="F72585"/>
                </a:solidFill>
                <a:latin typeface="Arial Black" pitchFamily="34" charset="0"/>
                <a:ea typeface="Arial Black" pitchFamily="34" charset="-122"/>
                <a:cs typeface="Arial Black" pitchFamily="34" charset="-120"/>
              </a:rPr>
              <a:t>-1 SHIELD</a:t>
            </a:r>
            <a:endParaRPr lang="en-US" sz="2400" dirty="0"/>
          </a:p>
        </p:txBody>
      </p:sp>
      <p:pic>
        <p:nvPicPr>
          <p:cNvPr id="18" name="Image 8" descr="/tmp/claude-0/-home-user-ashton212123/6ae88841-e158-5430-ba3a-d930461fce9f/scratchpad/build/assets/shield.png">    </p:cNvPr>
          <p:cNvPicPr>
            <a:picLocks noChangeAspect="1"/>
          </p:cNvPicPr>
          <p:nvPr/>
        </p:nvPicPr>
        <p:blipFill>
          <a:blip r:embed="rId9"/>
          <a:stretch>
            <a:fillRect/>
          </a:stretch>
        </p:blipFill>
        <p:spPr>
          <a:xfrm>
            <a:off x="3566160" y="2560320"/>
            <a:ext cx="731520" cy="731520"/>
          </a:xfrm>
          <a:prstGeom prst="rect">
            <a:avLst/>
          </a:prstGeom>
        </p:spPr>
      </p:pic>
      <p:pic>
        <p:nvPicPr>
          <p:cNvPr id="19" name="Image 9" descr="/tmp/claude-0/-home-user-ashton212123/6ae88841-e158-5430-ba3a-d930461fce9f/scratchpad/build/assets/shield.png">    </p:cNvPr>
          <p:cNvPicPr>
            <a:picLocks noChangeAspect="1"/>
          </p:cNvPicPr>
          <p:nvPr/>
        </p:nvPicPr>
        <p:blipFill>
          <a:blip r:embed="rId10"/>
          <a:stretch>
            <a:fillRect/>
          </a:stretch>
        </p:blipFill>
        <p:spPr>
          <a:xfrm>
            <a:off x="4434840" y="2560320"/>
            <a:ext cx="731520" cy="731520"/>
          </a:xfrm>
          <a:prstGeom prst="rect">
            <a:avLst/>
          </a:prstGeom>
        </p:spPr>
      </p:pic>
      <p:pic>
        <p:nvPicPr>
          <p:cNvPr id="20" name="Image 10" descr="/tmp/claude-0/-home-user-ashton212123/6ae88841-e158-5430-ba3a-d930461fce9f/scratchpad/build/assets/shield_empty.png">    </p:cNvPr>
          <p:cNvPicPr>
            <a:picLocks noChangeAspect="1"/>
          </p:cNvPicPr>
          <p:nvPr/>
        </p:nvPicPr>
        <p:blipFill>
          <a:blip r:embed="rId11"/>
          <a:stretch>
            <a:fillRect/>
          </a:stretch>
        </p:blipFill>
        <p:spPr>
          <a:xfrm>
            <a:off x="5303520" y="2560320"/>
            <a:ext cx="731520" cy="731520"/>
          </a:xfrm>
          <a:prstGeom prst="rect">
            <a:avLst/>
          </a:prstGeom>
        </p:spPr>
      </p:pic>
      <p:sp>
        <p:nvSpPr>
          <p:cNvPr id="21" name="Text 8"/>
          <p:cNvSpPr txBox="1"/>
          <p:nvPr/>
        </p:nvSpPr>
        <p:spPr>
          <a:xfrm>
            <a:off x="6263640" y="2331720"/>
            <a:ext cx="2103120" cy="1188720"/>
          </a:xfrm>
          <a:prstGeom prst="rect">
            <a:avLst/>
          </a:prstGeom>
          <a:noFill/>
          <a:ln/>
        </p:spPr>
        <p:txBody>
          <a:bodyPr wrap="square" lIns="0" tIns="0" rIns="0" bIns="0" rtlCol="0" anchor="ctr"/>
          <a:lstStyle/>
          <a:p>
            <a:pPr indent="0" marL="0">
              <a:buNone/>
            </a:pPr>
            <a:r>
              <a:rPr lang="en-US" sz="1800" b="1" dirty="0">
                <a:solidFill>
                  <a:srgbClr val="EAF2FF"/>
                </a:solidFill>
                <a:latin typeface="Courier New" pitchFamily="34" charset="0"/>
                <a:ea typeface="Courier New" pitchFamily="34" charset="-122"/>
                <a:cs typeface="Courier New" pitchFamily="34" charset="-120"/>
              </a:rPr>
              <a:t>2 LEFT</a:t>
            </a:r>
            <a:endParaRPr lang="en-US" sz="1800" dirty="0"/>
          </a:p>
        </p:txBody>
      </p:sp>
      <p:sp>
        <p:nvSpPr>
          <p:cNvPr id="22" name="Shape 9"/>
          <p:cNvSpPr/>
          <p:nvPr/>
        </p:nvSpPr>
        <p:spPr>
          <a:xfrm>
            <a:off x="457200" y="3749040"/>
            <a:ext cx="8138160" cy="1417320"/>
          </a:xfrm>
          <a:prstGeom prst="roundRect">
            <a:avLst>
              <a:gd name="adj" fmla="val 7742"/>
            </a:avLst>
          </a:prstGeom>
          <a:solidFill>
            <a:srgbClr val="121A3F">
              <a:alpha val="94000"/>
            </a:srgbClr>
          </a:solidFill>
          <a:ln w="19050">
            <a:solidFill>
              <a:srgbClr val="FFC233"/>
            </a:solidFill>
            <a:prstDash val="solid"/>
          </a:ln>
        </p:spPr>
      </p:sp>
      <p:pic>
        <p:nvPicPr>
          <p:cNvPr id="23" name="Image 11" descr="/tmp/claude-0/-home-user-ashton212123/6ae88841-e158-5430-ba3a-d930461fce9f/scratchpad/build/assets/icons/FaLightbulb_FFC233.png">    </p:cNvPr>
          <p:cNvPicPr>
            <a:picLocks noChangeAspect="1"/>
          </p:cNvPicPr>
          <p:nvPr/>
        </p:nvPicPr>
        <p:blipFill>
          <a:blip r:embed="rId12"/>
          <a:stretch>
            <a:fillRect/>
          </a:stretch>
        </p:blipFill>
        <p:spPr>
          <a:xfrm>
            <a:off x="731520" y="3931920"/>
            <a:ext cx="384048" cy="384048"/>
          </a:xfrm>
          <a:prstGeom prst="rect">
            <a:avLst/>
          </a:prstGeom>
        </p:spPr>
      </p:pic>
      <p:sp>
        <p:nvSpPr>
          <p:cNvPr id="24" name="Text 10"/>
          <p:cNvSpPr txBox="1"/>
          <p:nvPr/>
        </p:nvSpPr>
        <p:spPr>
          <a:xfrm>
            <a:off x="1234440" y="3931920"/>
            <a:ext cx="3657600" cy="384048"/>
          </a:xfrm>
          <a:prstGeom prst="rect">
            <a:avLst/>
          </a:prstGeom>
          <a:noFill/>
          <a:ln/>
        </p:spPr>
        <p:txBody>
          <a:bodyPr wrap="square" lIns="0" tIns="0" rIns="0" bIns="0" rtlCol="0" anchor="ctr"/>
          <a:lstStyle/>
          <a:p>
            <a:pPr indent="0" marL="0">
              <a:buNone/>
            </a:pPr>
            <a:r>
              <a:rPr lang="en-US" sz="1200" b="1" dirty="0">
                <a:solidFill>
                  <a:srgbClr val="FFC233"/>
                </a:solidFill>
                <a:latin typeface="Courier New" pitchFamily="34" charset="0"/>
                <a:ea typeface="Courier New" pitchFamily="34" charset="-122"/>
                <a:cs typeface="Courier New" pitchFamily="34" charset="-120"/>
              </a:rPr>
              <a:t>BYTE'S HINT</a:t>
            </a:r>
            <a:endParaRPr lang="en-US" sz="1200" dirty="0"/>
          </a:p>
        </p:txBody>
      </p:sp>
      <p:sp>
        <p:nvSpPr>
          <p:cNvPr id="25" name="Text 11"/>
          <p:cNvSpPr txBox="1"/>
          <p:nvPr/>
        </p:nvSpPr>
        <p:spPr>
          <a:xfrm>
            <a:off x="731520" y="4389120"/>
            <a:ext cx="7635240" cy="68580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His monument stands in Rizal Park (Luneta) in Manila.</a:t>
            </a:r>
            <a:endParaRPr lang="en-US" sz="1800" dirty="0"/>
          </a:p>
        </p:txBody>
      </p:sp>
      <p:pic>
        <p:nvPicPr>
          <p:cNvPr id="26" name="Image 12" descr="/tmp/claude-0/-home-user-ashton212123/6ae88841-e158-5430-ba3a-d930461fce9f/scratchpad/build/assets/null_glitch.png">    </p:cNvPr>
          <p:cNvPicPr>
            <a:picLocks noChangeAspect="1"/>
          </p:cNvPicPr>
          <p:nvPr/>
        </p:nvPicPr>
        <p:blipFill>
          <a:blip r:embed="rId13"/>
          <a:stretch>
            <a:fillRect/>
          </a:stretch>
        </p:blipFill>
        <p:spPr>
          <a:xfrm>
            <a:off x="8915400" y="1554480"/>
            <a:ext cx="2834640" cy="2240280"/>
          </a:xfrm>
          <a:prstGeom prst="rect">
            <a:avLst/>
          </a:prstGeom>
        </p:spPr>
      </p:pic>
      <p:sp>
        <p:nvSpPr>
          <p:cNvPr id="27" name="Link - TRY AGAIN">
            <a:hlinkClick r:id="rId17" action="ppaction://hlinksldjump" highlightClick="1"/>
          </p:cNvPr>
          <p:cNvSpPr txBox="1"/>
          <p:nvPr/>
        </p:nvSpPr>
        <p:spPr>
          <a:xfrm>
            <a:off x="457200" y="5440680"/>
            <a:ext cx="3108960" cy="731520"/>
          </a:xfrm>
          <a:prstGeom prst="roundRect">
            <a:avLst>
              <a:gd name="adj" fmla="val 12500"/>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TRY AGAIN</a:t>
            </a:r>
            <a:endParaRPr lang="en-US" sz="1600" dirty="0"/>
          </a:p>
        </p:txBody>
      </p:sp>
      <p:sp>
        <p:nvSpPr>
          <p:cNvPr id="28" name="Text 13"/>
          <p:cNvSpPr txBox="1"/>
          <p:nvPr/>
        </p:nvSpPr>
        <p:spPr>
          <a:xfrm>
            <a:off x="3794760" y="5440680"/>
            <a:ext cx="4846320" cy="731520"/>
          </a:xfrm>
          <a:prstGeom prst="rect">
            <a:avLst/>
          </a:prstGeom>
          <a:noFill/>
          <a:ln/>
        </p:spPr>
        <p:txBody>
          <a:bodyPr wrap="square" lIns="0" tIns="0" rIns="0" bIns="0" rtlCol="0" anchor="ctr"/>
          <a:lstStyle/>
          <a:p>
            <a:pPr indent="0" marL="0">
              <a:buNone/>
            </a:pPr>
            <a:r>
              <a:rPr lang="en-US" sz="1200" dirty="0">
                <a:solidFill>
                  <a:srgbClr val="9AA6D9"/>
                </a:solidFill>
                <a:latin typeface="Courier New" pitchFamily="34" charset="0"/>
                <a:ea typeface="Courier New" pitchFamily="34" charset="-122"/>
                <a:cs typeface="Courier New" pitchFamily="34" charset="-120"/>
              </a:rPr>
              <a:t>Retry the same question with one less shield.</a:t>
            </a:r>
            <a:endParaRPr lang="en-US" sz="1200" dirty="0"/>
          </a:p>
        </p:txBody>
      </p:sp>
    </p:spTree>
  </p:cSld>
  <p:clrMapOvr>
    <a:masterClrMapping/>
  </p:clrMapOvr>
  <p:transition spd="med" advClick="0">
    <p:fade/>
    <p:sndAc>
      <p:stSnd>
        <p:snd r:embed="rId18" name="snd_wrong.wav"/>
      </p:stSnd>
    </p:sndAc>
  </p:transition>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F7A45"/>
                </a:solidFill>
                <a:latin typeface="Courier New" pitchFamily="34" charset="0"/>
                <a:ea typeface="Courier New" pitchFamily="34" charset="-122"/>
                <a:cs typeface="Courier New" pitchFamily="34" charset="-120"/>
              </a:rPr>
              <a:t>&gt; SECTOR 02 // TIME VAULT</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6"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ExclamationTriangle_F72585.png">    </p:cNvPr>
          <p:cNvPicPr>
            <a:picLocks noChangeAspect="1"/>
          </p:cNvPicPr>
          <p:nvPr/>
        </p:nvPicPr>
        <p:blipFill>
          <a:blip r:embed="rId8"/>
          <a:stretch>
            <a:fillRect/>
          </a:stretch>
        </p:blipFill>
        <p:spPr>
          <a:xfrm>
            <a:off x="457200" y="1005840"/>
            <a:ext cx="603504" cy="603504"/>
          </a:xfrm>
          <a:prstGeom prst="rect">
            <a:avLst/>
          </a:prstGeom>
        </p:spPr>
      </p:pic>
      <p:sp>
        <p:nvSpPr>
          <p:cNvPr id="14" name="Text 4"/>
          <p:cNvSpPr txBox="1"/>
          <p:nvPr/>
        </p:nvSpPr>
        <p:spPr>
          <a:xfrm>
            <a:off x="1234440" y="914400"/>
            <a:ext cx="7498080" cy="777240"/>
          </a:xfrm>
          <a:prstGeom prst="rect">
            <a:avLst/>
          </a:prstGeom>
          <a:noFill/>
          <a:ln/>
        </p:spPr>
        <p:txBody>
          <a:bodyPr wrap="square" lIns="0" tIns="0" rIns="0" bIns="0" rtlCol="0" anchor="ctr"/>
          <a:lstStyle/>
          <a:p>
            <a:pPr indent="0" marL="0">
              <a:buNone/>
            </a:pPr>
            <a:r>
              <a:rPr lang="en-US" sz="3400" dirty="0">
                <a:solidFill>
                  <a:srgbClr val="F72585"/>
                </a:solidFill>
                <a:latin typeface="Arial Black" pitchFamily="34" charset="0"/>
                <a:ea typeface="Arial Black" pitchFamily="34" charset="-122"/>
                <a:cs typeface="Arial Black" pitchFamily="34" charset="-120"/>
              </a:rPr>
              <a:t>GLITCH DETECTED!</a:t>
            </a:r>
            <a:endParaRPr lang="en-US" sz="3400" dirty="0"/>
          </a:p>
        </p:txBody>
      </p:sp>
      <p:sp>
        <p:nvSpPr>
          <p:cNvPr id="15" name="Text 5"/>
          <p:cNvSpPr txBox="1"/>
          <p:nvPr/>
        </p:nvSpPr>
        <p:spPr>
          <a:xfrm>
            <a:off x="457200" y="1719072"/>
            <a:ext cx="8138160" cy="457200"/>
          </a:xfrm>
          <a:prstGeom prst="rect">
            <a:avLst/>
          </a:prstGeom>
          <a:noFill/>
          <a:ln/>
        </p:spPr>
        <p:txBody>
          <a:bodyPr wrap="square" lIns="0" tIns="0" rIns="0" bIns="0" rtlCol="0" anchor="ctr"/>
          <a:lstStyle/>
          <a:p>
            <a:pPr indent="0" marL="0">
              <a:buNone/>
            </a:pPr>
            <a:r>
              <a:rPr lang="en-US" sz="1500" b="1" dirty="0">
                <a:solidFill>
                  <a:srgbClr val="FF8FC7"/>
                </a:solidFill>
                <a:latin typeface="Courier New" pitchFamily="34" charset="0"/>
                <a:ea typeface="Courier New" pitchFamily="34" charset="-122"/>
                <a:cs typeface="Courier New" pitchFamily="34" charset="-120"/>
              </a:rPr>
              <a:t>NULL: "That shield is now MY shield. Hehehe!"</a:t>
            </a:r>
            <a:endParaRPr lang="en-US" sz="1500" dirty="0"/>
          </a:p>
        </p:txBody>
      </p:sp>
      <p:sp>
        <p:nvSpPr>
          <p:cNvPr id="16" name="Shape 6"/>
          <p:cNvSpPr/>
          <p:nvPr/>
        </p:nvSpPr>
        <p:spPr>
          <a:xfrm>
            <a:off x="457200" y="2331720"/>
            <a:ext cx="8138160" cy="1188720"/>
          </a:xfrm>
          <a:prstGeom prst="roundRect">
            <a:avLst>
              <a:gd name="adj" fmla="val 9231"/>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7" name="Text 7"/>
          <p:cNvSpPr txBox="1"/>
          <p:nvPr/>
        </p:nvSpPr>
        <p:spPr>
          <a:xfrm>
            <a:off x="731520" y="2331720"/>
            <a:ext cx="2743200" cy="1188720"/>
          </a:xfrm>
          <a:prstGeom prst="rect">
            <a:avLst/>
          </a:prstGeom>
          <a:noFill/>
          <a:ln/>
        </p:spPr>
        <p:txBody>
          <a:bodyPr wrap="square" lIns="0" tIns="0" rIns="0" bIns="0" rtlCol="0" anchor="ctr"/>
          <a:lstStyle/>
          <a:p>
            <a:pPr indent="0" marL="0">
              <a:buNone/>
            </a:pPr>
            <a:r>
              <a:rPr lang="en-US" sz="2400" dirty="0">
                <a:solidFill>
                  <a:srgbClr val="F72585"/>
                </a:solidFill>
                <a:latin typeface="Arial Black" pitchFamily="34" charset="0"/>
                <a:ea typeface="Arial Black" pitchFamily="34" charset="-122"/>
                <a:cs typeface="Arial Black" pitchFamily="34" charset="-120"/>
              </a:rPr>
              <a:t>-1 SHIELD</a:t>
            </a:r>
            <a:endParaRPr lang="en-US" sz="2400" dirty="0"/>
          </a:p>
        </p:txBody>
      </p:sp>
      <p:pic>
        <p:nvPicPr>
          <p:cNvPr id="18" name="Image 8" descr="/tmp/claude-0/-home-user-ashton212123/6ae88841-e158-5430-ba3a-d930461fce9f/scratchpad/build/assets/shield.png">    </p:cNvPr>
          <p:cNvPicPr>
            <a:picLocks noChangeAspect="1"/>
          </p:cNvPicPr>
          <p:nvPr/>
        </p:nvPicPr>
        <p:blipFill>
          <a:blip r:embed="rId9"/>
          <a:stretch>
            <a:fillRect/>
          </a:stretch>
        </p:blipFill>
        <p:spPr>
          <a:xfrm>
            <a:off x="3566160" y="2560320"/>
            <a:ext cx="731520" cy="731520"/>
          </a:xfrm>
          <a:prstGeom prst="rect">
            <a:avLst/>
          </a:prstGeom>
        </p:spPr>
      </p:pic>
      <p:pic>
        <p:nvPicPr>
          <p:cNvPr id="19" name="Image 9" descr="/tmp/claude-0/-home-user-ashton212123/6ae88841-e158-5430-ba3a-d930461fce9f/scratchpad/build/assets/shield_empty.png">    </p:cNvPr>
          <p:cNvPicPr>
            <a:picLocks noChangeAspect="1"/>
          </p:cNvPicPr>
          <p:nvPr/>
        </p:nvPicPr>
        <p:blipFill>
          <a:blip r:embed="rId10"/>
          <a:stretch>
            <a:fillRect/>
          </a:stretch>
        </p:blipFill>
        <p:spPr>
          <a:xfrm>
            <a:off x="4434840" y="2560320"/>
            <a:ext cx="731520" cy="731520"/>
          </a:xfrm>
          <a:prstGeom prst="rect">
            <a:avLst/>
          </a:prstGeom>
        </p:spPr>
      </p:pic>
      <p:pic>
        <p:nvPicPr>
          <p:cNvPr id="20" name="Image 10" descr="/tmp/claude-0/-home-user-ashton212123/6ae88841-e158-5430-ba3a-d930461fce9f/scratchpad/build/assets/shield_empty.png">    </p:cNvPr>
          <p:cNvPicPr>
            <a:picLocks noChangeAspect="1"/>
          </p:cNvPicPr>
          <p:nvPr/>
        </p:nvPicPr>
        <p:blipFill>
          <a:blip r:embed="rId11"/>
          <a:stretch>
            <a:fillRect/>
          </a:stretch>
        </p:blipFill>
        <p:spPr>
          <a:xfrm>
            <a:off x="5303520" y="2560320"/>
            <a:ext cx="731520" cy="731520"/>
          </a:xfrm>
          <a:prstGeom prst="rect">
            <a:avLst/>
          </a:prstGeom>
        </p:spPr>
      </p:pic>
      <p:sp>
        <p:nvSpPr>
          <p:cNvPr id="21" name="Text 8"/>
          <p:cNvSpPr txBox="1"/>
          <p:nvPr/>
        </p:nvSpPr>
        <p:spPr>
          <a:xfrm>
            <a:off x="6263640" y="2331720"/>
            <a:ext cx="2103120" cy="1188720"/>
          </a:xfrm>
          <a:prstGeom prst="rect">
            <a:avLst/>
          </a:prstGeom>
          <a:noFill/>
          <a:ln/>
        </p:spPr>
        <p:txBody>
          <a:bodyPr wrap="square" lIns="0" tIns="0" rIns="0" bIns="0" rtlCol="0" anchor="ctr"/>
          <a:lstStyle/>
          <a:p>
            <a:pPr indent="0" marL="0">
              <a:buNone/>
            </a:pPr>
            <a:r>
              <a:rPr lang="en-US" sz="1800" b="1" dirty="0">
                <a:solidFill>
                  <a:srgbClr val="F72585"/>
                </a:solidFill>
                <a:latin typeface="Courier New" pitchFamily="34" charset="0"/>
                <a:ea typeface="Courier New" pitchFamily="34" charset="-122"/>
                <a:cs typeface="Courier New" pitchFamily="34" charset="-120"/>
              </a:rPr>
              <a:t>1 LEFT</a:t>
            </a:r>
            <a:endParaRPr lang="en-US" sz="1800" dirty="0"/>
          </a:p>
        </p:txBody>
      </p:sp>
      <p:sp>
        <p:nvSpPr>
          <p:cNvPr id="22" name="Shape 9"/>
          <p:cNvSpPr/>
          <p:nvPr/>
        </p:nvSpPr>
        <p:spPr>
          <a:xfrm>
            <a:off x="457200" y="3749040"/>
            <a:ext cx="8138160" cy="1417320"/>
          </a:xfrm>
          <a:prstGeom prst="roundRect">
            <a:avLst>
              <a:gd name="adj" fmla="val 7742"/>
            </a:avLst>
          </a:prstGeom>
          <a:solidFill>
            <a:srgbClr val="121A3F">
              <a:alpha val="94000"/>
            </a:srgbClr>
          </a:solidFill>
          <a:ln w="19050">
            <a:solidFill>
              <a:srgbClr val="FFC233"/>
            </a:solidFill>
            <a:prstDash val="solid"/>
          </a:ln>
        </p:spPr>
      </p:sp>
      <p:pic>
        <p:nvPicPr>
          <p:cNvPr id="23" name="Image 11" descr="/tmp/claude-0/-home-user-ashton212123/6ae88841-e158-5430-ba3a-d930461fce9f/scratchpad/build/assets/icons/FaLightbulb_FFC233.png">    </p:cNvPr>
          <p:cNvPicPr>
            <a:picLocks noChangeAspect="1"/>
          </p:cNvPicPr>
          <p:nvPr/>
        </p:nvPicPr>
        <p:blipFill>
          <a:blip r:embed="rId12"/>
          <a:stretch>
            <a:fillRect/>
          </a:stretch>
        </p:blipFill>
        <p:spPr>
          <a:xfrm>
            <a:off x="731520" y="3931920"/>
            <a:ext cx="384048" cy="384048"/>
          </a:xfrm>
          <a:prstGeom prst="rect">
            <a:avLst/>
          </a:prstGeom>
        </p:spPr>
      </p:pic>
      <p:sp>
        <p:nvSpPr>
          <p:cNvPr id="24" name="Text 10"/>
          <p:cNvSpPr txBox="1"/>
          <p:nvPr/>
        </p:nvSpPr>
        <p:spPr>
          <a:xfrm>
            <a:off x="1234440" y="3931920"/>
            <a:ext cx="3657600" cy="384048"/>
          </a:xfrm>
          <a:prstGeom prst="rect">
            <a:avLst/>
          </a:prstGeom>
          <a:noFill/>
          <a:ln/>
        </p:spPr>
        <p:txBody>
          <a:bodyPr wrap="square" lIns="0" tIns="0" rIns="0" bIns="0" rtlCol="0" anchor="ctr"/>
          <a:lstStyle/>
          <a:p>
            <a:pPr indent="0" marL="0">
              <a:buNone/>
            </a:pPr>
            <a:r>
              <a:rPr lang="en-US" sz="1200" b="1" dirty="0">
                <a:solidFill>
                  <a:srgbClr val="FFC233"/>
                </a:solidFill>
                <a:latin typeface="Courier New" pitchFamily="34" charset="0"/>
                <a:ea typeface="Courier New" pitchFamily="34" charset="-122"/>
                <a:cs typeface="Courier New" pitchFamily="34" charset="-120"/>
              </a:rPr>
              <a:t>BYTE'S HINT</a:t>
            </a:r>
            <a:endParaRPr lang="en-US" sz="1200" dirty="0"/>
          </a:p>
        </p:txBody>
      </p:sp>
      <p:sp>
        <p:nvSpPr>
          <p:cNvPr id="25" name="Text 11"/>
          <p:cNvSpPr txBox="1"/>
          <p:nvPr/>
        </p:nvSpPr>
        <p:spPr>
          <a:xfrm>
            <a:off x="731520" y="4389120"/>
            <a:ext cx="7635240" cy="68580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His monument stands in Rizal Park (Luneta) in Manila.</a:t>
            </a:r>
            <a:endParaRPr lang="en-US" sz="1800" dirty="0"/>
          </a:p>
        </p:txBody>
      </p:sp>
      <p:pic>
        <p:nvPicPr>
          <p:cNvPr id="26" name="Image 12" descr="/tmp/claude-0/-home-user-ashton212123/6ae88841-e158-5430-ba3a-d930461fce9f/scratchpad/build/assets/null_glitch.png">    </p:cNvPr>
          <p:cNvPicPr>
            <a:picLocks noChangeAspect="1"/>
          </p:cNvPicPr>
          <p:nvPr/>
        </p:nvPicPr>
        <p:blipFill>
          <a:blip r:embed="rId13"/>
          <a:stretch>
            <a:fillRect/>
          </a:stretch>
        </p:blipFill>
        <p:spPr>
          <a:xfrm>
            <a:off x="8915400" y="1554480"/>
            <a:ext cx="2834640" cy="2240280"/>
          </a:xfrm>
          <a:prstGeom prst="rect">
            <a:avLst/>
          </a:prstGeom>
        </p:spPr>
      </p:pic>
      <p:sp>
        <p:nvSpPr>
          <p:cNvPr id="27" name="Link - TRY AGAIN">
            <a:hlinkClick r:id="rId17" action="ppaction://hlinksldjump" highlightClick="1"/>
          </p:cNvPr>
          <p:cNvSpPr txBox="1"/>
          <p:nvPr/>
        </p:nvSpPr>
        <p:spPr>
          <a:xfrm>
            <a:off x="457200" y="5440680"/>
            <a:ext cx="3108960" cy="731520"/>
          </a:xfrm>
          <a:prstGeom prst="roundRect">
            <a:avLst>
              <a:gd name="adj" fmla="val 12500"/>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TRY AGAIN</a:t>
            </a:r>
            <a:endParaRPr lang="en-US" sz="1600" dirty="0"/>
          </a:p>
        </p:txBody>
      </p:sp>
      <p:sp>
        <p:nvSpPr>
          <p:cNvPr id="28" name="Text 13"/>
          <p:cNvSpPr txBox="1"/>
          <p:nvPr/>
        </p:nvSpPr>
        <p:spPr>
          <a:xfrm>
            <a:off x="3794760" y="5440680"/>
            <a:ext cx="4846320" cy="731520"/>
          </a:xfrm>
          <a:prstGeom prst="rect">
            <a:avLst/>
          </a:prstGeom>
          <a:noFill/>
          <a:ln/>
        </p:spPr>
        <p:txBody>
          <a:bodyPr wrap="square" lIns="0" tIns="0" rIns="0" bIns="0" rtlCol="0" anchor="ctr"/>
          <a:lstStyle/>
          <a:p>
            <a:pPr indent="0" marL="0">
              <a:buNone/>
            </a:pPr>
            <a:r>
              <a:rPr lang="en-US" sz="1200" b="1" dirty="0">
                <a:solidFill>
                  <a:srgbClr val="F72585"/>
                </a:solidFill>
                <a:latin typeface="Courier New" pitchFamily="34" charset="0"/>
                <a:ea typeface="Courier New" pitchFamily="34" charset="-122"/>
                <a:cs typeface="Courier New" pitchFamily="34" charset="-120"/>
              </a:rPr>
              <a:t>Careful! This is your LAST shield.</a:t>
            </a:r>
            <a:endParaRPr lang="en-US" sz="1200" dirty="0"/>
          </a:p>
        </p:txBody>
      </p:sp>
    </p:spTree>
  </p:cSld>
  <p:clrMapOvr>
    <a:masterClrMapping/>
  </p:clrMapOvr>
  <p:transition spd="med" advClick="0">
    <p:fade/>
    <p:sndAc>
      <p:stSnd>
        <p:snd r:embed="rId18" name="snd_wrong.wav"/>
      </p:stSnd>
    </p:sndAc>
  </p:transition>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F7A45"/>
                </a:solidFill>
                <a:latin typeface="Courier New" pitchFamily="34" charset="0"/>
                <a:ea typeface="Courier New" pitchFamily="34" charset="-122"/>
                <a:cs typeface="Courier New" pitchFamily="34" charset="-120"/>
              </a:rPr>
              <a:t>&gt; SECTOR 02 // TIME VAULT</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2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FF7A45"/>
            </a:solidFill>
            <a:prstDash val="solid"/>
          </a:ln>
          <a:effectLst>
            <a:outerShdw sx="100000" sy="100000" kx="0" ky="0" algn="bl" rotWithShape="0" blurRad="203200" dist="50800" dir="5400000">
              <a:srgbClr val="FF7A45">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This history file might be corrupted. Is the statement below a FACT or a MYTH?</a:t>
            </a:r>
            <a:endParaRPr lang="en-US" sz="2200" dirty="0"/>
          </a:p>
        </p:txBody>
      </p:sp>
      <p:sp>
        <p:nvSpPr>
          <p:cNvPr id="17" name="Shape 7"/>
          <p:cNvSpPr/>
          <p:nvPr/>
        </p:nvSpPr>
        <p:spPr>
          <a:xfrm>
            <a:off x="457200" y="3429000"/>
            <a:ext cx="7086600" cy="2788920"/>
          </a:xfrm>
          <a:prstGeom prst="roundRect">
            <a:avLst>
              <a:gd name="adj" fmla="val 3934"/>
            </a:avLst>
          </a:prstGeom>
          <a:solidFill>
            <a:srgbClr val="0E1433"/>
          </a:solidFill>
          <a:ln w="15875">
            <a:solidFill>
              <a:srgbClr val="3A4370"/>
            </a:solidFill>
            <a:prstDash val="solid"/>
          </a:ln>
        </p:spPr>
      </p:sp>
      <p:pic>
        <p:nvPicPr>
          <p:cNvPr id="18" name="Image 8" descr="/tmp/claude-0/-home-user-ashton212123/6ae88841-e158-5430-ba3a-d930461fce9f/scratchpad/build/assets/icons/FaLightbulb_FFC233.png">    </p:cNvPr>
          <p:cNvPicPr>
            <a:picLocks noChangeAspect="1"/>
          </p:cNvPicPr>
          <p:nvPr/>
        </p:nvPicPr>
        <p:blipFill>
          <a:blip r:embed="rId9"/>
          <a:stretch>
            <a:fillRect/>
          </a:stretch>
        </p:blipFill>
        <p:spPr>
          <a:xfrm>
            <a:off x="685800" y="3584448"/>
            <a:ext cx="384048" cy="384048"/>
          </a:xfrm>
          <a:prstGeom prst="rect">
            <a:avLst/>
          </a:prstGeom>
        </p:spPr>
      </p:pic>
      <p:sp>
        <p:nvSpPr>
          <p:cNvPr id="19" name="Text 8"/>
          <p:cNvSpPr txBox="1"/>
          <p:nvPr/>
        </p:nvSpPr>
        <p:spPr>
          <a:xfrm>
            <a:off x="1188720" y="3584448"/>
            <a:ext cx="4572000" cy="384048"/>
          </a:xfrm>
          <a:prstGeom prst="rect">
            <a:avLst/>
          </a:prstGeom>
          <a:noFill/>
          <a:ln/>
        </p:spPr>
        <p:txBody>
          <a:bodyPr wrap="square" lIns="0" tIns="0" rIns="0" bIns="0" rtlCol="0" anchor="ctr"/>
          <a:lstStyle/>
          <a:p>
            <a:pPr indent="0" marL="0">
              <a:buNone/>
            </a:pPr>
            <a:r>
              <a:rPr lang="en-US" sz="1300" b="1" dirty="0">
                <a:solidFill>
                  <a:srgbClr val="FFC233"/>
                </a:solidFill>
                <a:latin typeface="Courier New" pitchFamily="34" charset="0"/>
                <a:ea typeface="Courier New" pitchFamily="34" charset="-122"/>
                <a:cs typeface="Courier New" pitchFamily="34" charset="-120"/>
              </a:rPr>
              <a:t>FACT OR MYTH?</a:t>
            </a:r>
            <a:endParaRPr lang="en-US" sz="1300" dirty="0"/>
          </a:p>
        </p:txBody>
      </p:sp>
      <p:sp>
        <p:nvSpPr>
          <p:cNvPr id="20" name="Shape 9"/>
          <p:cNvSpPr/>
          <p:nvPr/>
        </p:nvSpPr>
        <p:spPr>
          <a:xfrm>
            <a:off x="685800" y="4096512"/>
            <a:ext cx="6629400" cy="0"/>
          </a:xfrm>
          <a:prstGeom prst="line">
            <a:avLst/>
          </a:prstGeom>
          <a:noFill/>
          <a:ln w="12700">
            <a:solidFill>
              <a:srgbClr val="3A4370"/>
            </a:solidFill>
            <a:prstDash val="solid"/>
          </a:ln>
        </p:spPr>
      </p:sp>
      <p:sp>
        <p:nvSpPr>
          <p:cNvPr id="21" name="Text 10"/>
          <p:cNvSpPr txBox="1"/>
          <p:nvPr/>
        </p:nvSpPr>
        <p:spPr>
          <a:xfrm>
            <a:off x="731520" y="4206240"/>
            <a:ext cx="6537960" cy="1508760"/>
          </a:xfrm>
          <a:prstGeom prst="rect">
            <a:avLst/>
          </a:prstGeom>
          <a:noFill/>
          <a:ln/>
        </p:spPr>
        <p:txBody>
          <a:bodyPr wrap="square" lIns="0" tIns="0" rIns="0" bIns="0" rtlCol="0" anchor="ctr"/>
          <a:lstStyle/>
          <a:p>
            <a:pPr indent="0" marL="0">
              <a:buNone/>
            </a:pPr>
            <a:r>
              <a:rPr lang="en-US" sz="2600" b="1" dirty="0">
                <a:solidFill>
                  <a:srgbClr val="EAF2FF"/>
                </a:solidFill>
                <a:latin typeface="Calibri" pitchFamily="34" charset="0"/>
                <a:ea typeface="Calibri" pitchFamily="34" charset="-122"/>
                <a:cs typeface="Calibri" pitchFamily="34" charset="-120"/>
              </a:rPr>
              <a:t>"Ferdinand Magellan was killed in the Battle of Mactan in 1521."</a:t>
            </a:r>
            <a:endParaRPr lang="en-US" sz="2600" dirty="0"/>
          </a:p>
        </p:txBody>
      </p:sp>
      <p:sp>
        <p:nvSpPr>
          <p:cNvPr id="22" name="Text 11"/>
          <p:cNvSpPr txBox="1"/>
          <p:nvPr/>
        </p:nvSpPr>
        <p:spPr>
          <a:xfrm>
            <a:off x="731520" y="5760720"/>
            <a:ext cx="6537960" cy="320040"/>
          </a:xfrm>
          <a:prstGeom prst="rect">
            <a:avLst/>
          </a:prstGeom>
          <a:noFill/>
          <a:ln/>
        </p:spPr>
        <p:txBody>
          <a:bodyPr wrap="square" lIns="0" tIns="0" rIns="0" bIns="0" rtlCol="0" anchor="ctr"/>
          <a:lstStyle/>
          <a:p>
            <a:pPr indent="0" marL="0">
              <a:buNone/>
            </a:pPr>
            <a:r>
              <a:rPr lang="en-US" sz="1100" dirty="0">
                <a:solidFill>
                  <a:srgbClr val="9AA6D9"/>
                </a:solidFill>
                <a:latin typeface="Courier New" pitchFamily="34" charset="0"/>
                <a:ea typeface="Courier New" pitchFamily="34" charset="-122"/>
                <a:cs typeface="Courier New" pitchFamily="34" charset="-120"/>
              </a:rPr>
              <a:t>FILE: history_notes.txt  //  STATUS: UNVERIFIED</a:t>
            </a:r>
            <a:endParaRPr lang="en-US" sz="1100" dirty="0"/>
          </a:p>
        </p:txBody>
      </p:sp>
      <p:sp>
        <p:nvSpPr>
          <p:cNvPr id="23" name="Link - Answer A">
            <a:hlinkClick r:id="rId13" action="ppaction://hlinksldjump" highlightClick="1"/>
          </p:cNvPr>
          <p:cNvSpPr txBox="1"/>
          <p:nvPr/>
        </p:nvSpPr>
        <p:spPr>
          <a:xfrm>
            <a:off x="7818120" y="3429000"/>
            <a:ext cx="3913632" cy="1325880"/>
          </a:xfrm>
          <a:prstGeom prst="roundRect">
            <a:avLst>
              <a:gd name="adj" fmla="val 6897"/>
            </a:avLst>
          </a:prstGeom>
          <a:solidFill>
            <a:srgbClr val="1A2353"/>
          </a:solidFill>
          <a:ln w="22225">
            <a:solidFill>
              <a:srgbClr val="FF7A45"/>
            </a:solidFill>
          </a:ln>
        </p:spPr>
        <p:txBody>
          <a:bodyPr wrap="square" lIns="863600" tIns="50800" rIns="127000" bIns="50800" rtlCol="0" anchor="ctr"/>
          <a:lstStyle/>
          <a:p>
            <a:pPr algn="l" indent="0" marL="0">
              <a:buNone/>
            </a:pPr>
            <a:r>
              <a:rPr lang="en-US" sz="2200" dirty="0">
                <a:solidFill>
                  <a:srgbClr val="EAF2FF"/>
                </a:solidFill>
                <a:latin typeface="Arial Black" pitchFamily="34" charset="0"/>
                <a:ea typeface="Arial Black" pitchFamily="34" charset="-122"/>
                <a:cs typeface="Arial Black" pitchFamily="34" charset="-120"/>
              </a:rPr>
              <a:t>FACT</a:t>
            </a:r>
            <a:endParaRPr lang="en-US" sz="1800" dirty="0"/>
          </a:p>
          <a:p>
            <a:pPr algn="l" indent="0" marL="0">
              <a:buNone/>
            </a:pPr>
            <a:r>
              <a:rPr lang="en-US" sz="1500" dirty="0">
                <a:solidFill>
                  <a:srgbClr val="9AA6D9"/>
                </a:solidFill>
                <a:latin typeface="Calibri" pitchFamily="34" charset="0"/>
                <a:ea typeface="Calibri" pitchFamily="34" charset="-122"/>
                <a:cs typeface="Calibri" pitchFamily="34" charset="-120"/>
              </a:rPr>
              <a:t>It's true!</a:t>
            </a:r>
            <a:endParaRPr lang="en-US" sz="1800" dirty="0"/>
          </a:p>
        </p:txBody>
      </p:sp>
      <p:sp>
        <p:nvSpPr>
          <p:cNvPr id="24" name="Link - Answer A badge">
            <a:hlinkClick r:id="rId13" action="ppaction://hlinksldjump" highlightClick="1"/>
          </p:cNvPr>
          <p:cNvSpPr txBox="1"/>
          <p:nvPr/>
        </p:nvSpPr>
        <p:spPr>
          <a:xfrm>
            <a:off x="8019288" y="3817620"/>
            <a:ext cx="548640" cy="548640"/>
          </a:xfrm>
          <a:prstGeom prst="ellipse">
            <a:avLst/>
          </a:prstGeom>
          <a:solidFill>
            <a:srgbClr val="FF7A45"/>
          </a:solidFill>
          <a:ln w="12700">
            <a:solidFill>
              <a:srgbClr val="FF7A4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25" name="Link - Answer B">
            <a:hlinkClick r:id="rId14" action="ppaction://hlinksldjump" highlightClick="1"/>
          </p:cNvPr>
          <p:cNvSpPr txBox="1"/>
          <p:nvPr/>
        </p:nvSpPr>
        <p:spPr>
          <a:xfrm>
            <a:off x="7818120" y="4892040"/>
            <a:ext cx="3913632" cy="1325880"/>
          </a:xfrm>
          <a:prstGeom prst="roundRect">
            <a:avLst>
              <a:gd name="adj" fmla="val 6897"/>
            </a:avLst>
          </a:prstGeom>
          <a:solidFill>
            <a:srgbClr val="1A2353"/>
          </a:solidFill>
          <a:ln w="22225">
            <a:solidFill>
              <a:srgbClr val="FF7A45"/>
            </a:solidFill>
          </a:ln>
        </p:spPr>
        <p:txBody>
          <a:bodyPr wrap="square" lIns="863600" tIns="50800" rIns="127000" bIns="50800" rtlCol="0" anchor="ctr"/>
          <a:lstStyle/>
          <a:p>
            <a:pPr algn="l" indent="0" marL="0">
              <a:buNone/>
            </a:pPr>
            <a:r>
              <a:rPr lang="en-US" sz="2200" dirty="0">
                <a:solidFill>
                  <a:srgbClr val="EAF2FF"/>
                </a:solidFill>
                <a:latin typeface="Arial Black" pitchFamily="34" charset="0"/>
                <a:ea typeface="Arial Black" pitchFamily="34" charset="-122"/>
                <a:cs typeface="Arial Black" pitchFamily="34" charset="-120"/>
              </a:rPr>
              <a:t>MYTH</a:t>
            </a:r>
            <a:endParaRPr lang="en-US" sz="1800" dirty="0"/>
          </a:p>
          <a:p>
            <a:pPr algn="l" indent="0" marL="0">
              <a:buNone/>
            </a:pPr>
            <a:r>
              <a:rPr lang="en-US" sz="1500" dirty="0">
                <a:solidFill>
                  <a:srgbClr val="9AA6D9"/>
                </a:solidFill>
                <a:latin typeface="Calibri" pitchFamily="34" charset="0"/>
                <a:ea typeface="Calibri" pitchFamily="34" charset="-122"/>
                <a:cs typeface="Calibri" pitchFamily="34" charset="-120"/>
              </a:rPr>
              <a:t>Not true!</a:t>
            </a:r>
            <a:endParaRPr lang="en-US" sz="1800" dirty="0"/>
          </a:p>
        </p:txBody>
      </p:sp>
      <p:sp>
        <p:nvSpPr>
          <p:cNvPr id="26" name="Link - Answer B badge">
            <a:hlinkClick r:id="rId14" action="ppaction://hlinksldjump" highlightClick="1"/>
          </p:cNvPr>
          <p:cNvSpPr txBox="1"/>
          <p:nvPr/>
        </p:nvSpPr>
        <p:spPr>
          <a:xfrm>
            <a:off x="8019288" y="5280660"/>
            <a:ext cx="548640" cy="548640"/>
          </a:xfrm>
          <a:prstGeom prst="ellipse">
            <a:avLst/>
          </a:prstGeom>
          <a:solidFill>
            <a:srgbClr val="FF7A45"/>
          </a:solidFill>
          <a:ln w="12700">
            <a:solidFill>
              <a:srgbClr val="FF7A4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Tree>
  </p:cSld>
  <p:clrMapOvr>
    <a:masterClrMapping/>
  </p:clrMapOvr>
  <p:transition spd="med" advClick="0">
    <p:fade/>
  </p:transition>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F7A45"/>
                </a:solidFill>
                <a:latin typeface="Courier New" pitchFamily="34" charset="0"/>
                <a:ea typeface="Courier New" pitchFamily="34" charset="-122"/>
                <a:cs typeface="Courier New" pitchFamily="34" charset="-120"/>
              </a:rPr>
              <a:t>&gt; SECTOR 02 // TIME VAULT</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2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FF7A45"/>
            </a:solidFill>
            <a:prstDash val="solid"/>
          </a:ln>
          <a:effectLst>
            <a:outerShdw sx="100000" sy="100000" kx="0" ky="0" algn="bl" rotWithShape="0" blurRad="203200" dist="50800" dir="5400000">
              <a:srgbClr val="FF7A45">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This history file might be corrupted. Is the statement below a FACT or a MYTH?</a:t>
            </a:r>
            <a:endParaRPr lang="en-US" sz="2200" dirty="0"/>
          </a:p>
        </p:txBody>
      </p:sp>
      <p:sp>
        <p:nvSpPr>
          <p:cNvPr id="17" name="Shape 7"/>
          <p:cNvSpPr/>
          <p:nvPr/>
        </p:nvSpPr>
        <p:spPr>
          <a:xfrm>
            <a:off x="457200" y="3429000"/>
            <a:ext cx="7086600" cy="2788920"/>
          </a:xfrm>
          <a:prstGeom prst="roundRect">
            <a:avLst>
              <a:gd name="adj" fmla="val 3934"/>
            </a:avLst>
          </a:prstGeom>
          <a:solidFill>
            <a:srgbClr val="0E1433"/>
          </a:solidFill>
          <a:ln w="15875">
            <a:solidFill>
              <a:srgbClr val="3A4370"/>
            </a:solidFill>
            <a:prstDash val="solid"/>
          </a:ln>
        </p:spPr>
      </p:sp>
      <p:pic>
        <p:nvPicPr>
          <p:cNvPr id="18" name="Image 8" descr="/tmp/claude-0/-home-user-ashton212123/6ae88841-e158-5430-ba3a-d930461fce9f/scratchpad/build/assets/icons/FaLightbulb_FFC233.png">    </p:cNvPr>
          <p:cNvPicPr>
            <a:picLocks noChangeAspect="1"/>
          </p:cNvPicPr>
          <p:nvPr/>
        </p:nvPicPr>
        <p:blipFill>
          <a:blip r:embed="rId9"/>
          <a:stretch>
            <a:fillRect/>
          </a:stretch>
        </p:blipFill>
        <p:spPr>
          <a:xfrm>
            <a:off x="685800" y="3584448"/>
            <a:ext cx="384048" cy="384048"/>
          </a:xfrm>
          <a:prstGeom prst="rect">
            <a:avLst/>
          </a:prstGeom>
        </p:spPr>
      </p:pic>
      <p:sp>
        <p:nvSpPr>
          <p:cNvPr id="19" name="Text 8"/>
          <p:cNvSpPr txBox="1"/>
          <p:nvPr/>
        </p:nvSpPr>
        <p:spPr>
          <a:xfrm>
            <a:off x="1188720" y="3584448"/>
            <a:ext cx="4572000" cy="384048"/>
          </a:xfrm>
          <a:prstGeom prst="rect">
            <a:avLst/>
          </a:prstGeom>
          <a:noFill/>
          <a:ln/>
        </p:spPr>
        <p:txBody>
          <a:bodyPr wrap="square" lIns="0" tIns="0" rIns="0" bIns="0" rtlCol="0" anchor="ctr"/>
          <a:lstStyle/>
          <a:p>
            <a:pPr indent="0" marL="0">
              <a:buNone/>
            </a:pPr>
            <a:r>
              <a:rPr lang="en-US" sz="1300" b="1" dirty="0">
                <a:solidFill>
                  <a:srgbClr val="FFC233"/>
                </a:solidFill>
                <a:latin typeface="Courier New" pitchFamily="34" charset="0"/>
                <a:ea typeface="Courier New" pitchFamily="34" charset="-122"/>
                <a:cs typeface="Courier New" pitchFamily="34" charset="-120"/>
              </a:rPr>
              <a:t>FACT OR MYTH?</a:t>
            </a:r>
            <a:endParaRPr lang="en-US" sz="1300" dirty="0"/>
          </a:p>
        </p:txBody>
      </p:sp>
      <p:sp>
        <p:nvSpPr>
          <p:cNvPr id="20" name="Shape 9"/>
          <p:cNvSpPr/>
          <p:nvPr/>
        </p:nvSpPr>
        <p:spPr>
          <a:xfrm>
            <a:off x="685800" y="4096512"/>
            <a:ext cx="6629400" cy="0"/>
          </a:xfrm>
          <a:prstGeom prst="line">
            <a:avLst/>
          </a:prstGeom>
          <a:noFill/>
          <a:ln w="12700">
            <a:solidFill>
              <a:srgbClr val="3A4370"/>
            </a:solidFill>
            <a:prstDash val="solid"/>
          </a:ln>
        </p:spPr>
      </p:sp>
      <p:sp>
        <p:nvSpPr>
          <p:cNvPr id="21" name="Text 10"/>
          <p:cNvSpPr txBox="1"/>
          <p:nvPr/>
        </p:nvSpPr>
        <p:spPr>
          <a:xfrm>
            <a:off x="731520" y="4206240"/>
            <a:ext cx="6537960" cy="1508760"/>
          </a:xfrm>
          <a:prstGeom prst="rect">
            <a:avLst/>
          </a:prstGeom>
          <a:noFill/>
          <a:ln/>
        </p:spPr>
        <p:txBody>
          <a:bodyPr wrap="square" lIns="0" tIns="0" rIns="0" bIns="0" rtlCol="0" anchor="ctr"/>
          <a:lstStyle/>
          <a:p>
            <a:pPr indent="0" marL="0">
              <a:buNone/>
            </a:pPr>
            <a:r>
              <a:rPr lang="en-US" sz="2600" b="1" dirty="0">
                <a:solidFill>
                  <a:srgbClr val="EAF2FF"/>
                </a:solidFill>
                <a:latin typeface="Calibri" pitchFamily="34" charset="0"/>
                <a:ea typeface="Calibri" pitchFamily="34" charset="-122"/>
                <a:cs typeface="Calibri" pitchFamily="34" charset="-120"/>
              </a:rPr>
              <a:t>"Ferdinand Magellan was killed in the Battle of Mactan in 1521."</a:t>
            </a:r>
            <a:endParaRPr lang="en-US" sz="2600" dirty="0"/>
          </a:p>
        </p:txBody>
      </p:sp>
      <p:sp>
        <p:nvSpPr>
          <p:cNvPr id="22" name="Text 11"/>
          <p:cNvSpPr txBox="1"/>
          <p:nvPr/>
        </p:nvSpPr>
        <p:spPr>
          <a:xfrm>
            <a:off x="731520" y="5760720"/>
            <a:ext cx="6537960" cy="320040"/>
          </a:xfrm>
          <a:prstGeom prst="rect">
            <a:avLst/>
          </a:prstGeom>
          <a:noFill/>
          <a:ln/>
        </p:spPr>
        <p:txBody>
          <a:bodyPr wrap="square" lIns="0" tIns="0" rIns="0" bIns="0" rtlCol="0" anchor="ctr"/>
          <a:lstStyle/>
          <a:p>
            <a:pPr indent="0" marL="0">
              <a:buNone/>
            </a:pPr>
            <a:r>
              <a:rPr lang="en-US" sz="1100" dirty="0">
                <a:solidFill>
                  <a:srgbClr val="9AA6D9"/>
                </a:solidFill>
                <a:latin typeface="Courier New" pitchFamily="34" charset="0"/>
                <a:ea typeface="Courier New" pitchFamily="34" charset="-122"/>
                <a:cs typeface="Courier New" pitchFamily="34" charset="-120"/>
              </a:rPr>
              <a:t>FILE: history_notes.txt  //  STATUS: UNVERIFIED</a:t>
            </a:r>
            <a:endParaRPr lang="en-US" sz="1100" dirty="0"/>
          </a:p>
        </p:txBody>
      </p:sp>
      <p:sp>
        <p:nvSpPr>
          <p:cNvPr id="23" name="Link - Answer A">
            <a:hlinkClick r:id="rId13" action="ppaction://hlinksldjump" highlightClick="1"/>
          </p:cNvPr>
          <p:cNvSpPr txBox="1"/>
          <p:nvPr/>
        </p:nvSpPr>
        <p:spPr>
          <a:xfrm>
            <a:off x="7818120" y="3429000"/>
            <a:ext cx="3913632" cy="1325880"/>
          </a:xfrm>
          <a:prstGeom prst="roundRect">
            <a:avLst>
              <a:gd name="adj" fmla="val 6897"/>
            </a:avLst>
          </a:prstGeom>
          <a:solidFill>
            <a:srgbClr val="1A2353"/>
          </a:solidFill>
          <a:ln w="22225">
            <a:solidFill>
              <a:srgbClr val="FF7A45"/>
            </a:solidFill>
          </a:ln>
        </p:spPr>
        <p:txBody>
          <a:bodyPr wrap="square" lIns="863600" tIns="50800" rIns="127000" bIns="50800" rtlCol="0" anchor="ctr"/>
          <a:lstStyle/>
          <a:p>
            <a:pPr algn="l" indent="0" marL="0">
              <a:buNone/>
            </a:pPr>
            <a:r>
              <a:rPr lang="en-US" sz="2200" dirty="0">
                <a:solidFill>
                  <a:srgbClr val="EAF2FF"/>
                </a:solidFill>
                <a:latin typeface="Arial Black" pitchFamily="34" charset="0"/>
                <a:ea typeface="Arial Black" pitchFamily="34" charset="-122"/>
                <a:cs typeface="Arial Black" pitchFamily="34" charset="-120"/>
              </a:rPr>
              <a:t>FACT</a:t>
            </a:r>
            <a:endParaRPr lang="en-US" sz="1800" dirty="0"/>
          </a:p>
          <a:p>
            <a:pPr algn="l" indent="0" marL="0">
              <a:buNone/>
            </a:pPr>
            <a:r>
              <a:rPr lang="en-US" sz="1500" dirty="0">
                <a:solidFill>
                  <a:srgbClr val="9AA6D9"/>
                </a:solidFill>
                <a:latin typeface="Calibri" pitchFamily="34" charset="0"/>
                <a:ea typeface="Calibri" pitchFamily="34" charset="-122"/>
                <a:cs typeface="Calibri" pitchFamily="34" charset="-120"/>
              </a:rPr>
              <a:t>It's true!</a:t>
            </a:r>
            <a:endParaRPr lang="en-US" sz="1800" dirty="0"/>
          </a:p>
        </p:txBody>
      </p:sp>
      <p:sp>
        <p:nvSpPr>
          <p:cNvPr id="24" name="Link - Answer A badge">
            <a:hlinkClick r:id="rId13" action="ppaction://hlinksldjump" highlightClick="1"/>
          </p:cNvPr>
          <p:cNvSpPr txBox="1"/>
          <p:nvPr/>
        </p:nvSpPr>
        <p:spPr>
          <a:xfrm>
            <a:off x="8019288" y="3817620"/>
            <a:ext cx="548640" cy="548640"/>
          </a:xfrm>
          <a:prstGeom prst="ellipse">
            <a:avLst/>
          </a:prstGeom>
          <a:solidFill>
            <a:srgbClr val="FF7A45"/>
          </a:solidFill>
          <a:ln w="12700">
            <a:solidFill>
              <a:srgbClr val="FF7A4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25" name="Link - Answer B">
            <a:hlinkClick r:id="rId14" action="ppaction://hlinksldjump" highlightClick="1"/>
          </p:cNvPr>
          <p:cNvSpPr txBox="1"/>
          <p:nvPr/>
        </p:nvSpPr>
        <p:spPr>
          <a:xfrm>
            <a:off x="7818120" y="4892040"/>
            <a:ext cx="3913632" cy="1325880"/>
          </a:xfrm>
          <a:prstGeom prst="roundRect">
            <a:avLst>
              <a:gd name="adj" fmla="val 6897"/>
            </a:avLst>
          </a:prstGeom>
          <a:solidFill>
            <a:srgbClr val="1A2353"/>
          </a:solidFill>
          <a:ln w="22225">
            <a:solidFill>
              <a:srgbClr val="FF7A45"/>
            </a:solidFill>
          </a:ln>
        </p:spPr>
        <p:txBody>
          <a:bodyPr wrap="square" lIns="863600" tIns="50800" rIns="127000" bIns="50800" rtlCol="0" anchor="ctr"/>
          <a:lstStyle/>
          <a:p>
            <a:pPr algn="l" indent="0" marL="0">
              <a:buNone/>
            </a:pPr>
            <a:r>
              <a:rPr lang="en-US" sz="2200" dirty="0">
                <a:solidFill>
                  <a:srgbClr val="EAF2FF"/>
                </a:solidFill>
                <a:latin typeface="Arial Black" pitchFamily="34" charset="0"/>
                <a:ea typeface="Arial Black" pitchFamily="34" charset="-122"/>
                <a:cs typeface="Arial Black" pitchFamily="34" charset="-120"/>
              </a:rPr>
              <a:t>MYTH</a:t>
            </a:r>
            <a:endParaRPr lang="en-US" sz="1800" dirty="0"/>
          </a:p>
          <a:p>
            <a:pPr algn="l" indent="0" marL="0">
              <a:buNone/>
            </a:pPr>
            <a:r>
              <a:rPr lang="en-US" sz="1500" dirty="0">
                <a:solidFill>
                  <a:srgbClr val="9AA6D9"/>
                </a:solidFill>
                <a:latin typeface="Calibri" pitchFamily="34" charset="0"/>
                <a:ea typeface="Calibri" pitchFamily="34" charset="-122"/>
                <a:cs typeface="Calibri" pitchFamily="34" charset="-120"/>
              </a:rPr>
              <a:t>Not true!</a:t>
            </a:r>
            <a:endParaRPr lang="en-US" sz="1800" dirty="0"/>
          </a:p>
        </p:txBody>
      </p:sp>
      <p:sp>
        <p:nvSpPr>
          <p:cNvPr id="26" name="Link - Answer B badge">
            <a:hlinkClick r:id="rId14" action="ppaction://hlinksldjump" highlightClick="1"/>
          </p:cNvPr>
          <p:cNvSpPr txBox="1"/>
          <p:nvPr/>
        </p:nvSpPr>
        <p:spPr>
          <a:xfrm>
            <a:off x="8019288" y="5280660"/>
            <a:ext cx="548640" cy="548640"/>
          </a:xfrm>
          <a:prstGeom prst="ellipse">
            <a:avLst/>
          </a:prstGeom>
          <a:solidFill>
            <a:srgbClr val="FF7A45"/>
          </a:solidFill>
          <a:ln w="12700">
            <a:solidFill>
              <a:srgbClr val="FF7A4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Tree>
  </p:cSld>
  <p:clrMapOvr>
    <a:masterClrMapping/>
  </p:clrMapOvr>
  <p:transition spd="med" advClick="0">
    <p:fade/>
  </p:transition>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F7A45"/>
                </a:solidFill>
                <a:latin typeface="Courier New" pitchFamily="34" charset="0"/>
                <a:ea typeface="Courier New" pitchFamily="34" charset="-122"/>
                <a:cs typeface="Courier New" pitchFamily="34" charset="-120"/>
              </a:rPr>
              <a:t>&gt; SECTOR 02 // TIME VAULT</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2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FF7A45"/>
            </a:solidFill>
            <a:prstDash val="solid"/>
          </a:ln>
          <a:effectLst>
            <a:outerShdw sx="100000" sy="100000" kx="0" ky="0" algn="bl" rotWithShape="0" blurRad="203200" dist="50800" dir="5400000">
              <a:srgbClr val="FF7A45">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This history file might be corrupted. Is the statement below a FACT or a MYTH?</a:t>
            </a:r>
            <a:endParaRPr lang="en-US" sz="2200" dirty="0"/>
          </a:p>
        </p:txBody>
      </p:sp>
      <p:sp>
        <p:nvSpPr>
          <p:cNvPr id="17" name="Shape 7"/>
          <p:cNvSpPr/>
          <p:nvPr/>
        </p:nvSpPr>
        <p:spPr>
          <a:xfrm>
            <a:off x="457200" y="3429000"/>
            <a:ext cx="7086600" cy="2788920"/>
          </a:xfrm>
          <a:prstGeom prst="roundRect">
            <a:avLst>
              <a:gd name="adj" fmla="val 3934"/>
            </a:avLst>
          </a:prstGeom>
          <a:solidFill>
            <a:srgbClr val="0E1433"/>
          </a:solidFill>
          <a:ln w="15875">
            <a:solidFill>
              <a:srgbClr val="3A4370"/>
            </a:solidFill>
            <a:prstDash val="solid"/>
          </a:ln>
        </p:spPr>
      </p:sp>
      <p:pic>
        <p:nvPicPr>
          <p:cNvPr id="18" name="Image 8" descr="/tmp/claude-0/-home-user-ashton212123/6ae88841-e158-5430-ba3a-d930461fce9f/scratchpad/build/assets/icons/FaLightbulb_FFC233.png">    </p:cNvPr>
          <p:cNvPicPr>
            <a:picLocks noChangeAspect="1"/>
          </p:cNvPicPr>
          <p:nvPr/>
        </p:nvPicPr>
        <p:blipFill>
          <a:blip r:embed="rId9"/>
          <a:stretch>
            <a:fillRect/>
          </a:stretch>
        </p:blipFill>
        <p:spPr>
          <a:xfrm>
            <a:off x="685800" y="3584448"/>
            <a:ext cx="384048" cy="384048"/>
          </a:xfrm>
          <a:prstGeom prst="rect">
            <a:avLst/>
          </a:prstGeom>
        </p:spPr>
      </p:pic>
      <p:sp>
        <p:nvSpPr>
          <p:cNvPr id="19" name="Text 8"/>
          <p:cNvSpPr txBox="1"/>
          <p:nvPr/>
        </p:nvSpPr>
        <p:spPr>
          <a:xfrm>
            <a:off x="1188720" y="3584448"/>
            <a:ext cx="4572000" cy="384048"/>
          </a:xfrm>
          <a:prstGeom prst="rect">
            <a:avLst/>
          </a:prstGeom>
          <a:noFill/>
          <a:ln/>
        </p:spPr>
        <p:txBody>
          <a:bodyPr wrap="square" lIns="0" tIns="0" rIns="0" bIns="0" rtlCol="0" anchor="ctr"/>
          <a:lstStyle/>
          <a:p>
            <a:pPr indent="0" marL="0">
              <a:buNone/>
            </a:pPr>
            <a:r>
              <a:rPr lang="en-US" sz="1300" b="1" dirty="0">
                <a:solidFill>
                  <a:srgbClr val="FFC233"/>
                </a:solidFill>
                <a:latin typeface="Courier New" pitchFamily="34" charset="0"/>
                <a:ea typeface="Courier New" pitchFamily="34" charset="-122"/>
                <a:cs typeface="Courier New" pitchFamily="34" charset="-120"/>
              </a:rPr>
              <a:t>FACT OR MYTH?</a:t>
            </a:r>
            <a:endParaRPr lang="en-US" sz="1300" dirty="0"/>
          </a:p>
        </p:txBody>
      </p:sp>
      <p:sp>
        <p:nvSpPr>
          <p:cNvPr id="20" name="Shape 9"/>
          <p:cNvSpPr/>
          <p:nvPr/>
        </p:nvSpPr>
        <p:spPr>
          <a:xfrm>
            <a:off x="685800" y="4096512"/>
            <a:ext cx="6629400" cy="0"/>
          </a:xfrm>
          <a:prstGeom prst="line">
            <a:avLst/>
          </a:prstGeom>
          <a:noFill/>
          <a:ln w="12700">
            <a:solidFill>
              <a:srgbClr val="3A4370"/>
            </a:solidFill>
            <a:prstDash val="solid"/>
          </a:ln>
        </p:spPr>
      </p:sp>
      <p:sp>
        <p:nvSpPr>
          <p:cNvPr id="21" name="Text 10"/>
          <p:cNvSpPr txBox="1"/>
          <p:nvPr/>
        </p:nvSpPr>
        <p:spPr>
          <a:xfrm>
            <a:off x="731520" y="4206240"/>
            <a:ext cx="6537960" cy="1508760"/>
          </a:xfrm>
          <a:prstGeom prst="rect">
            <a:avLst/>
          </a:prstGeom>
          <a:noFill/>
          <a:ln/>
        </p:spPr>
        <p:txBody>
          <a:bodyPr wrap="square" lIns="0" tIns="0" rIns="0" bIns="0" rtlCol="0" anchor="ctr"/>
          <a:lstStyle/>
          <a:p>
            <a:pPr indent="0" marL="0">
              <a:buNone/>
            </a:pPr>
            <a:r>
              <a:rPr lang="en-US" sz="2600" b="1" dirty="0">
                <a:solidFill>
                  <a:srgbClr val="EAF2FF"/>
                </a:solidFill>
                <a:latin typeface="Calibri" pitchFamily="34" charset="0"/>
                <a:ea typeface="Calibri" pitchFamily="34" charset="-122"/>
                <a:cs typeface="Calibri" pitchFamily="34" charset="-120"/>
              </a:rPr>
              <a:t>"Ferdinand Magellan was killed in the Battle of Mactan in 1521."</a:t>
            </a:r>
            <a:endParaRPr lang="en-US" sz="2600" dirty="0"/>
          </a:p>
        </p:txBody>
      </p:sp>
      <p:sp>
        <p:nvSpPr>
          <p:cNvPr id="22" name="Text 11"/>
          <p:cNvSpPr txBox="1"/>
          <p:nvPr/>
        </p:nvSpPr>
        <p:spPr>
          <a:xfrm>
            <a:off x="731520" y="5760720"/>
            <a:ext cx="6537960" cy="320040"/>
          </a:xfrm>
          <a:prstGeom prst="rect">
            <a:avLst/>
          </a:prstGeom>
          <a:noFill/>
          <a:ln/>
        </p:spPr>
        <p:txBody>
          <a:bodyPr wrap="square" lIns="0" tIns="0" rIns="0" bIns="0" rtlCol="0" anchor="ctr"/>
          <a:lstStyle/>
          <a:p>
            <a:pPr indent="0" marL="0">
              <a:buNone/>
            </a:pPr>
            <a:r>
              <a:rPr lang="en-US" sz="1100" dirty="0">
                <a:solidFill>
                  <a:srgbClr val="9AA6D9"/>
                </a:solidFill>
                <a:latin typeface="Courier New" pitchFamily="34" charset="0"/>
                <a:ea typeface="Courier New" pitchFamily="34" charset="-122"/>
                <a:cs typeface="Courier New" pitchFamily="34" charset="-120"/>
              </a:rPr>
              <a:t>FILE: history_notes.txt  //  STATUS: UNVERIFIED</a:t>
            </a:r>
            <a:endParaRPr lang="en-US" sz="1100" dirty="0"/>
          </a:p>
        </p:txBody>
      </p:sp>
      <p:sp>
        <p:nvSpPr>
          <p:cNvPr id="23" name="Link - Answer A">
            <a:hlinkClick r:id="rId13" action="ppaction://hlinksldjump" highlightClick="1"/>
          </p:cNvPr>
          <p:cNvSpPr txBox="1"/>
          <p:nvPr/>
        </p:nvSpPr>
        <p:spPr>
          <a:xfrm>
            <a:off x="7818120" y="3429000"/>
            <a:ext cx="3913632" cy="1325880"/>
          </a:xfrm>
          <a:prstGeom prst="roundRect">
            <a:avLst>
              <a:gd name="adj" fmla="val 6897"/>
            </a:avLst>
          </a:prstGeom>
          <a:solidFill>
            <a:srgbClr val="1A2353"/>
          </a:solidFill>
          <a:ln w="22225">
            <a:solidFill>
              <a:srgbClr val="FF7A45"/>
            </a:solidFill>
          </a:ln>
        </p:spPr>
        <p:txBody>
          <a:bodyPr wrap="square" lIns="863600" tIns="50800" rIns="127000" bIns="50800" rtlCol="0" anchor="ctr"/>
          <a:lstStyle/>
          <a:p>
            <a:pPr algn="l" indent="0" marL="0">
              <a:buNone/>
            </a:pPr>
            <a:r>
              <a:rPr lang="en-US" sz="2200" dirty="0">
                <a:solidFill>
                  <a:srgbClr val="EAF2FF"/>
                </a:solidFill>
                <a:latin typeface="Arial Black" pitchFamily="34" charset="0"/>
                <a:ea typeface="Arial Black" pitchFamily="34" charset="-122"/>
                <a:cs typeface="Arial Black" pitchFamily="34" charset="-120"/>
              </a:rPr>
              <a:t>FACT</a:t>
            </a:r>
            <a:endParaRPr lang="en-US" sz="1800" dirty="0"/>
          </a:p>
          <a:p>
            <a:pPr algn="l" indent="0" marL="0">
              <a:buNone/>
            </a:pPr>
            <a:r>
              <a:rPr lang="en-US" sz="1500" dirty="0">
                <a:solidFill>
                  <a:srgbClr val="9AA6D9"/>
                </a:solidFill>
                <a:latin typeface="Calibri" pitchFamily="34" charset="0"/>
                <a:ea typeface="Calibri" pitchFamily="34" charset="-122"/>
                <a:cs typeface="Calibri" pitchFamily="34" charset="-120"/>
              </a:rPr>
              <a:t>It's true!</a:t>
            </a:r>
            <a:endParaRPr lang="en-US" sz="1800" dirty="0"/>
          </a:p>
        </p:txBody>
      </p:sp>
      <p:sp>
        <p:nvSpPr>
          <p:cNvPr id="24" name="Link - Answer A badge">
            <a:hlinkClick r:id="rId13" action="ppaction://hlinksldjump" highlightClick="1"/>
          </p:cNvPr>
          <p:cNvSpPr txBox="1"/>
          <p:nvPr/>
        </p:nvSpPr>
        <p:spPr>
          <a:xfrm>
            <a:off x="8019288" y="3817620"/>
            <a:ext cx="548640" cy="548640"/>
          </a:xfrm>
          <a:prstGeom prst="ellipse">
            <a:avLst/>
          </a:prstGeom>
          <a:solidFill>
            <a:srgbClr val="FF7A45"/>
          </a:solidFill>
          <a:ln w="12700">
            <a:solidFill>
              <a:srgbClr val="FF7A4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25" name="Link - Answer B">
            <a:hlinkClick r:id="rId14" action="ppaction://hlinksldjump" highlightClick="1"/>
          </p:cNvPr>
          <p:cNvSpPr txBox="1"/>
          <p:nvPr/>
        </p:nvSpPr>
        <p:spPr>
          <a:xfrm>
            <a:off x="7818120" y="4892040"/>
            <a:ext cx="3913632" cy="1325880"/>
          </a:xfrm>
          <a:prstGeom prst="roundRect">
            <a:avLst>
              <a:gd name="adj" fmla="val 6897"/>
            </a:avLst>
          </a:prstGeom>
          <a:solidFill>
            <a:srgbClr val="1A2353"/>
          </a:solidFill>
          <a:ln w="22225">
            <a:solidFill>
              <a:srgbClr val="FF7A45"/>
            </a:solidFill>
          </a:ln>
        </p:spPr>
        <p:txBody>
          <a:bodyPr wrap="square" lIns="863600" tIns="50800" rIns="127000" bIns="50800" rtlCol="0" anchor="ctr"/>
          <a:lstStyle/>
          <a:p>
            <a:pPr algn="l" indent="0" marL="0">
              <a:buNone/>
            </a:pPr>
            <a:r>
              <a:rPr lang="en-US" sz="2200" dirty="0">
                <a:solidFill>
                  <a:srgbClr val="EAF2FF"/>
                </a:solidFill>
                <a:latin typeface="Arial Black" pitchFamily="34" charset="0"/>
                <a:ea typeface="Arial Black" pitchFamily="34" charset="-122"/>
                <a:cs typeface="Arial Black" pitchFamily="34" charset="-120"/>
              </a:rPr>
              <a:t>MYTH</a:t>
            </a:r>
            <a:endParaRPr lang="en-US" sz="1800" dirty="0"/>
          </a:p>
          <a:p>
            <a:pPr algn="l" indent="0" marL="0">
              <a:buNone/>
            </a:pPr>
            <a:r>
              <a:rPr lang="en-US" sz="1500" dirty="0">
                <a:solidFill>
                  <a:srgbClr val="9AA6D9"/>
                </a:solidFill>
                <a:latin typeface="Calibri" pitchFamily="34" charset="0"/>
                <a:ea typeface="Calibri" pitchFamily="34" charset="-122"/>
                <a:cs typeface="Calibri" pitchFamily="34" charset="-120"/>
              </a:rPr>
              <a:t>Not true!</a:t>
            </a:r>
            <a:endParaRPr lang="en-US" sz="1800" dirty="0"/>
          </a:p>
        </p:txBody>
      </p:sp>
      <p:sp>
        <p:nvSpPr>
          <p:cNvPr id="26" name="Link - Answer B badge">
            <a:hlinkClick r:id="rId14" action="ppaction://hlinksldjump" highlightClick="1"/>
          </p:cNvPr>
          <p:cNvSpPr txBox="1"/>
          <p:nvPr/>
        </p:nvSpPr>
        <p:spPr>
          <a:xfrm>
            <a:off x="8019288" y="5280660"/>
            <a:ext cx="548640" cy="548640"/>
          </a:xfrm>
          <a:prstGeom prst="ellipse">
            <a:avLst/>
          </a:prstGeom>
          <a:solidFill>
            <a:srgbClr val="FF7A45"/>
          </a:solidFill>
          <a:ln w="12700">
            <a:solidFill>
              <a:srgbClr val="FF7A4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Tree>
  </p:cSld>
  <p:clrMapOvr>
    <a:masterClrMapping/>
  </p:clrMapOvr>
  <p:transition spd="med" advClick="0">
    <p:fade/>
  </p:transition>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F7A45"/>
                </a:solidFill>
                <a:latin typeface="Courier New" pitchFamily="34" charset="0"/>
                <a:ea typeface="Courier New" pitchFamily="34" charset="-122"/>
                <a:cs typeface="Courier New" pitchFamily="34" charset="-120"/>
              </a:rPr>
              <a:t>&gt; SECTOR 02 // TIME VAULT</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A. FACT</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It's a fact! On April 27, 1521, Magellan was killed in the Battle of Mactan by the warriors of Lapulapu, who is honored as one of the first Filipinos to resist foreign rule.</a:t>
            </a:r>
            <a:endParaRPr lang="en-US" sz="1800" dirty="0"/>
          </a:p>
        </p:txBody>
      </p:sp>
      <p:sp>
        <p:nvSpPr>
          <p:cNvPr id="20" name="Text 9"/>
          <p:cNvSpPr txBox="1"/>
          <p:nvPr/>
        </p:nvSpPr>
        <p:spPr>
          <a:xfrm>
            <a:off x="2743200" y="4846320"/>
            <a:ext cx="3657600" cy="274320"/>
          </a:xfrm>
          <a:prstGeom prst="rect">
            <a:avLst/>
          </a:prstGeom>
          <a:noFill/>
          <a:ln/>
        </p:spPr>
        <p:txBody>
          <a:bodyPr wrap="square" lIns="0" tIns="0" rIns="0" bIns="0" rtlCol="0" anchor="t"/>
          <a:lstStyle/>
          <a:p>
            <a:pPr indent="0" marL="0">
              <a:buNone/>
            </a:pPr>
            <a:r>
              <a:rPr lang="en-US" sz="1100" b="1" dirty="0">
                <a:solidFill>
                  <a:srgbClr val="9AA6D9"/>
                </a:solidFill>
                <a:latin typeface="Courier New" pitchFamily="34" charset="0"/>
                <a:ea typeface="Courier New" pitchFamily="34" charset="-122"/>
                <a:cs typeface="Courier New" pitchFamily="34" charset="-120"/>
              </a:rPr>
              <a:t>SECTOR PROGRESS</a:t>
            </a:r>
            <a:endParaRPr lang="en-US" sz="1100" dirty="0"/>
          </a:p>
        </p:txBody>
      </p:sp>
      <p:sp>
        <p:nvSpPr>
          <p:cNvPr id="21" name="Shape 10"/>
          <p:cNvSpPr/>
          <p:nvPr/>
        </p:nvSpPr>
        <p:spPr>
          <a:xfrm>
            <a:off x="2743200" y="5230368"/>
            <a:ext cx="777240" cy="274320"/>
          </a:xfrm>
          <a:prstGeom prst="roundRect">
            <a:avLst>
              <a:gd name="adj" fmla="val 20000"/>
            </a:avLst>
          </a:prstGeom>
          <a:solidFill>
            <a:srgbClr val="4BF0A0"/>
          </a:solidFill>
          <a:ln w="12700">
            <a:solidFill>
              <a:srgbClr val="4BF0A0"/>
            </a:solidFill>
            <a:prstDash val="solid"/>
          </a:ln>
        </p:spPr>
      </p:sp>
      <p:sp>
        <p:nvSpPr>
          <p:cNvPr id="22" name="Shape 11"/>
          <p:cNvSpPr/>
          <p:nvPr/>
        </p:nvSpPr>
        <p:spPr>
          <a:xfrm>
            <a:off x="3657600" y="5230368"/>
            <a:ext cx="777240" cy="274320"/>
          </a:xfrm>
          <a:prstGeom prst="roundRect">
            <a:avLst>
              <a:gd name="adj" fmla="val 20000"/>
            </a:avLst>
          </a:prstGeom>
          <a:solidFill>
            <a:srgbClr val="4BF0A0"/>
          </a:solidFill>
          <a:ln w="12700">
            <a:solidFill>
              <a:srgbClr val="4BF0A0"/>
            </a:solidFill>
            <a:prstDash val="solid"/>
          </a:ln>
        </p:spPr>
      </p:sp>
      <p:sp>
        <p:nvSpPr>
          <p:cNvPr id="23" name="Shape 12"/>
          <p:cNvSpPr/>
          <p:nvPr/>
        </p:nvSpPr>
        <p:spPr>
          <a:xfrm>
            <a:off x="4572000" y="5230368"/>
            <a:ext cx="777240" cy="274320"/>
          </a:xfrm>
          <a:prstGeom prst="roundRect">
            <a:avLst>
              <a:gd name="adj" fmla="val 20000"/>
            </a:avLst>
          </a:prstGeom>
          <a:solidFill>
            <a:srgbClr val="1A2353"/>
          </a:solidFill>
          <a:ln w="12700">
            <a:solidFill>
              <a:srgbClr val="3A4370"/>
            </a:solidFill>
            <a:prstDash val="solid"/>
          </a:ln>
        </p:spPr>
      </p:sp>
      <p:sp>
        <p:nvSpPr>
          <p:cNvPr id="24" name="Text 13"/>
          <p:cNvSpPr txBox="1"/>
          <p:nvPr/>
        </p:nvSpPr>
        <p:spPr>
          <a:xfrm>
            <a:off x="5577840" y="5193792"/>
            <a:ext cx="2743200" cy="347472"/>
          </a:xfrm>
          <a:prstGeom prst="rect">
            <a:avLst/>
          </a:prstGeom>
          <a:noFill/>
          <a:ln/>
        </p:spPr>
        <p:txBody>
          <a:bodyPr wrap="square" lIns="0" tIns="0" rIns="0" bIns="0" rtlCol="0" anchor="ctr"/>
          <a:lstStyle/>
          <a:p>
            <a:pPr indent="0" marL="0">
              <a:buNone/>
            </a:pPr>
            <a:r>
              <a:rPr lang="en-US" sz="1200" dirty="0">
                <a:solidFill>
                  <a:srgbClr val="4BF0A0"/>
                </a:solidFill>
                <a:latin typeface="Courier New" pitchFamily="34" charset="0"/>
                <a:ea typeface="Courier New" pitchFamily="34" charset="-122"/>
                <a:cs typeface="Courier New" pitchFamily="34" charset="-120"/>
              </a:rPr>
              <a:t>2 of 3 cleared</a:t>
            </a:r>
            <a:endParaRPr lang="en-US" sz="1200" dirty="0"/>
          </a:p>
        </p:txBody>
      </p:sp>
      <p:sp>
        <p:nvSpPr>
          <p:cNvPr id="25" name="Link - CONTINUE">
            <a:hlinkClick r:id="rId13"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4" name="snd_correct.wav"/>
      </p:stSnd>
    </p:sndAc>
  </p:transition>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F7A45"/>
                </a:solidFill>
                <a:latin typeface="Courier New" pitchFamily="34" charset="0"/>
                <a:ea typeface="Courier New" pitchFamily="34" charset="-122"/>
                <a:cs typeface="Courier New" pitchFamily="34" charset="-120"/>
              </a:rPr>
              <a:t>&gt; SECTOR 02 // TIME VAULT</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A. FACT</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It's a fact! On April 27, 1521, Magellan was killed in the Battle of Mactan by the warriors of Lapulapu, who is honored as one of the first Filipinos to resist foreign rule.</a:t>
            </a:r>
            <a:endParaRPr lang="en-US" sz="1800" dirty="0"/>
          </a:p>
        </p:txBody>
      </p:sp>
      <p:sp>
        <p:nvSpPr>
          <p:cNvPr id="20" name="Text 9"/>
          <p:cNvSpPr txBox="1"/>
          <p:nvPr/>
        </p:nvSpPr>
        <p:spPr>
          <a:xfrm>
            <a:off x="2743200" y="4846320"/>
            <a:ext cx="3657600" cy="274320"/>
          </a:xfrm>
          <a:prstGeom prst="rect">
            <a:avLst/>
          </a:prstGeom>
          <a:noFill/>
          <a:ln/>
        </p:spPr>
        <p:txBody>
          <a:bodyPr wrap="square" lIns="0" tIns="0" rIns="0" bIns="0" rtlCol="0" anchor="t"/>
          <a:lstStyle/>
          <a:p>
            <a:pPr indent="0" marL="0">
              <a:buNone/>
            </a:pPr>
            <a:r>
              <a:rPr lang="en-US" sz="1100" b="1" dirty="0">
                <a:solidFill>
                  <a:srgbClr val="9AA6D9"/>
                </a:solidFill>
                <a:latin typeface="Courier New" pitchFamily="34" charset="0"/>
                <a:ea typeface="Courier New" pitchFamily="34" charset="-122"/>
                <a:cs typeface="Courier New" pitchFamily="34" charset="-120"/>
              </a:rPr>
              <a:t>SECTOR PROGRESS</a:t>
            </a:r>
            <a:endParaRPr lang="en-US" sz="1100" dirty="0"/>
          </a:p>
        </p:txBody>
      </p:sp>
      <p:sp>
        <p:nvSpPr>
          <p:cNvPr id="21" name="Shape 10"/>
          <p:cNvSpPr/>
          <p:nvPr/>
        </p:nvSpPr>
        <p:spPr>
          <a:xfrm>
            <a:off x="2743200" y="5230368"/>
            <a:ext cx="777240" cy="274320"/>
          </a:xfrm>
          <a:prstGeom prst="roundRect">
            <a:avLst>
              <a:gd name="adj" fmla="val 20000"/>
            </a:avLst>
          </a:prstGeom>
          <a:solidFill>
            <a:srgbClr val="4BF0A0"/>
          </a:solidFill>
          <a:ln w="12700">
            <a:solidFill>
              <a:srgbClr val="4BF0A0"/>
            </a:solidFill>
            <a:prstDash val="solid"/>
          </a:ln>
        </p:spPr>
      </p:sp>
      <p:sp>
        <p:nvSpPr>
          <p:cNvPr id="22" name="Shape 11"/>
          <p:cNvSpPr/>
          <p:nvPr/>
        </p:nvSpPr>
        <p:spPr>
          <a:xfrm>
            <a:off x="3657600" y="5230368"/>
            <a:ext cx="777240" cy="274320"/>
          </a:xfrm>
          <a:prstGeom prst="roundRect">
            <a:avLst>
              <a:gd name="adj" fmla="val 20000"/>
            </a:avLst>
          </a:prstGeom>
          <a:solidFill>
            <a:srgbClr val="4BF0A0"/>
          </a:solidFill>
          <a:ln w="12700">
            <a:solidFill>
              <a:srgbClr val="4BF0A0"/>
            </a:solidFill>
            <a:prstDash val="solid"/>
          </a:ln>
        </p:spPr>
      </p:sp>
      <p:sp>
        <p:nvSpPr>
          <p:cNvPr id="23" name="Shape 12"/>
          <p:cNvSpPr/>
          <p:nvPr/>
        </p:nvSpPr>
        <p:spPr>
          <a:xfrm>
            <a:off x="4572000" y="5230368"/>
            <a:ext cx="777240" cy="274320"/>
          </a:xfrm>
          <a:prstGeom prst="roundRect">
            <a:avLst>
              <a:gd name="adj" fmla="val 20000"/>
            </a:avLst>
          </a:prstGeom>
          <a:solidFill>
            <a:srgbClr val="1A2353"/>
          </a:solidFill>
          <a:ln w="12700">
            <a:solidFill>
              <a:srgbClr val="3A4370"/>
            </a:solidFill>
            <a:prstDash val="solid"/>
          </a:ln>
        </p:spPr>
      </p:sp>
      <p:sp>
        <p:nvSpPr>
          <p:cNvPr id="24" name="Text 13"/>
          <p:cNvSpPr txBox="1"/>
          <p:nvPr/>
        </p:nvSpPr>
        <p:spPr>
          <a:xfrm>
            <a:off x="5577840" y="5193792"/>
            <a:ext cx="2743200" cy="347472"/>
          </a:xfrm>
          <a:prstGeom prst="rect">
            <a:avLst/>
          </a:prstGeom>
          <a:noFill/>
          <a:ln/>
        </p:spPr>
        <p:txBody>
          <a:bodyPr wrap="square" lIns="0" tIns="0" rIns="0" bIns="0" rtlCol="0" anchor="ctr"/>
          <a:lstStyle/>
          <a:p>
            <a:pPr indent="0" marL="0">
              <a:buNone/>
            </a:pPr>
            <a:r>
              <a:rPr lang="en-US" sz="1200" dirty="0">
                <a:solidFill>
                  <a:srgbClr val="4BF0A0"/>
                </a:solidFill>
                <a:latin typeface="Courier New" pitchFamily="34" charset="0"/>
                <a:ea typeface="Courier New" pitchFamily="34" charset="-122"/>
                <a:cs typeface="Courier New" pitchFamily="34" charset="-120"/>
              </a:rPr>
              <a:t>2 of 3 cleared</a:t>
            </a:r>
            <a:endParaRPr lang="en-US" sz="1200" dirty="0"/>
          </a:p>
        </p:txBody>
      </p:sp>
      <p:sp>
        <p:nvSpPr>
          <p:cNvPr id="25" name="Link - CONTINUE">
            <a:hlinkClick r:id="rId13"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4" name="snd_correct.wav"/>
      </p:stSnd>
    </p:sndAc>
  </p:transition>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F7A45"/>
                </a:solidFill>
                <a:latin typeface="Courier New" pitchFamily="34" charset="0"/>
                <a:ea typeface="Courier New" pitchFamily="34" charset="-122"/>
                <a:cs typeface="Courier New" pitchFamily="34" charset="-120"/>
              </a:rPr>
              <a:t>&gt; SECTOR 02 // TIME VAULT</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A. FACT</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It's a fact! On April 27, 1521, Magellan was killed in the Battle of Mactan by the warriors of Lapulapu, who is honored as one of the first Filipinos to resist foreign rule.</a:t>
            </a:r>
            <a:endParaRPr lang="en-US" sz="1800" dirty="0"/>
          </a:p>
        </p:txBody>
      </p:sp>
      <p:sp>
        <p:nvSpPr>
          <p:cNvPr id="20" name="Text 9"/>
          <p:cNvSpPr txBox="1"/>
          <p:nvPr/>
        </p:nvSpPr>
        <p:spPr>
          <a:xfrm>
            <a:off x="2743200" y="4846320"/>
            <a:ext cx="3657600" cy="274320"/>
          </a:xfrm>
          <a:prstGeom prst="rect">
            <a:avLst/>
          </a:prstGeom>
          <a:noFill/>
          <a:ln/>
        </p:spPr>
        <p:txBody>
          <a:bodyPr wrap="square" lIns="0" tIns="0" rIns="0" bIns="0" rtlCol="0" anchor="t"/>
          <a:lstStyle/>
          <a:p>
            <a:pPr indent="0" marL="0">
              <a:buNone/>
            </a:pPr>
            <a:r>
              <a:rPr lang="en-US" sz="1100" b="1" dirty="0">
                <a:solidFill>
                  <a:srgbClr val="9AA6D9"/>
                </a:solidFill>
                <a:latin typeface="Courier New" pitchFamily="34" charset="0"/>
                <a:ea typeface="Courier New" pitchFamily="34" charset="-122"/>
                <a:cs typeface="Courier New" pitchFamily="34" charset="-120"/>
              </a:rPr>
              <a:t>SECTOR PROGRESS</a:t>
            </a:r>
            <a:endParaRPr lang="en-US" sz="1100" dirty="0"/>
          </a:p>
        </p:txBody>
      </p:sp>
      <p:sp>
        <p:nvSpPr>
          <p:cNvPr id="21" name="Shape 10"/>
          <p:cNvSpPr/>
          <p:nvPr/>
        </p:nvSpPr>
        <p:spPr>
          <a:xfrm>
            <a:off x="2743200" y="5230368"/>
            <a:ext cx="777240" cy="274320"/>
          </a:xfrm>
          <a:prstGeom prst="roundRect">
            <a:avLst>
              <a:gd name="adj" fmla="val 20000"/>
            </a:avLst>
          </a:prstGeom>
          <a:solidFill>
            <a:srgbClr val="4BF0A0"/>
          </a:solidFill>
          <a:ln w="12700">
            <a:solidFill>
              <a:srgbClr val="4BF0A0"/>
            </a:solidFill>
            <a:prstDash val="solid"/>
          </a:ln>
        </p:spPr>
      </p:sp>
      <p:sp>
        <p:nvSpPr>
          <p:cNvPr id="22" name="Shape 11"/>
          <p:cNvSpPr/>
          <p:nvPr/>
        </p:nvSpPr>
        <p:spPr>
          <a:xfrm>
            <a:off x="3657600" y="5230368"/>
            <a:ext cx="777240" cy="274320"/>
          </a:xfrm>
          <a:prstGeom prst="roundRect">
            <a:avLst>
              <a:gd name="adj" fmla="val 20000"/>
            </a:avLst>
          </a:prstGeom>
          <a:solidFill>
            <a:srgbClr val="4BF0A0"/>
          </a:solidFill>
          <a:ln w="12700">
            <a:solidFill>
              <a:srgbClr val="4BF0A0"/>
            </a:solidFill>
            <a:prstDash val="solid"/>
          </a:ln>
        </p:spPr>
      </p:sp>
      <p:sp>
        <p:nvSpPr>
          <p:cNvPr id="23" name="Shape 12"/>
          <p:cNvSpPr/>
          <p:nvPr/>
        </p:nvSpPr>
        <p:spPr>
          <a:xfrm>
            <a:off x="4572000" y="5230368"/>
            <a:ext cx="777240" cy="274320"/>
          </a:xfrm>
          <a:prstGeom prst="roundRect">
            <a:avLst>
              <a:gd name="adj" fmla="val 20000"/>
            </a:avLst>
          </a:prstGeom>
          <a:solidFill>
            <a:srgbClr val="1A2353"/>
          </a:solidFill>
          <a:ln w="12700">
            <a:solidFill>
              <a:srgbClr val="3A4370"/>
            </a:solidFill>
            <a:prstDash val="solid"/>
          </a:ln>
        </p:spPr>
      </p:sp>
      <p:sp>
        <p:nvSpPr>
          <p:cNvPr id="24" name="Text 13"/>
          <p:cNvSpPr txBox="1"/>
          <p:nvPr/>
        </p:nvSpPr>
        <p:spPr>
          <a:xfrm>
            <a:off x="5577840" y="5193792"/>
            <a:ext cx="2743200" cy="347472"/>
          </a:xfrm>
          <a:prstGeom prst="rect">
            <a:avLst/>
          </a:prstGeom>
          <a:noFill/>
          <a:ln/>
        </p:spPr>
        <p:txBody>
          <a:bodyPr wrap="square" lIns="0" tIns="0" rIns="0" bIns="0" rtlCol="0" anchor="ctr"/>
          <a:lstStyle/>
          <a:p>
            <a:pPr indent="0" marL="0">
              <a:buNone/>
            </a:pPr>
            <a:r>
              <a:rPr lang="en-US" sz="1200" dirty="0">
                <a:solidFill>
                  <a:srgbClr val="4BF0A0"/>
                </a:solidFill>
                <a:latin typeface="Courier New" pitchFamily="34" charset="0"/>
                <a:ea typeface="Courier New" pitchFamily="34" charset="-122"/>
                <a:cs typeface="Courier New" pitchFamily="34" charset="-120"/>
              </a:rPr>
              <a:t>2 of 3 cleared</a:t>
            </a:r>
            <a:endParaRPr lang="en-US" sz="1200" dirty="0"/>
          </a:p>
        </p:txBody>
      </p:sp>
      <p:sp>
        <p:nvSpPr>
          <p:cNvPr id="25" name="Link - CONTINUE">
            <a:hlinkClick r:id="rId13"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4" name="snd_correct.wav"/>
      </p:stSnd>
    </p:sndAc>
  </p:transition>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F7A45"/>
                </a:solidFill>
                <a:latin typeface="Courier New" pitchFamily="34" charset="0"/>
                <a:ea typeface="Courier New" pitchFamily="34" charset="-122"/>
                <a:cs typeface="Courier New" pitchFamily="34" charset="-120"/>
              </a:rPr>
              <a:t>&gt; SECTOR 02 // TIME VAULT</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6"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ExclamationTriangle_F72585.png">    </p:cNvPr>
          <p:cNvPicPr>
            <a:picLocks noChangeAspect="1"/>
          </p:cNvPicPr>
          <p:nvPr/>
        </p:nvPicPr>
        <p:blipFill>
          <a:blip r:embed="rId8"/>
          <a:stretch>
            <a:fillRect/>
          </a:stretch>
        </p:blipFill>
        <p:spPr>
          <a:xfrm>
            <a:off x="457200" y="1005840"/>
            <a:ext cx="603504" cy="603504"/>
          </a:xfrm>
          <a:prstGeom prst="rect">
            <a:avLst/>
          </a:prstGeom>
        </p:spPr>
      </p:pic>
      <p:sp>
        <p:nvSpPr>
          <p:cNvPr id="14" name="Text 4"/>
          <p:cNvSpPr txBox="1"/>
          <p:nvPr/>
        </p:nvSpPr>
        <p:spPr>
          <a:xfrm>
            <a:off x="1234440" y="914400"/>
            <a:ext cx="7498080" cy="777240"/>
          </a:xfrm>
          <a:prstGeom prst="rect">
            <a:avLst/>
          </a:prstGeom>
          <a:noFill/>
          <a:ln/>
        </p:spPr>
        <p:txBody>
          <a:bodyPr wrap="square" lIns="0" tIns="0" rIns="0" bIns="0" rtlCol="0" anchor="ctr"/>
          <a:lstStyle/>
          <a:p>
            <a:pPr indent="0" marL="0">
              <a:buNone/>
            </a:pPr>
            <a:r>
              <a:rPr lang="en-US" sz="3400" dirty="0">
                <a:solidFill>
                  <a:srgbClr val="F72585"/>
                </a:solidFill>
                <a:latin typeface="Arial Black" pitchFamily="34" charset="0"/>
                <a:ea typeface="Arial Black" pitchFamily="34" charset="-122"/>
                <a:cs typeface="Arial Black" pitchFamily="34" charset="-120"/>
              </a:rPr>
              <a:t>GLITCH DETECTED!</a:t>
            </a:r>
            <a:endParaRPr lang="en-US" sz="3400" dirty="0"/>
          </a:p>
        </p:txBody>
      </p:sp>
      <p:sp>
        <p:nvSpPr>
          <p:cNvPr id="15" name="Text 5"/>
          <p:cNvSpPr txBox="1"/>
          <p:nvPr/>
        </p:nvSpPr>
        <p:spPr>
          <a:xfrm>
            <a:off x="457200" y="1719072"/>
            <a:ext cx="8138160" cy="457200"/>
          </a:xfrm>
          <a:prstGeom prst="rect">
            <a:avLst/>
          </a:prstGeom>
          <a:noFill/>
          <a:ln/>
        </p:spPr>
        <p:txBody>
          <a:bodyPr wrap="square" lIns="0" tIns="0" rIns="0" bIns="0" rtlCol="0" anchor="ctr"/>
          <a:lstStyle/>
          <a:p>
            <a:pPr indent="0" marL="0">
              <a:buNone/>
            </a:pPr>
            <a:r>
              <a:rPr lang="en-US" sz="1500" b="1" dirty="0">
                <a:solidFill>
                  <a:srgbClr val="FF8FC7"/>
                </a:solidFill>
                <a:latin typeface="Courier New" pitchFamily="34" charset="0"/>
                <a:ea typeface="Courier New" pitchFamily="34" charset="-122"/>
                <a:cs typeface="Courier New" pitchFamily="34" charset="-120"/>
              </a:rPr>
              <a:t>NULL: "Hehehe! Wrong answer. Say goodbye to a shield!"</a:t>
            </a:r>
            <a:endParaRPr lang="en-US" sz="1500" dirty="0"/>
          </a:p>
        </p:txBody>
      </p:sp>
      <p:sp>
        <p:nvSpPr>
          <p:cNvPr id="16" name="Shape 6"/>
          <p:cNvSpPr/>
          <p:nvPr/>
        </p:nvSpPr>
        <p:spPr>
          <a:xfrm>
            <a:off x="457200" y="2331720"/>
            <a:ext cx="8138160" cy="1188720"/>
          </a:xfrm>
          <a:prstGeom prst="roundRect">
            <a:avLst>
              <a:gd name="adj" fmla="val 9231"/>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7" name="Text 7"/>
          <p:cNvSpPr txBox="1"/>
          <p:nvPr/>
        </p:nvSpPr>
        <p:spPr>
          <a:xfrm>
            <a:off x="731520" y="2331720"/>
            <a:ext cx="2743200" cy="1188720"/>
          </a:xfrm>
          <a:prstGeom prst="rect">
            <a:avLst/>
          </a:prstGeom>
          <a:noFill/>
          <a:ln/>
        </p:spPr>
        <p:txBody>
          <a:bodyPr wrap="square" lIns="0" tIns="0" rIns="0" bIns="0" rtlCol="0" anchor="ctr"/>
          <a:lstStyle/>
          <a:p>
            <a:pPr indent="0" marL="0">
              <a:buNone/>
            </a:pPr>
            <a:r>
              <a:rPr lang="en-US" sz="2400" dirty="0">
                <a:solidFill>
                  <a:srgbClr val="F72585"/>
                </a:solidFill>
                <a:latin typeface="Arial Black" pitchFamily="34" charset="0"/>
                <a:ea typeface="Arial Black" pitchFamily="34" charset="-122"/>
                <a:cs typeface="Arial Black" pitchFamily="34" charset="-120"/>
              </a:rPr>
              <a:t>-1 SHIELD</a:t>
            </a:r>
            <a:endParaRPr lang="en-US" sz="2400" dirty="0"/>
          </a:p>
        </p:txBody>
      </p:sp>
      <p:pic>
        <p:nvPicPr>
          <p:cNvPr id="18" name="Image 8" descr="/tmp/claude-0/-home-user-ashton212123/6ae88841-e158-5430-ba3a-d930461fce9f/scratchpad/build/assets/shield.png">    </p:cNvPr>
          <p:cNvPicPr>
            <a:picLocks noChangeAspect="1"/>
          </p:cNvPicPr>
          <p:nvPr/>
        </p:nvPicPr>
        <p:blipFill>
          <a:blip r:embed="rId9"/>
          <a:stretch>
            <a:fillRect/>
          </a:stretch>
        </p:blipFill>
        <p:spPr>
          <a:xfrm>
            <a:off x="3566160" y="2560320"/>
            <a:ext cx="731520" cy="731520"/>
          </a:xfrm>
          <a:prstGeom prst="rect">
            <a:avLst/>
          </a:prstGeom>
        </p:spPr>
      </p:pic>
      <p:pic>
        <p:nvPicPr>
          <p:cNvPr id="19" name="Image 9" descr="/tmp/claude-0/-home-user-ashton212123/6ae88841-e158-5430-ba3a-d930461fce9f/scratchpad/build/assets/shield.png">    </p:cNvPr>
          <p:cNvPicPr>
            <a:picLocks noChangeAspect="1"/>
          </p:cNvPicPr>
          <p:nvPr/>
        </p:nvPicPr>
        <p:blipFill>
          <a:blip r:embed="rId10"/>
          <a:stretch>
            <a:fillRect/>
          </a:stretch>
        </p:blipFill>
        <p:spPr>
          <a:xfrm>
            <a:off x="4434840" y="2560320"/>
            <a:ext cx="731520" cy="731520"/>
          </a:xfrm>
          <a:prstGeom prst="rect">
            <a:avLst/>
          </a:prstGeom>
        </p:spPr>
      </p:pic>
      <p:pic>
        <p:nvPicPr>
          <p:cNvPr id="20" name="Image 10" descr="/tmp/claude-0/-home-user-ashton212123/6ae88841-e158-5430-ba3a-d930461fce9f/scratchpad/build/assets/shield_empty.png">    </p:cNvPr>
          <p:cNvPicPr>
            <a:picLocks noChangeAspect="1"/>
          </p:cNvPicPr>
          <p:nvPr/>
        </p:nvPicPr>
        <p:blipFill>
          <a:blip r:embed="rId11"/>
          <a:stretch>
            <a:fillRect/>
          </a:stretch>
        </p:blipFill>
        <p:spPr>
          <a:xfrm>
            <a:off x="5303520" y="2560320"/>
            <a:ext cx="731520" cy="731520"/>
          </a:xfrm>
          <a:prstGeom prst="rect">
            <a:avLst/>
          </a:prstGeom>
        </p:spPr>
      </p:pic>
      <p:sp>
        <p:nvSpPr>
          <p:cNvPr id="21" name="Text 8"/>
          <p:cNvSpPr txBox="1"/>
          <p:nvPr/>
        </p:nvSpPr>
        <p:spPr>
          <a:xfrm>
            <a:off x="6263640" y="2331720"/>
            <a:ext cx="2103120" cy="1188720"/>
          </a:xfrm>
          <a:prstGeom prst="rect">
            <a:avLst/>
          </a:prstGeom>
          <a:noFill/>
          <a:ln/>
        </p:spPr>
        <p:txBody>
          <a:bodyPr wrap="square" lIns="0" tIns="0" rIns="0" bIns="0" rtlCol="0" anchor="ctr"/>
          <a:lstStyle/>
          <a:p>
            <a:pPr indent="0" marL="0">
              <a:buNone/>
            </a:pPr>
            <a:r>
              <a:rPr lang="en-US" sz="1800" b="1" dirty="0">
                <a:solidFill>
                  <a:srgbClr val="EAF2FF"/>
                </a:solidFill>
                <a:latin typeface="Courier New" pitchFamily="34" charset="0"/>
                <a:ea typeface="Courier New" pitchFamily="34" charset="-122"/>
                <a:cs typeface="Courier New" pitchFamily="34" charset="-120"/>
              </a:rPr>
              <a:t>2 LEFT</a:t>
            </a:r>
            <a:endParaRPr lang="en-US" sz="1800" dirty="0"/>
          </a:p>
        </p:txBody>
      </p:sp>
      <p:sp>
        <p:nvSpPr>
          <p:cNvPr id="22" name="Shape 9"/>
          <p:cNvSpPr/>
          <p:nvPr/>
        </p:nvSpPr>
        <p:spPr>
          <a:xfrm>
            <a:off x="457200" y="3749040"/>
            <a:ext cx="8138160" cy="1417320"/>
          </a:xfrm>
          <a:prstGeom prst="roundRect">
            <a:avLst>
              <a:gd name="adj" fmla="val 7742"/>
            </a:avLst>
          </a:prstGeom>
          <a:solidFill>
            <a:srgbClr val="121A3F">
              <a:alpha val="94000"/>
            </a:srgbClr>
          </a:solidFill>
          <a:ln w="19050">
            <a:solidFill>
              <a:srgbClr val="FFC233"/>
            </a:solidFill>
            <a:prstDash val="solid"/>
          </a:ln>
        </p:spPr>
      </p:sp>
      <p:pic>
        <p:nvPicPr>
          <p:cNvPr id="23" name="Image 11" descr="/tmp/claude-0/-home-user-ashton212123/6ae88841-e158-5430-ba3a-d930461fce9f/scratchpad/build/assets/icons/FaLightbulb_FFC233.png">    </p:cNvPr>
          <p:cNvPicPr>
            <a:picLocks noChangeAspect="1"/>
          </p:cNvPicPr>
          <p:nvPr/>
        </p:nvPicPr>
        <p:blipFill>
          <a:blip r:embed="rId12"/>
          <a:stretch>
            <a:fillRect/>
          </a:stretch>
        </p:blipFill>
        <p:spPr>
          <a:xfrm>
            <a:off x="731520" y="3931920"/>
            <a:ext cx="384048" cy="384048"/>
          </a:xfrm>
          <a:prstGeom prst="rect">
            <a:avLst/>
          </a:prstGeom>
        </p:spPr>
      </p:pic>
      <p:sp>
        <p:nvSpPr>
          <p:cNvPr id="24" name="Text 10"/>
          <p:cNvSpPr txBox="1"/>
          <p:nvPr/>
        </p:nvSpPr>
        <p:spPr>
          <a:xfrm>
            <a:off x="1234440" y="3931920"/>
            <a:ext cx="3657600" cy="384048"/>
          </a:xfrm>
          <a:prstGeom prst="rect">
            <a:avLst/>
          </a:prstGeom>
          <a:noFill/>
          <a:ln/>
        </p:spPr>
        <p:txBody>
          <a:bodyPr wrap="square" lIns="0" tIns="0" rIns="0" bIns="0" rtlCol="0" anchor="ctr"/>
          <a:lstStyle/>
          <a:p>
            <a:pPr indent="0" marL="0">
              <a:buNone/>
            </a:pPr>
            <a:r>
              <a:rPr lang="en-US" sz="1200" b="1" dirty="0">
                <a:solidFill>
                  <a:srgbClr val="FFC233"/>
                </a:solidFill>
                <a:latin typeface="Courier New" pitchFamily="34" charset="0"/>
                <a:ea typeface="Courier New" pitchFamily="34" charset="-122"/>
                <a:cs typeface="Courier New" pitchFamily="34" charset="-120"/>
              </a:rPr>
              <a:t>BYTE'S HINT</a:t>
            </a:r>
            <a:endParaRPr lang="en-US" sz="1200" dirty="0"/>
          </a:p>
        </p:txBody>
      </p:sp>
      <p:sp>
        <p:nvSpPr>
          <p:cNvPr id="25" name="Text 11"/>
          <p:cNvSpPr txBox="1"/>
          <p:nvPr/>
        </p:nvSpPr>
        <p:spPr>
          <a:xfrm>
            <a:off x="731520" y="4389120"/>
            <a:ext cx="7635240" cy="68580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Remember Lapulapu, the brave chieftain of Mactan.</a:t>
            </a:r>
            <a:endParaRPr lang="en-US" sz="1800" dirty="0"/>
          </a:p>
        </p:txBody>
      </p:sp>
      <p:pic>
        <p:nvPicPr>
          <p:cNvPr id="26" name="Image 12" descr="/tmp/claude-0/-home-user-ashton212123/6ae88841-e158-5430-ba3a-d930461fce9f/scratchpad/build/assets/null_glitch.png">    </p:cNvPr>
          <p:cNvPicPr>
            <a:picLocks noChangeAspect="1"/>
          </p:cNvPicPr>
          <p:nvPr/>
        </p:nvPicPr>
        <p:blipFill>
          <a:blip r:embed="rId13"/>
          <a:stretch>
            <a:fillRect/>
          </a:stretch>
        </p:blipFill>
        <p:spPr>
          <a:xfrm>
            <a:off x="8915400" y="1554480"/>
            <a:ext cx="2834640" cy="2240280"/>
          </a:xfrm>
          <a:prstGeom prst="rect">
            <a:avLst/>
          </a:prstGeom>
        </p:spPr>
      </p:pic>
      <p:sp>
        <p:nvSpPr>
          <p:cNvPr id="27" name="Link - TRY AGAIN">
            <a:hlinkClick r:id="rId17" action="ppaction://hlinksldjump" highlightClick="1"/>
          </p:cNvPr>
          <p:cNvSpPr txBox="1"/>
          <p:nvPr/>
        </p:nvSpPr>
        <p:spPr>
          <a:xfrm>
            <a:off x="457200" y="5440680"/>
            <a:ext cx="3108960" cy="731520"/>
          </a:xfrm>
          <a:prstGeom prst="roundRect">
            <a:avLst>
              <a:gd name="adj" fmla="val 12500"/>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TRY AGAIN</a:t>
            </a:r>
            <a:endParaRPr lang="en-US" sz="1600" dirty="0"/>
          </a:p>
        </p:txBody>
      </p:sp>
      <p:sp>
        <p:nvSpPr>
          <p:cNvPr id="28" name="Text 13"/>
          <p:cNvSpPr txBox="1"/>
          <p:nvPr/>
        </p:nvSpPr>
        <p:spPr>
          <a:xfrm>
            <a:off x="3794760" y="5440680"/>
            <a:ext cx="4846320" cy="731520"/>
          </a:xfrm>
          <a:prstGeom prst="rect">
            <a:avLst/>
          </a:prstGeom>
          <a:noFill/>
          <a:ln/>
        </p:spPr>
        <p:txBody>
          <a:bodyPr wrap="square" lIns="0" tIns="0" rIns="0" bIns="0" rtlCol="0" anchor="ctr"/>
          <a:lstStyle/>
          <a:p>
            <a:pPr indent="0" marL="0">
              <a:buNone/>
            </a:pPr>
            <a:r>
              <a:rPr lang="en-US" sz="1200" dirty="0">
                <a:solidFill>
                  <a:srgbClr val="9AA6D9"/>
                </a:solidFill>
                <a:latin typeface="Courier New" pitchFamily="34" charset="0"/>
                <a:ea typeface="Courier New" pitchFamily="34" charset="-122"/>
                <a:cs typeface="Courier New" pitchFamily="34" charset="-120"/>
              </a:rPr>
              <a:t>Retry the same question with one less shield.</a:t>
            </a:r>
            <a:endParaRPr lang="en-US" sz="1200" dirty="0"/>
          </a:p>
        </p:txBody>
      </p:sp>
    </p:spTree>
  </p:cSld>
  <p:clrMapOvr>
    <a:masterClrMapping/>
  </p:clrMapOvr>
  <p:transition spd="med" advClick="0">
    <p:fade/>
    <p:sndAc>
      <p:stSnd>
        <p:snd r:embed="rId18" name="snd_wrong.wav"/>
      </p:stSnd>
    </p:sndAc>
  </p:transition>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F7A45"/>
                </a:solidFill>
                <a:latin typeface="Courier New" pitchFamily="34" charset="0"/>
                <a:ea typeface="Courier New" pitchFamily="34" charset="-122"/>
                <a:cs typeface="Courier New" pitchFamily="34" charset="-120"/>
              </a:rPr>
              <a:t>&gt; SECTOR 02 // TIME VAULT</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6"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ExclamationTriangle_F72585.png">    </p:cNvPr>
          <p:cNvPicPr>
            <a:picLocks noChangeAspect="1"/>
          </p:cNvPicPr>
          <p:nvPr/>
        </p:nvPicPr>
        <p:blipFill>
          <a:blip r:embed="rId8"/>
          <a:stretch>
            <a:fillRect/>
          </a:stretch>
        </p:blipFill>
        <p:spPr>
          <a:xfrm>
            <a:off x="457200" y="1005840"/>
            <a:ext cx="603504" cy="603504"/>
          </a:xfrm>
          <a:prstGeom prst="rect">
            <a:avLst/>
          </a:prstGeom>
        </p:spPr>
      </p:pic>
      <p:sp>
        <p:nvSpPr>
          <p:cNvPr id="14" name="Text 4"/>
          <p:cNvSpPr txBox="1"/>
          <p:nvPr/>
        </p:nvSpPr>
        <p:spPr>
          <a:xfrm>
            <a:off x="1234440" y="914400"/>
            <a:ext cx="7498080" cy="777240"/>
          </a:xfrm>
          <a:prstGeom prst="rect">
            <a:avLst/>
          </a:prstGeom>
          <a:noFill/>
          <a:ln/>
        </p:spPr>
        <p:txBody>
          <a:bodyPr wrap="square" lIns="0" tIns="0" rIns="0" bIns="0" rtlCol="0" anchor="ctr"/>
          <a:lstStyle/>
          <a:p>
            <a:pPr indent="0" marL="0">
              <a:buNone/>
            </a:pPr>
            <a:r>
              <a:rPr lang="en-US" sz="3400" dirty="0">
                <a:solidFill>
                  <a:srgbClr val="F72585"/>
                </a:solidFill>
                <a:latin typeface="Arial Black" pitchFamily="34" charset="0"/>
                <a:ea typeface="Arial Black" pitchFamily="34" charset="-122"/>
                <a:cs typeface="Arial Black" pitchFamily="34" charset="-120"/>
              </a:rPr>
              <a:t>GLITCH DETECTED!</a:t>
            </a:r>
            <a:endParaRPr lang="en-US" sz="3400" dirty="0"/>
          </a:p>
        </p:txBody>
      </p:sp>
      <p:sp>
        <p:nvSpPr>
          <p:cNvPr id="15" name="Text 5"/>
          <p:cNvSpPr txBox="1"/>
          <p:nvPr/>
        </p:nvSpPr>
        <p:spPr>
          <a:xfrm>
            <a:off x="457200" y="1719072"/>
            <a:ext cx="8138160" cy="457200"/>
          </a:xfrm>
          <a:prstGeom prst="rect">
            <a:avLst/>
          </a:prstGeom>
          <a:noFill/>
          <a:ln/>
        </p:spPr>
        <p:txBody>
          <a:bodyPr wrap="square" lIns="0" tIns="0" rIns="0" bIns="0" rtlCol="0" anchor="ctr"/>
          <a:lstStyle/>
          <a:p>
            <a:pPr indent="0" marL="0">
              <a:buNone/>
            </a:pPr>
            <a:r>
              <a:rPr lang="en-US" sz="1500" b="1" dirty="0">
                <a:solidFill>
                  <a:srgbClr val="FF8FC7"/>
                </a:solidFill>
                <a:latin typeface="Courier New" pitchFamily="34" charset="0"/>
                <a:ea typeface="Courier New" pitchFamily="34" charset="-122"/>
                <a:cs typeface="Courier New" pitchFamily="34" charset="-120"/>
              </a:rPr>
              <a:t>NULL: "Did you even read the question? Hahaha!"</a:t>
            </a:r>
            <a:endParaRPr lang="en-US" sz="1500" dirty="0"/>
          </a:p>
        </p:txBody>
      </p:sp>
      <p:sp>
        <p:nvSpPr>
          <p:cNvPr id="16" name="Shape 6"/>
          <p:cNvSpPr/>
          <p:nvPr/>
        </p:nvSpPr>
        <p:spPr>
          <a:xfrm>
            <a:off x="457200" y="2331720"/>
            <a:ext cx="8138160" cy="1188720"/>
          </a:xfrm>
          <a:prstGeom prst="roundRect">
            <a:avLst>
              <a:gd name="adj" fmla="val 9231"/>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7" name="Text 7"/>
          <p:cNvSpPr txBox="1"/>
          <p:nvPr/>
        </p:nvSpPr>
        <p:spPr>
          <a:xfrm>
            <a:off x="731520" y="2331720"/>
            <a:ext cx="2743200" cy="1188720"/>
          </a:xfrm>
          <a:prstGeom prst="rect">
            <a:avLst/>
          </a:prstGeom>
          <a:noFill/>
          <a:ln/>
        </p:spPr>
        <p:txBody>
          <a:bodyPr wrap="square" lIns="0" tIns="0" rIns="0" bIns="0" rtlCol="0" anchor="ctr"/>
          <a:lstStyle/>
          <a:p>
            <a:pPr indent="0" marL="0">
              <a:buNone/>
            </a:pPr>
            <a:r>
              <a:rPr lang="en-US" sz="2400" dirty="0">
                <a:solidFill>
                  <a:srgbClr val="F72585"/>
                </a:solidFill>
                <a:latin typeface="Arial Black" pitchFamily="34" charset="0"/>
                <a:ea typeface="Arial Black" pitchFamily="34" charset="-122"/>
                <a:cs typeface="Arial Black" pitchFamily="34" charset="-120"/>
              </a:rPr>
              <a:t>-1 SHIELD</a:t>
            </a:r>
            <a:endParaRPr lang="en-US" sz="2400" dirty="0"/>
          </a:p>
        </p:txBody>
      </p:sp>
      <p:pic>
        <p:nvPicPr>
          <p:cNvPr id="18" name="Image 8" descr="/tmp/claude-0/-home-user-ashton212123/6ae88841-e158-5430-ba3a-d930461fce9f/scratchpad/build/assets/shield.png">    </p:cNvPr>
          <p:cNvPicPr>
            <a:picLocks noChangeAspect="1"/>
          </p:cNvPicPr>
          <p:nvPr/>
        </p:nvPicPr>
        <p:blipFill>
          <a:blip r:embed="rId9"/>
          <a:stretch>
            <a:fillRect/>
          </a:stretch>
        </p:blipFill>
        <p:spPr>
          <a:xfrm>
            <a:off x="3566160" y="2560320"/>
            <a:ext cx="731520" cy="731520"/>
          </a:xfrm>
          <a:prstGeom prst="rect">
            <a:avLst/>
          </a:prstGeom>
        </p:spPr>
      </p:pic>
      <p:pic>
        <p:nvPicPr>
          <p:cNvPr id="19" name="Image 9" descr="/tmp/claude-0/-home-user-ashton212123/6ae88841-e158-5430-ba3a-d930461fce9f/scratchpad/build/assets/shield_empty.png">    </p:cNvPr>
          <p:cNvPicPr>
            <a:picLocks noChangeAspect="1"/>
          </p:cNvPicPr>
          <p:nvPr/>
        </p:nvPicPr>
        <p:blipFill>
          <a:blip r:embed="rId10"/>
          <a:stretch>
            <a:fillRect/>
          </a:stretch>
        </p:blipFill>
        <p:spPr>
          <a:xfrm>
            <a:off x="4434840" y="2560320"/>
            <a:ext cx="731520" cy="731520"/>
          </a:xfrm>
          <a:prstGeom prst="rect">
            <a:avLst/>
          </a:prstGeom>
        </p:spPr>
      </p:pic>
      <p:pic>
        <p:nvPicPr>
          <p:cNvPr id="20" name="Image 10" descr="/tmp/claude-0/-home-user-ashton212123/6ae88841-e158-5430-ba3a-d930461fce9f/scratchpad/build/assets/shield_empty.png">    </p:cNvPr>
          <p:cNvPicPr>
            <a:picLocks noChangeAspect="1"/>
          </p:cNvPicPr>
          <p:nvPr/>
        </p:nvPicPr>
        <p:blipFill>
          <a:blip r:embed="rId11"/>
          <a:stretch>
            <a:fillRect/>
          </a:stretch>
        </p:blipFill>
        <p:spPr>
          <a:xfrm>
            <a:off x="5303520" y="2560320"/>
            <a:ext cx="731520" cy="731520"/>
          </a:xfrm>
          <a:prstGeom prst="rect">
            <a:avLst/>
          </a:prstGeom>
        </p:spPr>
      </p:pic>
      <p:sp>
        <p:nvSpPr>
          <p:cNvPr id="21" name="Text 8"/>
          <p:cNvSpPr txBox="1"/>
          <p:nvPr/>
        </p:nvSpPr>
        <p:spPr>
          <a:xfrm>
            <a:off x="6263640" y="2331720"/>
            <a:ext cx="2103120" cy="1188720"/>
          </a:xfrm>
          <a:prstGeom prst="rect">
            <a:avLst/>
          </a:prstGeom>
          <a:noFill/>
          <a:ln/>
        </p:spPr>
        <p:txBody>
          <a:bodyPr wrap="square" lIns="0" tIns="0" rIns="0" bIns="0" rtlCol="0" anchor="ctr"/>
          <a:lstStyle/>
          <a:p>
            <a:pPr indent="0" marL="0">
              <a:buNone/>
            </a:pPr>
            <a:r>
              <a:rPr lang="en-US" sz="1800" b="1" dirty="0">
                <a:solidFill>
                  <a:srgbClr val="F72585"/>
                </a:solidFill>
                <a:latin typeface="Courier New" pitchFamily="34" charset="0"/>
                <a:ea typeface="Courier New" pitchFamily="34" charset="-122"/>
                <a:cs typeface="Courier New" pitchFamily="34" charset="-120"/>
              </a:rPr>
              <a:t>1 LEFT</a:t>
            </a:r>
            <a:endParaRPr lang="en-US" sz="1800" dirty="0"/>
          </a:p>
        </p:txBody>
      </p:sp>
      <p:sp>
        <p:nvSpPr>
          <p:cNvPr id="22" name="Shape 9"/>
          <p:cNvSpPr/>
          <p:nvPr/>
        </p:nvSpPr>
        <p:spPr>
          <a:xfrm>
            <a:off x="457200" y="3749040"/>
            <a:ext cx="8138160" cy="1417320"/>
          </a:xfrm>
          <a:prstGeom prst="roundRect">
            <a:avLst>
              <a:gd name="adj" fmla="val 7742"/>
            </a:avLst>
          </a:prstGeom>
          <a:solidFill>
            <a:srgbClr val="121A3F">
              <a:alpha val="94000"/>
            </a:srgbClr>
          </a:solidFill>
          <a:ln w="19050">
            <a:solidFill>
              <a:srgbClr val="FFC233"/>
            </a:solidFill>
            <a:prstDash val="solid"/>
          </a:ln>
        </p:spPr>
      </p:sp>
      <p:pic>
        <p:nvPicPr>
          <p:cNvPr id="23" name="Image 11" descr="/tmp/claude-0/-home-user-ashton212123/6ae88841-e158-5430-ba3a-d930461fce9f/scratchpad/build/assets/icons/FaLightbulb_FFC233.png">    </p:cNvPr>
          <p:cNvPicPr>
            <a:picLocks noChangeAspect="1"/>
          </p:cNvPicPr>
          <p:nvPr/>
        </p:nvPicPr>
        <p:blipFill>
          <a:blip r:embed="rId12"/>
          <a:stretch>
            <a:fillRect/>
          </a:stretch>
        </p:blipFill>
        <p:spPr>
          <a:xfrm>
            <a:off x="731520" y="3931920"/>
            <a:ext cx="384048" cy="384048"/>
          </a:xfrm>
          <a:prstGeom prst="rect">
            <a:avLst/>
          </a:prstGeom>
        </p:spPr>
      </p:pic>
      <p:sp>
        <p:nvSpPr>
          <p:cNvPr id="24" name="Text 10"/>
          <p:cNvSpPr txBox="1"/>
          <p:nvPr/>
        </p:nvSpPr>
        <p:spPr>
          <a:xfrm>
            <a:off x="1234440" y="3931920"/>
            <a:ext cx="3657600" cy="384048"/>
          </a:xfrm>
          <a:prstGeom prst="rect">
            <a:avLst/>
          </a:prstGeom>
          <a:noFill/>
          <a:ln/>
        </p:spPr>
        <p:txBody>
          <a:bodyPr wrap="square" lIns="0" tIns="0" rIns="0" bIns="0" rtlCol="0" anchor="ctr"/>
          <a:lstStyle/>
          <a:p>
            <a:pPr indent="0" marL="0">
              <a:buNone/>
            </a:pPr>
            <a:r>
              <a:rPr lang="en-US" sz="1200" b="1" dirty="0">
                <a:solidFill>
                  <a:srgbClr val="FFC233"/>
                </a:solidFill>
                <a:latin typeface="Courier New" pitchFamily="34" charset="0"/>
                <a:ea typeface="Courier New" pitchFamily="34" charset="-122"/>
                <a:cs typeface="Courier New" pitchFamily="34" charset="-120"/>
              </a:rPr>
              <a:t>BYTE'S HINT</a:t>
            </a:r>
            <a:endParaRPr lang="en-US" sz="1200" dirty="0"/>
          </a:p>
        </p:txBody>
      </p:sp>
      <p:sp>
        <p:nvSpPr>
          <p:cNvPr id="25" name="Text 11"/>
          <p:cNvSpPr txBox="1"/>
          <p:nvPr/>
        </p:nvSpPr>
        <p:spPr>
          <a:xfrm>
            <a:off x="731520" y="4389120"/>
            <a:ext cx="7635240" cy="68580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Remember Lapulapu, the brave chieftain of Mactan.</a:t>
            </a:r>
            <a:endParaRPr lang="en-US" sz="1800" dirty="0"/>
          </a:p>
        </p:txBody>
      </p:sp>
      <p:pic>
        <p:nvPicPr>
          <p:cNvPr id="26" name="Image 12" descr="/tmp/claude-0/-home-user-ashton212123/6ae88841-e158-5430-ba3a-d930461fce9f/scratchpad/build/assets/null_glitch.png">    </p:cNvPr>
          <p:cNvPicPr>
            <a:picLocks noChangeAspect="1"/>
          </p:cNvPicPr>
          <p:nvPr/>
        </p:nvPicPr>
        <p:blipFill>
          <a:blip r:embed="rId13"/>
          <a:stretch>
            <a:fillRect/>
          </a:stretch>
        </p:blipFill>
        <p:spPr>
          <a:xfrm>
            <a:off x="8915400" y="1554480"/>
            <a:ext cx="2834640" cy="2240280"/>
          </a:xfrm>
          <a:prstGeom prst="rect">
            <a:avLst/>
          </a:prstGeom>
        </p:spPr>
      </p:pic>
      <p:sp>
        <p:nvSpPr>
          <p:cNvPr id="27" name="Link - TRY AGAIN">
            <a:hlinkClick r:id="rId17" action="ppaction://hlinksldjump" highlightClick="1"/>
          </p:cNvPr>
          <p:cNvSpPr txBox="1"/>
          <p:nvPr/>
        </p:nvSpPr>
        <p:spPr>
          <a:xfrm>
            <a:off x="457200" y="5440680"/>
            <a:ext cx="3108960" cy="731520"/>
          </a:xfrm>
          <a:prstGeom prst="roundRect">
            <a:avLst>
              <a:gd name="adj" fmla="val 12500"/>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TRY AGAIN</a:t>
            </a:r>
            <a:endParaRPr lang="en-US" sz="1600" dirty="0"/>
          </a:p>
        </p:txBody>
      </p:sp>
      <p:sp>
        <p:nvSpPr>
          <p:cNvPr id="28" name="Text 13"/>
          <p:cNvSpPr txBox="1"/>
          <p:nvPr/>
        </p:nvSpPr>
        <p:spPr>
          <a:xfrm>
            <a:off x="3794760" y="5440680"/>
            <a:ext cx="4846320" cy="731520"/>
          </a:xfrm>
          <a:prstGeom prst="rect">
            <a:avLst/>
          </a:prstGeom>
          <a:noFill/>
          <a:ln/>
        </p:spPr>
        <p:txBody>
          <a:bodyPr wrap="square" lIns="0" tIns="0" rIns="0" bIns="0" rtlCol="0" anchor="ctr"/>
          <a:lstStyle/>
          <a:p>
            <a:pPr indent="0" marL="0">
              <a:buNone/>
            </a:pPr>
            <a:r>
              <a:rPr lang="en-US" sz="1200" b="1" dirty="0">
                <a:solidFill>
                  <a:srgbClr val="F72585"/>
                </a:solidFill>
                <a:latin typeface="Courier New" pitchFamily="34" charset="0"/>
                <a:ea typeface="Courier New" pitchFamily="34" charset="-122"/>
                <a:cs typeface="Courier New" pitchFamily="34" charset="-120"/>
              </a:rPr>
              <a:t>Careful! This is your LAST shield.</a:t>
            </a:r>
            <a:endParaRPr lang="en-US" sz="1200" dirty="0"/>
          </a:p>
        </p:txBody>
      </p:sp>
    </p:spTree>
  </p:cSld>
  <p:clrMapOvr>
    <a:masterClrMapping/>
  </p:clrMapOvr>
  <p:transition spd="med" advClick="0">
    <p:fade/>
    <p:sndAc>
      <p:stSnd>
        <p:snd r:embed="rId18" name="snd_wrong.wav"/>
      </p:stSnd>
    </p:sndAc>
  </p:transition>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F7A45"/>
                </a:solidFill>
                <a:latin typeface="Courier New" pitchFamily="34" charset="0"/>
                <a:ea typeface="Courier New" pitchFamily="34" charset="-122"/>
                <a:cs typeface="Courier New" pitchFamily="34" charset="-120"/>
              </a:rPr>
              <a:t>&gt; SECTOR 02 // TIME VAULT</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1"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3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FF7A45"/>
            </a:solidFill>
            <a:prstDash val="solid"/>
          </a:ln>
          <a:effectLst>
            <a:outerShdw sx="100000" sy="100000" kx="0" ky="0" algn="bl" rotWithShape="0" blurRad="203200" dist="50800" dir="5400000">
              <a:srgbClr val="FF7A45">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On what date does the Philippines celebrate its Independence Day?</a:t>
            </a:r>
            <a:endParaRPr lang="en-US" sz="2200" dirty="0"/>
          </a:p>
        </p:txBody>
      </p:sp>
      <p:sp>
        <p:nvSpPr>
          <p:cNvPr id="17" name="Link - Answer A">
            <a:hlinkClick r:id="rId12" action="ppaction://hlinksldjump" highlightClick="1"/>
          </p:cNvPr>
          <p:cNvSpPr txBox="1"/>
          <p:nvPr/>
        </p:nvSpPr>
        <p:spPr>
          <a:xfrm>
            <a:off x="457200" y="3474720"/>
            <a:ext cx="5486400" cy="1234440"/>
          </a:xfrm>
          <a:prstGeom prst="roundRect">
            <a:avLst>
              <a:gd name="adj" fmla="val 7407"/>
            </a:avLst>
          </a:prstGeom>
          <a:solidFill>
            <a:srgbClr val="1A2353"/>
          </a:solidFill>
          <a:ln w="22225">
            <a:solidFill>
              <a:srgbClr val="FF7A45"/>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December 30</a:t>
            </a:r>
            <a:endParaRPr lang="en-US" sz="1800" dirty="0"/>
          </a:p>
        </p:txBody>
      </p:sp>
      <p:sp>
        <p:nvSpPr>
          <p:cNvPr id="18" name="Link - Answer A badge">
            <a:hlinkClick r:id="rId12" action="ppaction://hlinksldjump" highlightClick="1"/>
          </p:cNvPr>
          <p:cNvSpPr txBox="1"/>
          <p:nvPr/>
        </p:nvSpPr>
        <p:spPr>
          <a:xfrm>
            <a:off x="658368" y="3817620"/>
            <a:ext cx="548640" cy="548640"/>
          </a:xfrm>
          <a:prstGeom prst="ellipse">
            <a:avLst/>
          </a:prstGeom>
          <a:solidFill>
            <a:srgbClr val="FF7A45"/>
          </a:solidFill>
          <a:ln w="12700">
            <a:solidFill>
              <a:srgbClr val="FF7A4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19" name="Link - Answer B">
            <a:hlinkClick r:id="rId13" action="ppaction://hlinksldjump" highlightClick="1"/>
          </p:cNvPr>
          <p:cNvSpPr txBox="1"/>
          <p:nvPr/>
        </p:nvSpPr>
        <p:spPr>
          <a:xfrm>
            <a:off x="6245352" y="3474720"/>
            <a:ext cx="5486400" cy="1234440"/>
          </a:xfrm>
          <a:prstGeom prst="roundRect">
            <a:avLst>
              <a:gd name="adj" fmla="val 7407"/>
            </a:avLst>
          </a:prstGeom>
          <a:solidFill>
            <a:srgbClr val="1A2353"/>
          </a:solidFill>
          <a:ln w="22225">
            <a:solidFill>
              <a:srgbClr val="FF7A45"/>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June 12</a:t>
            </a:r>
            <a:endParaRPr lang="en-US" sz="1800" dirty="0"/>
          </a:p>
        </p:txBody>
      </p:sp>
      <p:sp>
        <p:nvSpPr>
          <p:cNvPr id="20" name="Link - Answer B badge">
            <a:hlinkClick r:id="rId13" action="ppaction://hlinksldjump" highlightClick="1"/>
          </p:cNvPr>
          <p:cNvSpPr txBox="1"/>
          <p:nvPr/>
        </p:nvSpPr>
        <p:spPr>
          <a:xfrm>
            <a:off x="6446520" y="3817620"/>
            <a:ext cx="548640" cy="548640"/>
          </a:xfrm>
          <a:prstGeom prst="ellipse">
            <a:avLst/>
          </a:prstGeom>
          <a:solidFill>
            <a:srgbClr val="FF7A45"/>
          </a:solidFill>
          <a:ln w="12700">
            <a:solidFill>
              <a:srgbClr val="FF7A4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
        <p:nvSpPr>
          <p:cNvPr id="21" name="Link - Answer C">
            <a:hlinkClick r:id="rId12" action="ppaction://hlinksldjump" highlightClick="1"/>
          </p:cNvPr>
          <p:cNvSpPr txBox="1"/>
          <p:nvPr/>
        </p:nvSpPr>
        <p:spPr>
          <a:xfrm>
            <a:off x="457200" y="4892040"/>
            <a:ext cx="5486400" cy="1234440"/>
          </a:xfrm>
          <a:prstGeom prst="roundRect">
            <a:avLst>
              <a:gd name="adj" fmla="val 7407"/>
            </a:avLst>
          </a:prstGeom>
          <a:solidFill>
            <a:srgbClr val="1A2353"/>
          </a:solidFill>
          <a:ln w="22225">
            <a:solidFill>
              <a:srgbClr val="FF7A45"/>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August 21</a:t>
            </a:r>
            <a:endParaRPr lang="en-US" sz="1800" dirty="0"/>
          </a:p>
        </p:txBody>
      </p:sp>
      <p:sp>
        <p:nvSpPr>
          <p:cNvPr id="22" name="Link - Answer C badge">
            <a:hlinkClick r:id="rId12" action="ppaction://hlinksldjump" highlightClick="1"/>
          </p:cNvPr>
          <p:cNvSpPr txBox="1"/>
          <p:nvPr/>
        </p:nvSpPr>
        <p:spPr>
          <a:xfrm>
            <a:off x="658368" y="5234940"/>
            <a:ext cx="548640" cy="548640"/>
          </a:xfrm>
          <a:prstGeom prst="ellipse">
            <a:avLst/>
          </a:prstGeom>
          <a:solidFill>
            <a:srgbClr val="FF7A45"/>
          </a:solidFill>
          <a:ln w="12700">
            <a:solidFill>
              <a:srgbClr val="FF7A4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sp>
        <p:nvSpPr>
          <p:cNvPr id="23" name="Link - Answer D">
            <a:hlinkClick r:id="rId12" action="ppaction://hlinksldjump" highlightClick="1"/>
          </p:cNvPr>
          <p:cNvSpPr txBox="1"/>
          <p:nvPr/>
        </p:nvSpPr>
        <p:spPr>
          <a:xfrm>
            <a:off x="6245352" y="4892040"/>
            <a:ext cx="5486400" cy="1234440"/>
          </a:xfrm>
          <a:prstGeom prst="roundRect">
            <a:avLst>
              <a:gd name="adj" fmla="val 7407"/>
            </a:avLst>
          </a:prstGeom>
          <a:solidFill>
            <a:srgbClr val="1A2353"/>
          </a:solidFill>
          <a:ln w="22225">
            <a:solidFill>
              <a:srgbClr val="FF7A45"/>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November 30</a:t>
            </a:r>
            <a:endParaRPr lang="en-US" sz="1800" dirty="0"/>
          </a:p>
        </p:txBody>
      </p:sp>
      <p:sp>
        <p:nvSpPr>
          <p:cNvPr id="24" name="Link - Answer D badge">
            <a:hlinkClick r:id="rId12" action="ppaction://hlinksldjump" highlightClick="1"/>
          </p:cNvPr>
          <p:cNvSpPr txBox="1"/>
          <p:nvPr/>
        </p:nvSpPr>
        <p:spPr>
          <a:xfrm>
            <a:off x="6446520" y="5234940"/>
            <a:ext cx="548640" cy="548640"/>
          </a:xfrm>
          <a:prstGeom prst="ellipse">
            <a:avLst/>
          </a:prstGeom>
          <a:solidFill>
            <a:srgbClr val="FF7A45"/>
          </a:solidFill>
          <a:ln w="12700">
            <a:solidFill>
              <a:srgbClr val="FF7A4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spTree>
  </p:cSld>
  <p:clrMapOvr>
    <a:masterClrMapping/>
  </p:clrMapOvr>
  <p:transition spd="med" advClick="0">
    <p:fade/>
  </p:transition>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F7A45"/>
                </a:solidFill>
                <a:latin typeface="Courier New" pitchFamily="34" charset="0"/>
                <a:ea typeface="Courier New" pitchFamily="34" charset="-122"/>
                <a:cs typeface="Courier New" pitchFamily="34" charset="-120"/>
              </a:rPr>
              <a:t>&gt; SECTOR 02 // TIME VAULT</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1"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3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FF7A45"/>
            </a:solidFill>
            <a:prstDash val="solid"/>
          </a:ln>
          <a:effectLst>
            <a:outerShdw sx="100000" sy="100000" kx="0" ky="0" algn="bl" rotWithShape="0" blurRad="203200" dist="50800" dir="5400000">
              <a:srgbClr val="FF7A45">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On what date does the Philippines celebrate its Independence Day?</a:t>
            </a:r>
            <a:endParaRPr lang="en-US" sz="2200" dirty="0"/>
          </a:p>
        </p:txBody>
      </p:sp>
      <p:sp>
        <p:nvSpPr>
          <p:cNvPr id="17" name="Link - Answer A">
            <a:hlinkClick r:id="rId12" action="ppaction://hlinksldjump" highlightClick="1"/>
          </p:cNvPr>
          <p:cNvSpPr txBox="1"/>
          <p:nvPr/>
        </p:nvSpPr>
        <p:spPr>
          <a:xfrm>
            <a:off x="457200" y="3474720"/>
            <a:ext cx="5486400" cy="1234440"/>
          </a:xfrm>
          <a:prstGeom prst="roundRect">
            <a:avLst>
              <a:gd name="adj" fmla="val 7407"/>
            </a:avLst>
          </a:prstGeom>
          <a:solidFill>
            <a:srgbClr val="1A2353"/>
          </a:solidFill>
          <a:ln w="22225">
            <a:solidFill>
              <a:srgbClr val="FF7A45"/>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December 30</a:t>
            </a:r>
            <a:endParaRPr lang="en-US" sz="1800" dirty="0"/>
          </a:p>
        </p:txBody>
      </p:sp>
      <p:sp>
        <p:nvSpPr>
          <p:cNvPr id="18" name="Link - Answer A badge">
            <a:hlinkClick r:id="rId12" action="ppaction://hlinksldjump" highlightClick="1"/>
          </p:cNvPr>
          <p:cNvSpPr txBox="1"/>
          <p:nvPr/>
        </p:nvSpPr>
        <p:spPr>
          <a:xfrm>
            <a:off x="658368" y="3817620"/>
            <a:ext cx="548640" cy="548640"/>
          </a:xfrm>
          <a:prstGeom prst="ellipse">
            <a:avLst/>
          </a:prstGeom>
          <a:solidFill>
            <a:srgbClr val="FF7A45"/>
          </a:solidFill>
          <a:ln w="12700">
            <a:solidFill>
              <a:srgbClr val="FF7A4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19" name="Link - Answer B">
            <a:hlinkClick r:id="rId13" action="ppaction://hlinksldjump" highlightClick="1"/>
          </p:cNvPr>
          <p:cNvSpPr txBox="1"/>
          <p:nvPr/>
        </p:nvSpPr>
        <p:spPr>
          <a:xfrm>
            <a:off x="6245352" y="3474720"/>
            <a:ext cx="5486400" cy="1234440"/>
          </a:xfrm>
          <a:prstGeom prst="roundRect">
            <a:avLst>
              <a:gd name="adj" fmla="val 7407"/>
            </a:avLst>
          </a:prstGeom>
          <a:solidFill>
            <a:srgbClr val="1A2353"/>
          </a:solidFill>
          <a:ln w="22225">
            <a:solidFill>
              <a:srgbClr val="FF7A45"/>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June 12</a:t>
            </a:r>
            <a:endParaRPr lang="en-US" sz="1800" dirty="0"/>
          </a:p>
        </p:txBody>
      </p:sp>
      <p:sp>
        <p:nvSpPr>
          <p:cNvPr id="20" name="Link - Answer B badge">
            <a:hlinkClick r:id="rId13" action="ppaction://hlinksldjump" highlightClick="1"/>
          </p:cNvPr>
          <p:cNvSpPr txBox="1"/>
          <p:nvPr/>
        </p:nvSpPr>
        <p:spPr>
          <a:xfrm>
            <a:off x="6446520" y="3817620"/>
            <a:ext cx="548640" cy="548640"/>
          </a:xfrm>
          <a:prstGeom prst="ellipse">
            <a:avLst/>
          </a:prstGeom>
          <a:solidFill>
            <a:srgbClr val="FF7A45"/>
          </a:solidFill>
          <a:ln w="12700">
            <a:solidFill>
              <a:srgbClr val="FF7A4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
        <p:nvSpPr>
          <p:cNvPr id="21" name="Link - Answer C">
            <a:hlinkClick r:id="rId12" action="ppaction://hlinksldjump" highlightClick="1"/>
          </p:cNvPr>
          <p:cNvSpPr txBox="1"/>
          <p:nvPr/>
        </p:nvSpPr>
        <p:spPr>
          <a:xfrm>
            <a:off x="457200" y="4892040"/>
            <a:ext cx="5486400" cy="1234440"/>
          </a:xfrm>
          <a:prstGeom prst="roundRect">
            <a:avLst>
              <a:gd name="adj" fmla="val 7407"/>
            </a:avLst>
          </a:prstGeom>
          <a:solidFill>
            <a:srgbClr val="1A2353"/>
          </a:solidFill>
          <a:ln w="22225">
            <a:solidFill>
              <a:srgbClr val="FF7A45"/>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August 21</a:t>
            </a:r>
            <a:endParaRPr lang="en-US" sz="1800" dirty="0"/>
          </a:p>
        </p:txBody>
      </p:sp>
      <p:sp>
        <p:nvSpPr>
          <p:cNvPr id="22" name="Link - Answer C badge">
            <a:hlinkClick r:id="rId12" action="ppaction://hlinksldjump" highlightClick="1"/>
          </p:cNvPr>
          <p:cNvSpPr txBox="1"/>
          <p:nvPr/>
        </p:nvSpPr>
        <p:spPr>
          <a:xfrm>
            <a:off x="658368" y="5234940"/>
            <a:ext cx="548640" cy="548640"/>
          </a:xfrm>
          <a:prstGeom prst="ellipse">
            <a:avLst/>
          </a:prstGeom>
          <a:solidFill>
            <a:srgbClr val="FF7A45"/>
          </a:solidFill>
          <a:ln w="12700">
            <a:solidFill>
              <a:srgbClr val="FF7A4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sp>
        <p:nvSpPr>
          <p:cNvPr id="23" name="Link - Answer D">
            <a:hlinkClick r:id="rId12" action="ppaction://hlinksldjump" highlightClick="1"/>
          </p:cNvPr>
          <p:cNvSpPr txBox="1"/>
          <p:nvPr/>
        </p:nvSpPr>
        <p:spPr>
          <a:xfrm>
            <a:off x="6245352" y="4892040"/>
            <a:ext cx="5486400" cy="1234440"/>
          </a:xfrm>
          <a:prstGeom prst="roundRect">
            <a:avLst>
              <a:gd name="adj" fmla="val 7407"/>
            </a:avLst>
          </a:prstGeom>
          <a:solidFill>
            <a:srgbClr val="1A2353"/>
          </a:solidFill>
          <a:ln w="22225">
            <a:solidFill>
              <a:srgbClr val="FF7A45"/>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November 30</a:t>
            </a:r>
            <a:endParaRPr lang="en-US" sz="1800" dirty="0"/>
          </a:p>
        </p:txBody>
      </p:sp>
      <p:sp>
        <p:nvSpPr>
          <p:cNvPr id="24" name="Link - Answer D badge">
            <a:hlinkClick r:id="rId12" action="ppaction://hlinksldjump" highlightClick="1"/>
          </p:cNvPr>
          <p:cNvSpPr txBox="1"/>
          <p:nvPr/>
        </p:nvSpPr>
        <p:spPr>
          <a:xfrm>
            <a:off x="6446520" y="5234940"/>
            <a:ext cx="548640" cy="548640"/>
          </a:xfrm>
          <a:prstGeom prst="ellipse">
            <a:avLst/>
          </a:prstGeom>
          <a:solidFill>
            <a:srgbClr val="FF7A45"/>
          </a:solidFill>
          <a:ln w="12700">
            <a:solidFill>
              <a:srgbClr val="FF7A4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spTree>
  </p:cSld>
  <p:clrMapOvr>
    <a:masterClrMapping/>
  </p:clrMapOvr>
  <p:transition spd="med" advClick="0">
    <p:fade/>
  </p:transition>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F7A45"/>
                </a:solidFill>
                <a:latin typeface="Courier New" pitchFamily="34" charset="0"/>
                <a:ea typeface="Courier New" pitchFamily="34" charset="-122"/>
                <a:cs typeface="Courier New" pitchFamily="34" charset="-120"/>
              </a:rPr>
              <a:t>&gt; SECTOR 02 // TIME VAULT</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1"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3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FF7A45"/>
            </a:solidFill>
            <a:prstDash val="solid"/>
          </a:ln>
          <a:effectLst>
            <a:outerShdw sx="100000" sy="100000" kx="0" ky="0" algn="bl" rotWithShape="0" blurRad="203200" dist="50800" dir="5400000">
              <a:srgbClr val="FF7A45">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On what date does the Philippines celebrate its Independence Day?</a:t>
            </a:r>
            <a:endParaRPr lang="en-US" sz="2200" dirty="0"/>
          </a:p>
        </p:txBody>
      </p:sp>
      <p:sp>
        <p:nvSpPr>
          <p:cNvPr id="17" name="Link - Answer A">
            <a:hlinkClick r:id="rId12" action="ppaction://hlinksldjump" highlightClick="1"/>
          </p:cNvPr>
          <p:cNvSpPr txBox="1"/>
          <p:nvPr/>
        </p:nvSpPr>
        <p:spPr>
          <a:xfrm>
            <a:off x="457200" y="3474720"/>
            <a:ext cx="5486400" cy="1234440"/>
          </a:xfrm>
          <a:prstGeom prst="roundRect">
            <a:avLst>
              <a:gd name="adj" fmla="val 7407"/>
            </a:avLst>
          </a:prstGeom>
          <a:solidFill>
            <a:srgbClr val="1A2353"/>
          </a:solidFill>
          <a:ln w="22225">
            <a:solidFill>
              <a:srgbClr val="FF7A45"/>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December 30</a:t>
            </a:r>
            <a:endParaRPr lang="en-US" sz="1800" dirty="0"/>
          </a:p>
        </p:txBody>
      </p:sp>
      <p:sp>
        <p:nvSpPr>
          <p:cNvPr id="18" name="Link - Answer A badge">
            <a:hlinkClick r:id="rId12" action="ppaction://hlinksldjump" highlightClick="1"/>
          </p:cNvPr>
          <p:cNvSpPr txBox="1"/>
          <p:nvPr/>
        </p:nvSpPr>
        <p:spPr>
          <a:xfrm>
            <a:off x="658368" y="3817620"/>
            <a:ext cx="548640" cy="548640"/>
          </a:xfrm>
          <a:prstGeom prst="ellipse">
            <a:avLst/>
          </a:prstGeom>
          <a:solidFill>
            <a:srgbClr val="FF7A45"/>
          </a:solidFill>
          <a:ln w="12700">
            <a:solidFill>
              <a:srgbClr val="FF7A4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19" name="Link - Answer B">
            <a:hlinkClick r:id="rId13" action="ppaction://hlinksldjump" highlightClick="1"/>
          </p:cNvPr>
          <p:cNvSpPr txBox="1"/>
          <p:nvPr/>
        </p:nvSpPr>
        <p:spPr>
          <a:xfrm>
            <a:off x="6245352" y="3474720"/>
            <a:ext cx="5486400" cy="1234440"/>
          </a:xfrm>
          <a:prstGeom prst="roundRect">
            <a:avLst>
              <a:gd name="adj" fmla="val 7407"/>
            </a:avLst>
          </a:prstGeom>
          <a:solidFill>
            <a:srgbClr val="1A2353"/>
          </a:solidFill>
          <a:ln w="22225">
            <a:solidFill>
              <a:srgbClr val="FF7A45"/>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June 12</a:t>
            </a:r>
            <a:endParaRPr lang="en-US" sz="1800" dirty="0"/>
          </a:p>
        </p:txBody>
      </p:sp>
      <p:sp>
        <p:nvSpPr>
          <p:cNvPr id="20" name="Link - Answer B badge">
            <a:hlinkClick r:id="rId13" action="ppaction://hlinksldjump" highlightClick="1"/>
          </p:cNvPr>
          <p:cNvSpPr txBox="1"/>
          <p:nvPr/>
        </p:nvSpPr>
        <p:spPr>
          <a:xfrm>
            <a:off x="6446520" y="3817620"/>
            <a:ext cx="548640" cy="548640"/>
          </a:xfrm>
          <a:prstGeom prst="ellipse">
            <a:avLst/>
          </a:prstGeom>
          <a:solidFill>
            <a:srgbClr val="FF7A45"/>
          </a:solidFill>
          <a:ln w="12700">
            <a:solidFill>
              <a:srgbClr val="FF7A4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
        <p:nvSpPr>
          <p:cNvPr id="21" name="Link - Answer C">
            <a:hlinkClick r:id="rId12" action="ppaction://hlinksldjump" highlightClick="1"/>
          </p:cNvPr>
          <p:cNvSpPr txBox="1"/>
          <p:nvPr/>
        </p:nvSpPr>
        <p:spPr>
          <a:xfrm>
            <a:off x="457200" y="4892040"/>
            <a:ext cx="5486400" cy="1234440"/>
          </a:xfrm>
          <a:prstGeom prst="roundRect">
            <a:avLst>
              <a:gd name="adj" fmla="val 7407"/>
            </a:avLst>
          </a:prstGeom>
          <a:solidFill>
            <a:srgbClr val="1A2353"/>
          </a:solidFill>
          <a:ln w="22225">
            <a:solidFill>
              <a:srgbClr val="FF7A45"/>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August 21</a:t>
            </a:r>
            <a:endParaRPr lang="en-US" sz="1800" dirty="0"/>
          </a:p>
        </p:txBody>
      </p:sp>
      <p:sp>
        <p:nvSpPr>
          <p:cNvPr id="22" name="Link - Answer C badge">
            <a:hlinkClick r:id="rId12" action="ppaction://hlinksldjump" highlightClick="1"/>
          </p:cNvPr>
          <p:cNvSpPr txBox="1"/>
          <p:nvPr/>
        </p:nvSpPr>
        <p:spPr>
          <a:xfrm>
            <a:off x="658368" y="5234940"/>
            <a:ext cx="548640" cy="548640"/>
          </a:xfrm>
          <a:prstGeom prst="ellipse">
            <a:avLst/>
          </a:prstGeom>
          <a:solidFill>
            <a:srgbClr val="FF7A45"/>
          </a:solidFill>
          <a:ln w="12700">
            <a:solidFill>
              <a:srgbClr val="FF7A4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sp>
        <p:nvSpPr>
          <p:cNvPr id="23" name="Link - Answer D">
            <a:hlinkClick r:id="rId12" action="ppaction://hlinksldjump" highlightClick="1"/>
          </p:cNvPr>
          <p:cNvSpPr txBox="1"/>
          <p:nvPr/>
        </p:nvSpPr>
        <p:spPr>
          <a:xfrm>
            <a:off x="6245352" y="4892040"/>
            <a:ext cx="5486400" cy="1234440"/>
          </a:xfrm>
          <a:prstGeom prst="roundRect">
            <a:avLst>
              <a:gd name="adj" fmla="val 7407"/>
            </a:avLst>
          </a:prstGeom>
          <a:solidFill>
            <a:srgbClr val="1A2353"/>
          </a:solidFill>
          <a:ln w="22225">
            <a:solidFill>
              <a:srgbClr val="FF7A45"/>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November 30</a:t>
            </a:r>
            <a:endParaRPr lang="en-US" sz="1800" dirty="0"/>
          </a:p>
        </p:txBody>
      </p:sp>
      <p:sp>
        <p:nvSpPr>
          <p:cNvPr id="24" name="Link - Answer D badge">
            <a:hlinkClick r:id="rId12" action="ppaction://hlinksldjump" highlightClick="1"/>
          </p:cNvPr>
          <p:cNvSpPr txBox="1"/>
          <p:nvPr/>
        </p:nvSpPr>
        <p:spPr>
          <a:xfrm>
            <a:off x="6446520" y="5234940"/>
            <a:ext cx="548640" cy="548640"/>
          </a:xfrm>
          <a:prstGeom prst="ellipse">
            <a:avLst/>
          </a:prstGeom>
          <a:solidFill>
            <a:srgbClr val="FF7A45"/>
          </a:solidFill>
          <a:ln w="12700">
            <a:solidFill>
              <a:srgbClr val="FF7A4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spTree>
  </p:cSld>
  <p:clrMapOvr>
    <a:masterClrMapping/>
  </p:clrMapOvr>
  <p:transition spd="med" advClick="0">
    <p:fade/>
  </p:transition>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F7A45"/>
                </a:solidFill>
                <a:latin typeface="Courier New" pitchFamily="34" charset="0"/>
                <a:ea typeface="Courier New" pitchFamily="34" charset="-122"/>
                <a:cs typeface="Courier New" pitchFamily="34" charset="-120"/>
              </a:rPr>
              <a:t>&gt; SECTOR 02 // TIME VAULT</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3"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B. June 12</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On June 12, 1898, Emilio Aguinaldo declared the independence of the Philippines from Spain in Kawit, Cavite. December 30 is Rizal Day and November 30 is Bonifacio Day.</a:t>
            </a:r>
            <a:endParaRPr lang="en-US" sz="1800" dirty="0"/>
          </a:p>
        </p:txBody>
      </p:sp>
      <p:sp>
        <p:nvSpPr>
          <p:cNvPr id="20" name="Shape 9"/>
          <p:cNvSpPr/>
          <p:nvPr/>
        </p:nvSpPr>
        <p:spPr>
          <a:xfrm>
            <a:off x="2743200" y="4709160"/>
            <a:ext cx="6035040" cy="1463040"/>
          </a:xfrm>
          <a:prstGeom prst="roundRect">
            <a:avLst>
              <a:gd name="adj" fmla="val 7500"/>
            </a:avLst>
          </a:prstGeom>
          <a:solidFill>
            <a:srgbClr val="121A3F">
              <a:alpha val="94000"/>
            </a:srgbClr>
          </a:solidFill>
          <a:ln w="25400">
            <a:solidFill>
              <a:srgbClr val="FFC233"/>
            </a:solidFill>
            <a:prstDash val="solid"/>
          </a:ln>
          <a:effectLst>
            <a:outerShdw sx="100000" sy="100000" kx="0" ky="0" algn="bl" rotWithShape="0" blurRad="203200" dist="50800" dir="5400000">
              <a:srgbClr val="FFC233">
                <a:alpha val="45000"/>
              </a:srgbClr>
            </a:outerShdw>
          </a:effectLst>
        </p:spPr>
      </p:sp>
      <p:pic>
        <p:nvPicPr>
          <p:cNvPr id="21" name="Image 9" descr="/tmp/claude-0/-home-user-ashton212123/6ae88841-e158-5430-ba3a-d930461fce9f/scratchpad/build/assets/chip.png">    </p:cNvPr>
          <p:cNvPicPr>
            <a:picLocks noChangeAspect="1"/>
          </p:cNvPicPr>
          <p:nvPr/>
        </p:nvPicPr>
        <p:blipFill>
          <a:blip r:embed="rId10"/>
          <a:stretch>
            <a:fillRect/>
          </a:stretch>
        </p:blipFill>
        <p:spPr>
          <a:xfrm>
            <a:off x="3017520" y="5010912"/>
            <a:ext cx="914400" cy="841248"/>
          </a:xfrm>
          <a:prstGeom prst="rect">
            <a:avLst/>
          </a:prstGeom>
        </p:spPr>
      </p:pic>
      <p:sp>
        <p:nvSpPr>
          <p:cNvPr id="22" name="Text 10"/>
          <p:cNvSpPr txBox="1"/>
          <p:nvPr/>
        </p:nvSpPr>
        <p:spPr>
          <a:xfrm>
            <a:off x="4114800" y="4864608"/>
            <a:ext cx="3200400" cy="548640"/>
          </a:xfrm>
          <a:prstGeom prst="rect">
            <a:avLst/>
          </a:prstGeom>
          <a:noFill/>
          <a:ln/>
        </p:spPr>
        <p:txBody>
          <a:bodyPr wrap="square" lIns="0" tIns="0" rIns="0" bIns="0" rtlCol="0" anchor="ctr"/>
          <a:lstStyle/>
          <a:p>
            <a:pPr indent="0" marL="0">
              <a:buNone/>
            </a:pPr>
            <a:r>
              <a:rPr lang="en-US" sz="1400" dirty="0">
                <a:solidFill>
                  <a:srgbClr val="FFC233"/>
                </a:solidFill>
                <a:latin typeface="Arial Black" pitchFamily="34" charset="0"/>
                <a:ea typeface="Arial Black" pitchFamily="34" charset="-122"/>
                <a:cs typeface="Arial Black" pitchFamily="34" charset="-120"/>
              </a:rPr>
              <a:t>CODE FRAGMENT 2 OF 4 FOUND!</a:t>
            </a:r>
            <a:endParaRPr lang="en-US" sz="1400" dirty="0"/>
          </a:p>
        </p:txBody>
      </p:sp>
      <p:sp>
        <p:nvSpPr>
          <p:cNvPr id="23" name="Text 11"/>
          <p:cNvSpPr txBox="1"/>
          <p:nvPr/>
        </p:nvSpPr>
        <p:spPr>
          <a:xfrm>
            <a:off x="4114800" y="5413248"/>
            <a:ext cx="3108960" cy="640080"/>
          </a:xfrm>
          <a:prstGeom prst="rect">
            <a:avLst/>
          </a:prstGeom>
          <a:noFill/>
          <a:ln/>
        </p:spPr>
        <p:txBody>
          <a:bodyPr wrap="square" lIns="0" tIns="0" rIns="0" bIns="0" rtlCol="0" anchor="t"/>
          <a:lstStyle/>
          <a:p>
            <a:pPr indent="0" marL="0">
              <a:buNone/>
            </a:pPr>
            <a:r>
              <a:rPr lang="en-US" sz="1300" dirty="0">
                <a:solidFill>
                  <a:srgbClr val="9AA6D9"/>
                </a:solidFill>
                <a:latin typeface="Calibri" pitchFamily="34" charset="0"/>
                <a:ea typeface="Calibri" pitchFamily="34" charset="-122"/>
                <a:cs typeface="Calibri" pitchFamily="34" charset="-120"/>
              </a:rPr>
              <a:t>Write it down. You will need it at the ESC Gate!</a:t>
            </a:r>
            <a:endParaRPr lang="en-US" sz="1300" dirty="0"/>
          </a:p>
        </p:txBody>
      </p:sp>
      <p:sp>
        <p:nvSpPr>
          <p:cNvPr id="24" name="Text 12"/>
          <p:cNvSpPr txBox="1"/>
          <p:nvPr/>
        </p:nvSpPr>
        <p:spPr>
          <a:xfrm>
            <a:off x="7498080" y="4892040"/>
            <a:ext cx="1097280" cy="1097280"/>
          </a:xfrm>
          <a:prstGeom prst="roundRect">
            <a:avLst>
              <a:gd name="adj" fmla="val 8333"/>
            </a:avLst>
          </a:prstGeom>
          <a:solidFill>
            <a:srgbClr val="0A0F24"/>
          </a:solidFill>
          <a:ln w="25400">
            <a:solidFill>
              <a:srgbClr val="FFC233"/>
            </a:solidFill>
          </a:ln>
        </p:spPr>
        <p:txBody>
          <a:bodyPr wrap="square" lIns="0" tIns="0" rIns="0" bIns="0" rtlCol="0" anchor="ctr"/>
          <a:lstStyle/>
          <a:p>
            <a:pPr algn="ctr" indent="0" marL="0">
              <a:buNone/>
            </a:pPr>
            <a:r>
              <a:rPr lang="en-US" sz="5400" b="1" dirty="0">
                <a:solidFill>
                  <a:srgbClr val="FFC233"/>
                </a:solidFill>
                <a:latin typeface="Courier New" pitchFamily="34" charset="0"/>
                <a:ea typeface="Courier New" pitchFamily="34" charset="-122"/>
                <a:cs typeface="Courier New" pitchFamily="34" charset="-120"/>
              </a:rPr>
              <a:t>8</a:t>
            </a:r>
            <a:endParaRPr lang="en-US" sz="5400" dirty="0"/>
          </a:p>
        </p:txBody>
      </p:sp>
      <p:sp>
        <p:nvSpPr>
          <p:cNvPr id="25" name="Link - CONTINUE">
            <a:hlinkClick r:id="rId14"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5" name="snd_correct.wav"/>
      </p:stSnd>
    </p:sndAc>
  </p:transition>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F7A45"/>
                </a:solidFill>
                <a:latin typeface="Courier New" pitchFamily="34" charset="0"/>
                <a:ea typeface="Courier New" pitchFamily="34" charset="-122"/>
                <a:cs typeface="Courier New" pitchFamily="34" charset="-120"/>
              </a:rPr>
              <a:t>&gt; SECTOR 02 // TIME VAULT</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3"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B. June 12</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On June 12, 1898, Emilio Aguinaldo declared the independence of the Philippines from Spain in Kawit, Cavite. December 30 is Rizal Day and November 30 is Bonifacio Day.</a:t>
            </a:r>
            <a:endParaRPr lang="en-US" sz="1800" dirty="0"/>
          </a:p>
        </p:txBody>
      </p:sp>
      <p:sp>
        <p:nvSpPr>
          <p:cNvPr id="20" name="Shape 9"/>
          <p:cNvSpPr/>
          <p:nvPr/>
        </p:nvSpPr>
        <p:spPr>
          <a:xfrm>
            <a:off x="2743200" y="4709160"/>
            <a:ext cx="6035040" cy="1463040"/>
          </a:xfrm>
          <a:prstGeom prst="roundRect">
            <a:avLst>
              <a:gd name="adj" fmla="val 7500"/>
            </a:avLst>
          </a:prstGeom>
          <a:solidFill>
            <a:srgbClr val="121A3F">
              <a:alpha val="94000"/>
            </a:srgbClr>
          </a:solidFill>
          <a:ln w="25400">
            <a:solidFill>
              <a:srgbClr val="FFC233"/>
            </a:solidFill>
            <a:prstDash val="solid"/>
          </a:ln>
          <a:effectLst>
            <a:outerShdw sx="100000" sy="100000" kx="0" ky="0" algn="bl" rotWithShape="0" blurRad="203200" dist="50800" dir="5400000">
              <a:srgbClr val="FFC233">
                <a:alpha val="45000"/>
              </a:srgbClr>
            </a:outerShdw>
          </a:effectLst>
        </p:spPr>
      </p:sp>
      <p:pic>
        <p:nvPicPr>
          <p:cNvPr id="21" name="Image 9" descr="/tmp/claude-0/-home-user-ashton212123/6ae88841-e158-5430-ba3a-d930461fce9f/scratchpad/build/assets/chip.png">    </p:cNvPr>
          <p:cNvPicPr>
            <a:picLocks noChangeAspect="1"/>
          </p:cNvPicPr>
          <p:nvPr/>
        </p:nvPicPr>
        <p:blipFill>
          <a:blip r:embed="rId10"/>
          <a:stretch>
            <a:fillRect/>
          </a:stretch>
        </p:blipFill>
        <p:spPr>
          <a:xfrm>
            <a:off x="3017520" y="5010912"/>
            <a:ext cx="914400" cy="841248"/>
          </a:xfrm>
          <a:prstGeom prst="rect">
            <a:avLst/>
          </a:prstGeom>
        </p:spPr>
      </p:pic>
      <p:sp>
        <p:nvSpPr>
          <p:cNvPr id="22" name="Text 10"/>
          <p:cNvSpPr txBox="1"/>
          <p:nvPr/>
        </p:nvSpPr>
        <p:spPr>
          <a:xfrm>
            <a:off x="4114800" y="4864608"/>
            <a:ext cx="3200400" cy="548640"/>
          </a:xfrm>
          <a:prstGeom prst="rect">
            <a:avLst/>
          </a:prstGeom>
          <a:noFill/>
          <a:ln/>
        </p:spPr>
        <p:txBody>
          <a:bodyPr wrap="square" lIns="0" tIns="0" rIns="0" bIns="0" rtlCol="0" anchor="ctr"/>
          <a:lstStyle/>
          <a:p>
            <a:pPr indent="0" marL="0">
              <a:buNone/>
            </a:pPr>
            <a:r>
              <a:rPr lang="en-US" sz="1400" dirty="0">
                <a:solidFill>
                  <a:srgbClr val="FFC233"/>
                </a:solidFill>
                <a:latin typeface="Arial Black" pitchFamily="34" charset="0"/>
                <a:ea typeface="Arial Black" pitchFamily="34" charset="-122"/>
                <a:cs typeface="Arial Black" pitchFamily="34" charset="-120"/>
              </a:rPr>
              <a:t>CODE FRAGMENT 2 OF 4 FOUND!</a:t>
            </a:r>
            <a:endParaRPr lang="en-US" sz="1400" dirty="0"/>
          </a:p>
        </p:txBody>
      </p:sp>
      <p:sp>
        <p:nvSpPr>
          <p:cNvPr id="23" name="Text 11"/>
          <p:cNvSpPr txBox="1"/>
          <p:nvPr/>
        </p:nvSpPr>
        <p:spPr>
          <a:xfrm>
            <a:off x="4114800" y="5413248"/>
            <a:ext cx="3108960" cy="640080"/>
          </a:xfrm>
          <a:prstGeom prst="rect">
            <a:avLst/>
          </a:prstGeom>
          <a:noFill/>
          <a:ln/>
        </p:spPr>
        <p:txBody>
          <a:bodyPr wrap="square" lIns="0" tIns="0" rIns="0" bIns="0" rtlCol="0" anchor="t"/>
          <a:lstStyle/>
          <a:p>
            <a:pPr indent="0" marL="0">
              <a:buNone/>
            </a:pPr>
            <a:r>
              <a:rPr lang="en-US" sz="1300" dirty="0">
                <a:solidFill>
                  <a:srgbClr val="9AA6D9"/>
                </a:solidFill>
                <a:latin typeface="Calibri" pitchFamily="34" charset="0"/>
                <a:ea typeface="Calibri" pitchFamily="34" charset="-122"/>
                <a:cs typeface="Calibri" pitchFamily="34" charset="-120"/>
              </a:rPr>
              <a:t>Write it down. You will need it at the ESC Gate!</a:t>
            </a:r>
            <a:endParaRPr lang="en-US" sz="1300" dirty="0"/>
          </a:p>
        </p:txBody>
      </p:sp>
      <p:sp>
        <p:nvSpPr>
          <p:cNvPr id="24" name="Text 12"/>
          <p:cNvSpPr txBox="1"/>
          <p:nvPr/>
        </p:nvSpPr>
        <p:spPr>
          <a:xfrm>
            <a:off x="7498080" y="4892040"/>
            <a:ext cx="1097280" cy="1097280"/>
          </a:xfrm>
          <a:prstGeom prst="roundRect">
            <a:avLst>
              <a:gd name="adj" fmla="val 8333"/>
            </a:avLst>
          </a:prstGeom>
          <a:solidFill>
            <a:srgbClr val="0A0F24"/>
          </a:solidFill>
          <a:ln w="25400">
            <a:solidFill>
              <a:srgbClr val="FFC233"/>
            </a:solidFill>
          </a:ln>
        </p:spPr>
        <p:txBody>
          <a:bodyPr wrap="square" lIns="0" tIns="0" rIns="0" bIns="0" rtlCol="0" anchor="ctr"/>
          <a:lstStyle/>
          <a:p>
            <a:pPr algn="ctr" indent="0" marL="0">
              <a:buNone/>
            </a:pPr>
            <a:r>
              <a:rPr lang="en-US" sz="5400" b="1" dirty="0">
                <a:solidFill>
                  <a:srgbClr val="FFC233"/>
                </a:solidFill>
                <a:latin typeface="Courier New" pitchFamily="34" charset="0"/>
                <a:ea typeface="Courier New" pitchFamily="34" charset="-122"/>
                <a:cs typeface="Courier New" pitchFamily="34" charset="-120"/>
              </a:rPr>
              <a:t>8</a:t>
            </a:r>
            <a:endParaRPr lang="en-US" sz="5400" dirty="0"/>
          </a:p>
        </p:txBody>
      </p:sp>
      <p:sp>
        <p:nvSpPr>
          <p:cNvPr id="25" name="Link - CONTINUE">
            <a:hlinkClick r:id="rId14"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5" name="snd_correct.wav"/>
      </p:stSnd>
    </p:sndAc>
  </p:transition>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F7A45"/>
                </a:solidFill>
                <a:latin typeface="Courier New" pitchFamily="34" charset="0"/>
                <a:ea typeface="Courier New" pitchFamily="34" charset="-122"/>
                <a:cs typeface="Courier New" pitchFamily="34" charset="-120"/>
              </a:rPr>
              <a:t>&gt; SECTOR 02 // TIME VAULT</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3"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B. June 12</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On June 12, 1898, Emilio Aguinaldo declared the independence of the Philippines from Spain in Kawit, Cavite. December 30 is Rizal Day and November 30 is Bonifacio Day.</a:t>
            </a:r>
            <a:endParaRPr lang="en-US" sz="1800" dirty="0"/>
          </a:p>
        </p:txBody>
      </p:sp>
      <p:sp>
        <p:nvSpPr>
          <p:cNvPr id="20" name="Shape 9"/>
          <p:cNvSpPr/>
          <p:nvPr/>
        </p:nvSpPr>
        <p:spPr>
          <a:xfrm>
            <a:off x="2743200" y="4709160"/>
            <a:ext cx="6035040" cy="1463040"/>
          </a:xfrm>
          <a:prstGeom prst="roundRect">
            <a:avLst>
              <a:gd name="adj" fmla="val 7500"/>
            </a:avLst>
          </a:prstGeom>
          <a:solidFill>
            <a:srgbClr val="121A3F">
              <a:alpha val="94000"/>
            </a:srgbClr>
          </a:solidFill>
          <a:ln w="25400">
            <a:solidFill>
              <a:srgbClr val="FFC233"/>
            </a:solidFill>
            <a:prstDash val="solid"/>
          </a:ln>
          <a:effectLst>
            <a:outerShdw sx="100000" sy="100000" kx="0" ky="0" algn="bl" rotWithShape="0" blurRad="203200" dist="50800" dir="5400000">
              <a:srgbClr val="FFC233">
                <a:alpha val="45000"/>
              </a:srgbClr>
            </a:outerShdw>
          </a:effectLst>
        </p:spPr>
      </p:sp>
      <p:pic>
        <p:nvPicPr>
          <p:cNvPr id="21" name="Image 9" descr="/tmp/claude-0/-home-user-ashton212123/6ae88841-e158-5430-ba3a-d930461fce9f/scratchpad/build/assets/chip.png">    </p:cNvPr>
          <p:cNvPicPr>
            <a:picLocks noChangeAspect="1"/>
          </p:cNvPicPr>
          <p:nvPr/>
        </p:nvPicPr>
        <p:blipFill>
          <a:blip r:embed="rId10"/>
          <a:stretch>
            <a:fillRect/>
          </a:stretch>
        </p:blipFill>
        <p:spPr>
          <a:xfrm>
            <a:off x="3017520" y="5010912"/>
            <a:ext cx="914400" cy="841248"/>
          </a:xfrm>
          <a:prstGeom prst="rect">
            <a:avLst/>
          </a:prstGeom>
        </p:spPr>
      </p:pic>
      <p:sp>
        <p:nvSpPr>
          <p:cNvPr id="22" name="Text 10"/>
          <p:cNvSpPr txBox="1"/>
          <p:nvPr/>
        </p:nvSpPr>
        <p:spPr>
          <a:xfrm>
            <a:off x="4114800" y="4864608"/>
            <a:ext cx="3200400" cy="548640"/>
          </a:xfrm>
          <a:prstGeom prst="rect">
            <a:avLst/>
          </a:prstGeom>
          <a:noFill/>
          <a:ln/>
        </p:spPr>
        <p:txBody>
          <a:bodyPr wrap="square" lIns="0" tIns="0" rIns="0" bIns="0" rtlCol="0" anchor="ctr"/>
          <a:lstStyle/>
          <a:p>
            <a:pPr indent="0" marL="0">
              <a:buNone/>
            </a:pPr>
            <a:r>
              <a:rPr lang="en-US" sz="1400" dirty="0">
                <a:solidFill>
                  <a:srgbClr val="FFC233"/>
                </a:solidFill>
                <a:latin typeface="Arial Black" pitchFamily="34" charset="0"/>
                <a:ea typeface="Arial Black" pitchFamily="34" charset="-122"/>
                <a:cs typeface="Arial Black" pitchFamily="34" charset="-120"/>
              </a:rPr>
              <a:t>CODE FRAGMENT 2 OF 4 FOUND!</a:t>
            </a:r>
            <a:endParaRPr lang="en-US" sz="1400" dirty="0"/>
          </a:p>
        </p:txBody>
      </p:sp>
      <p:sp>
        <p:nvSpPr>
          <p:cNvPr id="23" name="Text 11"/>
          <p:cNvSpPr txBox="1"/>
          <p:nvPr/>
        </p:nvSpPr>
        <p:spPr>
          <a:xfrm>
            <a:off x="4114800" y="5413248"/>
            <a:ext cx="3108960" cy="640080"/>
          </a:xfrm>
          <a:prstGeom prst="rect">
            <a:avLst/>
          </a:prstGeom>
          <a:noFill/>
          <a:ln/>
        </p:spPr>
        <p:txBody>
          <a:bodyPr wrap="square" lIns="0" tIns="0" rIns="0" bIns="0" rtlCol="0" anchor="t"/>
          <a:lstStyle/>
          <a:p>
            <a:pPr indent="0" marL="0">
              <a:buNone/>
            </a:pPr>
            <a:r>
              <a:rPr lang="en-US" sz="1300" dirty="0">
                <a:solidFill>
                  <a:srgbClr val="9AA6D9"/>
                </a:solidFill>
                <a:latin typeface="Calibri" pitchFamily="34" charset="0"/>
                <a:ea typeface="Calibri" pitchFamily="34" charset="-122"/>
                <a:cs typeface="Calibri" pitchFamily="34" charset="-120"/>
              </a:rPr>
              <a:t>Write it down. You will need it at the ESC Gate!</a:t>
            </a:r>
            <a:endParaRPr lang="en-US" sz="1300" dirty="0"/>
          </a:p>
        </p:txBody>
      </p:sp>
      <p:sp>
        <p:nvSpPr>
          <p:cNvPr id="24" name="Text 12"/>
          <p:cNvSpPr txBox="1"/>
          <p:nvPr/>
        </p:nvSpPr>
        <p:spPr>
          <a:xfrm>
            <a:off x="7498080" y="4892040"/>
            <a:ext cx="1097280" cy="1097280"/>
          </a:xfrm>
          <a:prstGeom prst="roundRect">
            <a:avLst>
              <a:gd name="adj" fmla="val 8333"/>
            </a:avLst>
          </a:prstGeom>
          <a:solidFill>
            <a:srgbClr val="0A0F24"/>
          </a:solidFill>
          <a:ln w="25400">
            <a:solidFill>
              <a:srgbClr val="FFC233"/>
            </a:solidFill>
          </a:ln>
        </p:spPr>
        <p:txBody>
          <a:bodyPr wrap="square" lIns="0" tIns="0" rIns="0" bIns="0" rtlCol="0" anchor="ctr"/>
          <a:lstStyle/>
          <a:p>
            <a:pPr algn="ctr" indent="0" marL="0">
              <a:buNone/>
            </a:pPr>
            <a:r>
              <a:rPr lang="en-US" sz="5400" b="1" dirty="0">
                <a:solidFill>
                  <a:srgbClr val="FFC233"/>
                </a:solidFill>
                <a:latin typeface="Courier New" pitchFamily="34" charset="0"/>
                <a:ea typeface="Courier New" pitchFamily="34" charset="-122"/>
                <a:cs typeface="Courier New" pitchFamily="34" charset="-120"/>
              </a:rPr>
              <a:t>8</a:t>
            </a:r>
            <a:endParaRPr lang="en-US" sz="5400" dirty="0"/>
          </a:p>
        </p:txBody>
      </p:sp>
      <p:sp>
        <p:nvSpPr>
          <p:cNvPr id="25" name="Link - CONTINUE">
            <a:hlinkClick r:id="rId14"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5" name="snd_correct.wav"/>
      </p:stSnd>
    </p:sndAc>
  </p:transition>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F7A45"/>
                </a:solidFill>
                <a:latin typeface="Courier New" pitchFamily="34" charset="0"/>
                <a:ea typeface="Courier New" pitchFamily="34" charset="-122"/>
                <a:cs typeface="Courier New" pitchFamily="34" charset="-120"/>
              </a:rPr>
              <a:t>&gt; SECTOR 02 // TIME VAULT</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6"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ExclamationTriangle_F72585.png">    </p:cNvPr>
          <p:cNvPicPr>
            <a:picLocks noChangeAspect="1"/>
          </p:cNvPicPr>
          <p:nvPr/>
        </p:nvPicPr>
        <p:blipFill>
          <a:blip r:embed="rId8"/>
          <a:stretch>
            <a:fillRect/>
          </a:stretch>
        </p:blipFill>
        <p:spPr>
          <a:xfrm>
            <a:off x="457200" y="1005840"/>
            <a:ext cx="603504" cy="603504"/>
          </a:xfrm>
          <a:prstGeom prst="rect">
            <a:avLst/>
          </a:prstGeom>
        </p:spPr>
      </p:pic>
      <p:sp>
        <p:nvSpPr>
          <p:cNvPr id="14" name="Text 4"/>
          <p:cNvSpPr txBox="1"/>
          <p:nvPr/>
        </p:nvSpPr>
        <p:spPr>
          <a:xfrm>
            <a:off x="1234440" y="914400"/>
            <a:ext cx="7498080" cy="777240"/>
          </a:xfrm>
          <a:prstGeom prst="rect">
            <a:avLst/>
          </a:prstGeom>
          <a:noFill/>
          <a:ln/>
        </p:spPr>
        <p:txBody>
          <a:bodyPr wrap="square" lIns="0" tIns="0" rIns="0" bIns="0" rtlCol="0" anchor="ctr"/>
          <a:lstStyle/>
          <a:p>
            <a:pPr indent="0" marL="0">
              <a:buNone/>
            </a:pPr>
            <a:r>
              <a:rPr lang="en-US" sz="3400" dirty="0">
                <a:solidFill>
                  <a:srgbClr val="F72585"/>
                </a:solidFill>
                <a:latin typeface="Arial Black" pitchFamily="34" charset="0"/>
                <a:ea typeface="Arial Black" pitchFamily="34" charset="-122"/>
                <a:cs typeface="Arial Black" pitchFamily="34" charset="-120"/>
              </a:rPr>
              <a:t>GLITCH DETECTED!</a:t>
            </a:r>
            <a:endParaRPr lang="en-US" sz="3400" dirty="0"/>
          </a:p>
        </p:txBody>
      </p:sp>
      <p:sp>
        <p:nvSpPr>
          <p:cNvPr id="15" name="Text 5"/>
          <p:cNvSpPr txBox="1"/>
          <p:nvPr/>
        </p:nvSpPr>
        <p:spPr>
          <a:xfrm>
            <a:off x="457200" y="1719072"/>
            <a:ext cx="8138160" cy="457200"/>
          </a:xfrm>
          <a:prstGeom prst="rect">
            <a:avLst/>
          </a:prstGeom>
          <a:noFill/>
          <a:ln/>
        </p:spPr>
        <p:txBody>
          <a:bodyPr wrap="square" lIns="0" tIns="0" rIns="0" bIns="0" rtlCol="0" anchor="ctr"/>
          <a:lstStyle/>
          <a:p>
            <a:pPr indent="0" marL="0">
              <a:buNone/>
            </a:pPr>
            <a:r>
              <a:rPr lang="en-US" sz="1500" b="1" dirty="0">
                <a:solidFill>
                  <a:srgbClr val="FF8FC7"/>
                </a:solidFill>
                <a:latin typeface="Courier New" pitchFamily="34" charset="0"/>
                <a:ea typeface="Courier New" pitchFamily="34" charset="-122"/>
                <a:cs typeface="Courier New" pitchFamily="34" charset="-120"/>
              </a:rPr>
              <a:t>NULL: "ERROR 404: Correct answer not found! Hahaha!"</a:t>
            </a:r>
            <a:endParaRPr lang="en-US" sz="1500" dirty="0"/>
          </a:p>
        </p:txBody>
      </p:sp>
      <p:sp>
        <p:nvSpPr>
          <p:cNvPr id="16" name="Shape 6"/>
          <p:cNvSpPr/>
          <p:nvPr/>
        </p:nvSpPr>
        <p:spPr>
          <a:xfrm>
            <a:off x="457200" y="2331720"/>
            <a:ext cx="8138160" cy="1188720"/>
          </a:xfrm>
          <a:prstGeom prst="roundRect">
            <a:avLst>
              <a:gd name="adj" fmla="val 9231"/>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7" name="Text 7"/>
          <p:cNvSpPr txBox="1"/>
          <p:nvPr/>
        </p:nvSpPr>
        <p:spPr>
          <a:xfrm>
            <a:off x="731520" y="2331720"/>
            <a:ext cx="2743200" cy="1188720"/>
          </a:xfrm>
          <a:prstGeom prst="rect">
            <a:avLst/>
          </a:prstGeom>
          <a:noFill/>
          <a:ln/>
        </p:spPr>
        <p:txBody>
          <a:bodyPr wrap="square" lIns="0" tIns="0" rIns="0" bIns="0" rtlCol="0" anchor="ctr"/>
          <a:lstStyle/>
          <a:p>
            <a:pPr indent="0" marL="0">
              <a:buNone/>
            </a:pPr>
            <a:r>
              <a:rPr lang="en-US" sz="2400" dirty="0">
                <a:solidFill>
                  <a:srgbClr val="F72585"/>
                </a:solidFill>
                <a:latin typeface="Arial Black" pitchFamily="34" charset="0"/>
                <a:ea typeface="Arial Black" pitchFamily="34" charset="-122"/>
                <a:cs typeface="Arial Black" pitchFamily="34" charset="-120"/>
              </a:rPr>
              <a:t>-1 SHIELD</a:t>
            </a:r>
            <a:endParaRPr lang="en-US" sz="2400" dirty="0"/>
          </a:p>
        </p:txBody>
      </p:sp>
      <p:pic>
        <p:nvPicPr>
          <p:cNvPr id="18" name="Image 8" descr="/tmp/claude-0/-home-user-ashton212123/6ae88841-e158-5430-ba3a-d930461fce9f/scratchpad/build/assets/shield.png">    </p:cNvPr>
          <p:cNvPicPr>
            <a:picLocks noChangeAspect="1"/>
          </p:cNvPicPr>
          <p:nvPr/>
        </p:nvPicPr>
        <p:blipFill>
          <a:blip r:embed="rId9"/>
          <a:stretch>
            <a:fillRect/>
          </a:stretch>
        </p:blipFill>
        <p:spPr>
          <a:xfrm>
            <a:off x="3566160" y="2560320"/>
            <a:ext cx="731520" cy="731520"/>
          </a:xfrm>
          <a:prstGeom prst="rect">
            <a:avLst/>
          </a:prstGeom>
        </p:spPr>
      </p:pic>
      <p:pic>
        <p:nvPicPr>
          <p:cNvPr id="19" name="Image 9" descr="/tmp/claude-0/-home-user-ashton212123/6ae88841-e158-5430-ba3a-d930461fce9f/scratchpad/build/assets/shield.png">    </p:cNvPr>
          <p:cNvPicPr>
            <a:picLocks noChangeAspect="1"/>
          </p:cNvPicPr>
          <p:nvPr/>
        </p:nvPicPr>
        <p:blipFill>
          <a:blip r:embed="rId10"/>
          <a:stretch>
            <a:fillRect/>
          </a:stretch>
        </p:blipFill>
        <p:spPr>
          <a:xfrm>
            <a:off x="4434840" y="2560320"/>
            <a:ext cx="731520" cy="731520"/>
          </a:xfrm>
          <a:prstGeom prst="rect">
            <a:avLst/>
          </a:prstGeom>
        </p:spPr>
      </p:pic>
      <p:pic>
        <p:nvPicPr>
          <p:cNvPr id="20" name="Image 10" descr="/tmp/claude-0/-home-user-ashton212123/6ae88841-e158-5430-ba3a-d930461fce9f/scratchpad/build/assets/shield_empty.png">    </p:cNvPr>
          <p:cNvPicPr>
            <a:picLocks noChangeAspect="1"/>
          </p:cNvPicPr>
          <p:nvPr/>
        </p:nvPicPr>
        <p:blipFill>
          <a:blip r:embed="rId11"/>
          <a:stretch>
            <a:fillRect/>
          </a:stretch>
        </p:blipFill>
        <p:spPr>
          <a:xfrm>
            <a:off x="5303520" y="2560320"/>
            <a:ext cx="731520" cy="731520"/>
          </a:xfrm>
          <a:prstGeom prst="rect">
            <a:avLst/>
          </a:prstGeom>
        </p:spPr>
      </p:pic>
      <p:sp>
        <p:nvSpPr>
          <p:cNvPr id="21" name="Text 8"/>
          <p:cNvSpPr txBox="1"/>
          <p:nvPr/>
        </p:nvSpPr>
        <p:spPr>
          <a:xfrm>
            <a:off x="6263640" y="2331720"/>
            <a:ext cx="2103120" cy="1188720"/>
          </a:xfrm>
          <a:prstGeom prst="rect">
            <a:avLst/>
          </a:prstGeom>
          <a:noFill/>
          <a:ln/>
        </p:spPr>
        <p:txBody>
          <a:bodyPr wrap="square" lIns="0" tIns="0" rIns="0" bIns="0" rtlCol="0" anchor="ctr"/>
          <a:lstStyle/>
          <a:p>
            <a:pPr indent="0" marL="0">
              <a:buNone/>
            </a:pPr>
            <a:r>
              <a:rPr lang="en-US" sz="1800" b="1" dirty="0">
                <a:solidFill>
                  <a:srgbClr val="EAF2FF"/>
                </a:solidFill>
                <a:latin typeface="Courier New" pitchFamily="34" charset="0"/>
                <a:ea typeface="Courier New" pitchFamily="34" charset="-122"/>
                <a:cs typeface="Courier New" pitchFamily="34" charset="-120"/>
              </a:rPr>
              <a:t>2 LEFT</a:t>
            </a:r>
            <a:endParaRPr lang="en-US" sz="1800" dirty="0"/>
          </a:p>
        </p:txBody>
      </p:sp>
      <p:sp>
        <p:nvSpPr>
          <p:cNvPr id="22" name="Shape 9"/>
          <p:cNvSpPr/>
          <p:nvPr/>
        </p:nvSpPr>
        <p:spPr>
          <a:xfrm>
            <a:off x="457200" y="3749040"/>
            <a:ext cx="8138160" cy="1417320"/>
          </a:xfrm>
          <a:prstGeom prst="roundRect">
            <a:avLst>
              <a:gd name="adj" fmla="val 7742"/>
            </a:avLst>
          </a:prstGeom>
          <a:solidFill>
            <a:srgbClr val="121A3F">
              <a:alpha val="94000"/>
            </a:srgbClr>
          </a:solidFill>
          <a:ln w="19050">
            <a:solidFill>
              <a:srgbClr val="FFC233"/>
            </a:solidFill>
            <a:prstDash val="solid"/>
          </a:ln>
        </p:spPr>
      </p:sp>
      <p:pic>
        <p:nvPicPr>
          <p:cNvPr id="23" name="Image 11" descr="/tmp/claude-0/-home-user-ashton212123/6ae88841-e158-5430-ba3a-d930461fce9f/scratchpad/build/assets/icons/FaLightbulb_FFC233.png">    </p:cNvPr>
          <p:cNvPicPr>
            <a:picLocks noChangeAspect="1"/>
          </p:cNvPicPr>
          <p:nvPr/>
        </p:nvPicPr>
        <p:blipFill>
          <a:blip r:embed="rId12"/>
          <a:stretch>
            <a:fillRect/>
          </a:stretch>
        </p:blipFill>
        <p:spPr>
          <a:xfrm>
            <a:off x="731520" y="3931920"/>
            <a:ext cx="384048" cy="384048"/>
          </a:xfrm>
          <a:prstGeom prst="rect">
            <a:avLst/>
          </a:prstGeom>
        </p:spPr>
      </p:pic>
      <p:sp>
        <p:nvSpPr>
          <p:cNvPr id="24" name="Text 10"/>
          <p:cNvSpPr txBox="1"/>
          <p:nvPr/>
        </p:nvSpPr>
        <p:spPr>
          <a:xfrm>
            <a:off x="1234440" y="3931920"/>
            <a:ext cx="3657600" cy="384048"/>
          </a:xfrm>
          <a:prstGeom prst="rect">
            <a:avLst/>
          </a:prstGeom>
          <a:noFill/>
          <a:ln/>
        </p:spPr>
        <p:txBody>
          <a:bodyPr wrap="square" lIns="0" tIns="0" rIns="0" bIns="0" rtlCol="0" anchor="ctr"/>
          <a:lstStyle/>
          <a:p>
            <a:pPr indent="0" marL="0">
              <a:buNone/>
            </a:pPr>
            <a:r>
              <a:rPr lang="en-US" sz="1200" b="1" dirty="0">
                <a:solidFill>
                  <a:srgbClr val="FFC233"/>
                </a:solidFill>
                <a:latin typeface="Courier New" pitchFamily="34" charset="0"/>
                <a:ea typeface="Courier New" pitchFamily="34" charset="-122"/>
                <a:cs typeface="Courier New" pitchFamily="34" charset="-120"/>
              </a:rPr>
              <a:t>BYTE'S HINT</a:t>
            </a:r>
            <a:endParaRPr lang="en-US" sz="1200" dirty="0"/>
          </a:p>
        </p:txBody>
      </p:sp>
      <p:sp>
        <p:nvSpPr>
          <p:cNvPr id="25" name="Text 11"/>
          <p:cNvSpPr txBox="1"/>
          <p:nvPr/>
        </p:nvSpPr>
        <p:spPr>
          <a:xfrm>
            <a:off x="731520" y="4389120"/>
            <a:ext cx="7635240" cy="68580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It's in the month when the rainy season usually begins.</a:t>
            </a:r>
            <a:endParaRPr lang="en-US" sz="1800" dirty="0"/>
          </a:p>
        </p:txBody>
      </p:sp>
      <p:pic>
        <p:nvPicPr>
          <p:cNvPr id="26" name="Image 12" descr="/tmp/claude-0/-home-user-ashton212123/6ae88841-e158-5430-ba3a-d930461fce9f/scratchpad/build/assets/null_glitch.png">    </p:cNvPr>
          <p:cNvPicPr>
            <a:picLocks noChangeAspect="1"/>
          </p:cNvPicPr>
          <p:nvPr/>
        </p:nvPicPr>
        <p:blipFill>
          <a:blip r:embed="rId13"/>
          <a:stretch>
            <a:fillRect/>
          </a:stretch>
        </p:blipFill>
        <p:spPr>
          <a:xfrm>
            <a:off x="8915400" y="1554480"/>
            <a:ext cx="2834640" cy="2240280"/>
          </a:xfrm>
          <a:prstGeom prst="rect">
            <a:avLst/>
          </a:prstGeom>
        </p:spPr>
      </p:pic>
      <p:sp>
        <p:nvSpPr>
          <p:cNvPr id="27" name="Link - TRY AGAIN">
            <a:hlinkClick r:id="rId17" action="ppaction://hlinksldjump" highlightClick="1"/>
          </p:cNvPr>
          <p:cNvSpPr txBox="1"/>
          <p:nvPr/>
        </p:nvSpPr>
        <p:spPr>
          <a:xfrm>
            <a:off x="457200" y="5440680"/>
            <a:ext cx="3108960" cy="731520"/>
          </a:xfrm>
          <a:prstGeom prst="roundRect">
            <a:avLst>
              <a:gd name="adj" fmla="val 12500"/>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TRY AGAIN</a:t>
            </a:r>
            <a:endParaRPr lang="en-US" sz="1600" dirty="0"/>
          </a:p>
        </p:txBody>
      </p:sp>
      <p:sp>
        <p:nvSpPr>
          <p:cNvPr id="28" name="Text 13"/>
          <p:cNvSpPr txBox="1"/>
          <p:nvPr/>
        </p:nvSpPr>
        <p:spPr>
          <a:xfrm>
            <a:off x="3794760" y="5440680"/>
            <a:ext cx="4846320" cy="731520"/>
          </a:xfrm>
          <a:prstGeom prst="rect">
            <a:avLst/>
          </a:prstGeom>
          <a:noFill/>
          <a:ln/>
        </p:spPr>
        <p:txBody>
          <a:bodyPr wrap="square" lIns="0" tIns="0" rIns="0" bIns="0" rtlCol="0" anchor="ctr"/>
          <a:lstStyle/>
          <a:p>
            <a:pPr indent="0" marL="0">
              <a:buNone/>
            </a:pPr>
            <a:r>
              <a:rPr lang="en-US" sz="1200" dirty="0">
                <a:solidFill>
                  <a:srgbClr val="9AA6D9"/>
                </a:solidFill>
                <a:latin typeface="Courier New" pitchFamily="34" charset="0"/>
                <a:ea typeface="Courier New" pitchFamily="34" charset="-122"/>
                <a:cs typeface="Courier New" pitchFamily="34" charset="-120"/>
              </a:rPr>
              <a:t>Retry the same question with one less shield.</a:t>
            </a:r>
            <a:endParaRPr lang="en-US" sz="1200" dirty="0"/>
          </a:p>
        </p:txBody>
      </p:sp>
    </p:spTree>
  </p:cSld>
  <p:clrMapOvr>
    <a:masterClrMapping/>
  </p:clrMapOvr>
  <p:transition spd="med" advClick="0">
    <p:fade/>
    <p:sndAc>
      <p:stSnd>
        <p:snd r:embed="rId18" name="snd_wrong.wav"/>
      </p:stSnd>
    </p:sndAc>
  </p:transition>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F7A45"/>
                </a:solidFill>
                <a:latin typeface="Courier New" pitchFamily="34" charset="0"/>
                <a:ea typeface="Courier New" pitchFamily="34" charset="-122"/>
                <a:cs typeface="Courier New" pitchFamily="34" charset="-120"/>
              </a:rPr>
              <a:t>&gt; SECTOR 02 // TIME VAULT</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_empty.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6"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ExclamationTriangle_F72585.png">    </p:cNvPr>
          <p:cNvPicPr>
            <a:picLocks noChangeAspect="1"/>
          </p:cNvPicPr>
          <p:nvPr/>
        </p:nvPicPr>
        <p:blipFill>
          <a:blip r:embed="rId8"/>
          <a:stretch>
            <a:fillRect/>
          </a:stretch>
        </p:blipFill>
        <p:spPr>
          <a:xfrm>
            <a:off x="457200" y="1005840"/>
            <a:ext cx="603504" cy="603504"/>
          </a:xfrm>
          <a:prstGeom prst="rect">
            <a:avLst/>
          </a:prstGeom>
        </p:spPr>
      </p:pic>
      <p:sp>
        <p:nvSpPr>
          <p:cNvPr id="14" name="Text 4"/>
          <p:cNvSpPr txBox="1"/>
          <p:nvPr/>
        </p:nvSpPr>
        <p:spPr>
          <a:xfrm>
            <a:off x="1234440" y="914400"/>
            <a:ext cx="7498080" cy="777240"/>
          </a:xfrm>
          <a:prstGeom prst="rect">
            <a:avLst/>
          </a:prstGeom>
          <a:noFill/>
          <a:ln/>
        </p:spPr>
        <p:txBody>
          <a:bodyPr wrap="square" lIns="0" tIns="0" rIns="0" bIns="0" rtlCol="0" anchor="ctr"/>
          <a:lstStyle/>
          <a:p>
            <a:pPr indent="0" marL="0">
              <a:buNone/>
            </a:pPr>
            <a:r>
              <a:rPr lang="en-US" sz="3400" dirty="0">
                <a:solidFill>
                  <a:srgbClr val="F72585"/>
                </a:solidFill>
                <a:latin typeface="Arial Black" pitchFamily="34" charset="0"/>
                <a:ea typeface="Arial Black" pitchFamily="34" charset="-122"/>
                <a:cs typeface="Arial Black" pitchFamily="34" charset="-120"/>
              </a:rPr>
              <a:t>GLITCH DETECTED!</a:t>
            </a:r>
            <a:endParaRPr lang="en-US" sz="3400" dirty="0"/>
          </a:p>
        </p:txBody>
      </p:sp>
      <p:sp>
        <p:nvSpPr>
          <p:cNvPr id="15" name="Text 5"/>
          <p:cNvSpPr txBox="1"/>
          <p:nvPr/>
        </p:nvSpPr>
        <p:spPr>
          <a:xfrm>
            <a:off x="457200" y="1719072"/>
            <a:ext cx="8138160" cy="457200"/>
          </a:xfrm>
          <a:prstGeom prst="rect">
            <a:avLst/>
          </a:prstGeom>
          <a:noFill/>
          <a:ln/>
        </p:spPr>
        <p:txBody>
          <a:bodyPr wrap="square" lIns="0" tIns="0" rIns="0" bIns="0" rtlCol="0" anchor="ctr"/>
          <a:lstStyle/>
          <a:p>
            <a:pPr indent="0" marL="0">
              <a:buNone/>
            </a:pPr>
            <a:r>
              <a:rPr lang="en-US" sz="1500" b="1" dirty="0">
                <a:solidFill>
                  <a:srgbClr val="FF8FC7"/>
                </a:solidFill>
                <a:latin typeface="Courier New" pitchFamily="34" charset="0"/>
                <a:ea typeface="Courier New" pitchFamily="34" charset="-122"/>
                <a:cs typeface="Courier New" pitchFamily="34" charset="-120"/>
              </a:rPr>
              <a:t>NULL: "Hehehe! Wrong answer. Say goodbye to a shield!"</a:t>
            </a:r>
            <a:endParaRPr lang="en-US" sz="1500" dirty="0"/>
          </a:p>
        </p:txBody>
      </p:sp>
      <p:sp>
        <p:nvSpPr>
          <p:cNvPr id="16" name="Shape 6"/>
          <p:cNvSpPr/>
          <p:nvPr/>
        </p:nvSpPr>
        <p:spPr>
          <a:xfrm>
            <a:off x="457200" y="2331720"/>
            <a:ext cx="8138160" cy="1188720"/>
          </a:xfrm>
          <a:prstGeom prst="roundRect">
            <a:avLst>
              <a:gd name="adj" fmla="val 9231"/>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7" name="Text 7"/>
          <p:cNvSpPr txBox="1"/>
          <p:nvPr/>
        </p:nvSpPr>
        <p:spPr>
          <a:xfrm>
            <a:off x="731520" y="2331720"/>
            <a:ext cx="2743200" cy="1188720"/>
          </a:xfrm>
          <a:prstGeom prst="rect">
            <a:avLst/>
          </a:prstGeom>
          <a:noFill/>
          <a:ln/>
        </p:spPr>
        <p:txBody>
          <a:bodyPr wrap="square" lIns="0" tIns="0" rIns="0" bIns="0" rtlCol="0" anchor="ctr"/>
          <a:lstStyle/>
          <a:p>
            <a:pPr indent="0" marL="0">
              <a:buNone/>
            </a:pPr>
            <a:r>
              <a:rPr lang="en-US" sz="2400" dirty="0">
                <a:solidFill>
                  <a:srgbClr val="F72585"/>
                </a:solidFill>
                <a:latin typeface="Arial Black" pitchFamily="34" charset="0"/>
                <a:ea typeface="Arial Black" pitchFamily="34" charset="-122"/>
                <a:cs typeface="Arial Black" pitchFamily="34" charset="-120"/>
              </a:rPr>
              <a:t>-1 SHIELD</a:t>
            </a:r>
            <a:endParaRPr lang="en-US" sz="2400" dirty="0"/>
          </a:p>
        </p:txBody>
      </p:sp>
      <p:pic>
        <p:nvPicPr>
          <p:cNvPr id="18" name="Image 8" descr="/tmp/claude-0/-home-user-ashton212123/6ae88841-e158-5430-ba3a-d930461fce9f/scratchpad/build/assets/shield.png">    </p:cNvPr>
          <p:cNvPicPr>
            <a:picLocks noChangeAspect="1"/>
          </p:cNvPicPr>
          <p:nvPr/>
        </p:nvPicPr>
        <p:blipFill>
          <a:blip r:embed="rId9"/>
          <a:stretch>
            <a:fillRect/>
          </a:stretch>
        </p:blipFill>
        <p:spPr>
          <a:xfrm>
            <a:off x="3566160" y="2560320"/>
            <a:ext cx="731520" cy="731520"/>
          </a:xfrm>
          <a:prstGeom prst="rect">
            <a:avLst/>
          </a:prstGeom>
        </p:spPr>
      </p:pic>
      <p:pic>
        <p:nvPicPr>
          <p:cNvPr id="19" name="Image 9" descr="/tmp/claude-0/-home-user-ashton212123/6ae88841-e158-5430-ba3a-d930461fce9f/scratchpad/build/assets/shield_empty.png">    </p:cNvPr>
          <p:cNvPicPr>
            <a:picLocks noChangeAspect="1"/>
          </p:cNvPicPr>
          <p:nvPr/>
        </p:nvPicPr>
        <p:blipFill>
          <a:blip r:embed="rId10"/>
          <a:stretch>
            <a:fillRect/>
          </a:stretch>
        </p:blipFill>
        <p:spPr>
          <a:xfrm>
            <a:off x="4434840" y="2560320"/>
            <a:ext cx="731520" cy="731520"/>
          </a:xfrm>
          <a:prstGeom prst="rect">
            <a:avLst/>
          </a:prstGeom>
        </p:spPr>
      </p:pic>
      <p:pic>
        <p:nvPicPr>
          <p:cNvPr id="20" name="Image 10" descr="/tmp/claude-0/-home-user-ashton212123/6ae88841-e158-5430-ba3a-d930461fce9f/scratchpad/build/assets/shield_empty.png">    </p:cNvPr>
          <p:cNvPicPr>
            <a:picLocks noChangeAspect="1"/>
          </p:cNvPicPr>
          <p:nvPr/>
        </p:nvPicPr>
        <p:blipFill>
          <a:blip r:embed="rId11"/>
          <a:stretch>
            <a:fillRect/>
          </a:stretch>
        </p:blipFill>
        <p:spPr>
          <a:xfrm>
            <a:off x="5303520" y="2560320"/>
            <a:ext cx="731520" cy="731520"/>
          </a:xfrm>
          <a:prstGeom prst="rect">
            <a:avLst/>
          </a:prstGeom>
        </p:spPr>
      </p:pic>
      <p:sp>
        <p:nvSpPr>
          <p:cNvPr id="21" name="Text 8"/>
          <p:cNvSpPr txBox="1"/>
          <p:nvPr/>
        </p:nvSpPr>
        <p:spPr>
          <a:xfrm>
            <a:off x="6263640" y="2331720"/>
            <a:ext cx="2103120" cy="1188720"/>
          </a:xfrm>
          <a:prstGeom prst="rect">
            <a:avLst/>
          </a:prstGeom>
          <a:noFill/>
          <a:ln/>
        </p:spPr>
        <p:txBody>
          <a:bodyPr wrap="square" lIns="0" tIns="0" rIns="0" bIns="0" rtlCol="0" anchor="ctr"/>
          <a:lstStyle/>
          <a:p>
            <a:pPr indent="0" marL="0">
              <a:buNone/>
            </a:pPr>
            <a:r>
              <a:rPr lang="en-US" sz="1800" b="1" dirty="0">
                <a:solidFill>
                  <a:srgbClr val="F72585"/>
                </a:solidFill>
                <a:latin typeface="Courier New" pitchFamily="34" charset="0"/>
                <a:ea typeface="Courier New" pitchFamily="34" charset="-122"/>
                <a:cs typeface="Courier New" pitchFamily="34" charset="-120"/>
              </a:rPr>
              <a:t>1 LEFT</a:t>
            </a:r>
            <a:endParaRPr lang="en-US" sz="1800" dirty="0"/>
          </a:p>
        </p:txBody>
      </p:sp>
      <p:sp>
        <p:nvSpPr>
          <p:cNvPr id="22" name="Shape 9"/>
          <p:cNvSpPr/>
          <p:nvPr/>
        </p:nvSpPr>
        <p:spPr>
          <a:xfrm>
            <a:off x="457200" y="3749040"/>
            <a:ext cx="8138160" cy="1417320"/>
          </a:xfrm>
          <a:prstGeom prst="roundRect">
            <a:avLst>
              <a:gd name="adj" fmla="val 7742"/>
            </a:avLst>
          </a:prstGeom>
          <a:solidFill>
            <a:srgbClr val="121A3F">
              <a:alpha val="94000"/>
            </a:srgbClr>
          </a:solidFill>
          <a:ln w="19050">
            <a:solidFill>
              <a:srgbClr val="FFC233"/>
            </a:solidFill>
            <a:prstDash val="solid"/>
          </a:ln>
        </p:spPr>
      </p:sp>
      <p:pic>
        <p:nvPicPr>
          <p:cNvPr id="23" name="Image 11" descr="/tmp/claude-0/-home-user-ashton212123/6ae88841-e158-5430-ba3a-d930461fce9f/scratchpad/build/assets/icons/FaLightbulb_FFC233.png">    </p:cNvPr>
          <p:cNvPicPr>
            <a:picLocks noChangeAspect="1"/>
          </p:cNvPicPr>
          <p:nvPr/>
        </p:nvPicPr>
        <p:blipFill>
          <a:blip r:embed="rId12"/>
          <a:stretch>
            <a:fillRect/>
          </a:stretch>
        </p:blipFill>
        <p:spPr>
          <a:xfrm>
            <a:off x="731520" y="3931920"/>
            <a:ext cx="384048" cy="384048"/>
          </a:xfrm>
          <a:prstGeom prst="rect">
            <a:avLst/>
          </a:prstGeom>
        </p:spPr>
      </p:pic>
      <p:sp>
        <p:nvSpPr>
          <p:cNvPr id="24" name="Text 10"/>
          <p:cNvSpPr txBox="1"/>
          <p:nvPr/>
        </p:nvSpPr>
        <p:spPr>
          <a:xfrm>
            <a:off x="1234440" y="3931920"/>
            <a:ext cx="3657600" cy="384048"/>
          </a:xfrm>
          <a:prstGeom prst="rect">
            <a:avLst/>
          </a:prstGeom>
          <a:noFill/>
          <a:ln/>
        </p:spPr>
        <p:txBody>
          <a:bodyPr wrap="square" lIns="0" tIns="0" rIns="0" bIns="0" rtlCol="0" anchor="ctr"/>
          <a:lstStyle/>
          <a:p>
            <a:pPr indent="0" marL="0">
              <a:buNone/>
            </a:pPr>
            <a:r>
              <a:rPr lang="en-US" sz="1200" b="1" dirty="0">
                <a:solidFill>
                  <a:srgbClr val="FFC233"/>
                </a:solidFill>
                <a:latin typeface="Courier New" pitchFamily="34" charset="0"/>
                <a:ea typeface="Courier New" pitchFamily="34" charset="-122"/>
                <a:cs typeface="Courier New" pitchFamily="34" charset="-120"/>
              </a:rPr>
              <a:t>BYTE'S HINT</a:t>
            </a:r>
            <a:endParaRPr lang="en-US" sz="1200" dirty="0"/>
          </a:p>
        </p:txBody>
      </p:sp>
      <p:sp>
        <p:nvSpPr>
          <p:cNvPr id="25" name="Text 11"/>
          <p:cNvSpPr txBox="1"/>
          <p:nvPr/>
        </p:nvSpPr>
        <p:spPr>
          <a:xfrm>
            <a:off x="731520" y="4389120"/>
            <a:ext cx="7635240" cy="68580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It's in the month when the rainy season usually begins.</a:t>
            </a:r>
            <a:endParaRPr lang="en-US" sz="1800" dirty="0"/>
          </a:p>
        </p:txBody>
      </p:sp>
      <p:pic>
        <p:nvPicPr>
          <p:cNvPr id="26" name="Image 12" descr="/tmp/claude-0/-home-user-ashton212123/6ae88841-e158-5430-ba3a-d930461fce9f/scratchpad/build/assets/null_glitch.png">    </p:cNvPr>
          <p:cNvPicPr>
            <a:picLocks noChangeAspect="1"/>
          </p:cNvPicPr>
          <p:nvPr/>
        </p:nvPicPr>
        <p:blipFill>
          <a:blip r:embed="rId13"/>
          <a:stretch>
            <a:fillRect/>
          </a:stretch>
        </p:blipFill>
        <p:spPr>
          <a:xfrm>
            <a:off x="8915400" y="1554480"/>
            <a:ext cx="2834640" cy="2240280"/>
          </a:xfrm>
          <a:prstGeom prst="rect">
            <a:avLst/>
          </a:prstGeom>
        </p:spPr>
      </p:pic>
      <p:sp>
        <p:nvSpPr>
          <p:cNvPr id="27" name="Link - TRY AGAIN">
            <a:hlinkClick r:id="rId17" action="ppaction://hlinksldjump" highlightClick="1"/>
          </p:cNvPr>
          <p:cNvSpPr txBox="1"/>
          <p:nvPr/>
        </p:nvSpPr>
        <p:spPr>
          <a:xfrm>
            <a:off x="457200" y="5440680"/>
            <a:ext cx="3108960" cy="731520"/>
          </a:xfrm>
          <a:prstGeom prst="roundRect">
            <a:avLst>
              <a:gd name="adj" fmla="val 12500"/>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TRY AGAIN</a:t>
            </a:r>
            <a:endParaRPr lang="en-US" sz="1600" dirty="0"/>
          </a:p>
        </p:txBody>
      </p:sp>
      <p:sp>
        <p:nvSpPr>
          <p:cNvPr id="28" name="Text 13"/>
          <p:cNvSpPr txBox="1"/>
          <p:nvPr/>
        </p:nvSpPr>
        <p:spPr>
          <a:xfrm>
            <a:off x="3794760" y="5440680"/>
            <a:ext cx="4846320" cy="731520"/>
          </a:xfrm>
          <a:prstGeom prst="rect">
            <a:avLst/>
          </a:prstGeom>
          <a:noFill/>
          <a:ln/>
        </p:spPr>
        <p:txBody>
          <a:bodyPr wrap="square" lIns="0" tIns="0" rIns="0" bIns="0" rtlCol="0" anchor="ctr"/>
          <a:lstStyle/>
          <a:p>
            <a:pPr indent="0" marL="0">
              <a:buNone/>
            </a:pPr>
            <a:r>
              <a:rPr lang="en-US" sz="1200" b="1" dirty="0">
                <a:solidFill>
                  <a:srgbClr val="F72585"/>
                </a:solidFill>
                <a:latin typeface="Courier New" pitchFamily="34" charset="0"/>
                <a:ea typeface="Courier New" pitchFamily="34" charset="-122"/>
                <a:cs typeface="Courier New" pitchFamily="34" charset="-120"/>
              </a:rPr>
              <a:t>Careful! This is your LAST shield.</a:t>
            </a:r>
            <a:endParaRPr lang="en-US" sz="1200" dirty="0"/>
          </a:p>
        </p:txBody>
      </p:sp>
    </p:spTree>
  </p:cSld>
  <p:clrMapOvr>
    <a:masterClrMapping/>
  </p:clrMapOvr>
  <p:transition spd="med" advClick="0">
    <p:fade/>
    <p:sndAc>
      <p:stSnd>
        <p:snd r:embed="rId18" name="snd_wrong.wav"/>
      </p:stSnd>
    </p:sndAc>
  </p:transition>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A98BFF"/>
                </a:solidFill>
                <a:latin typeface="Courier New" pitchFamily="34" charset="0"/>
                <a:ea typeface="Courier New" pitchFamily="34" charset="-122"/>
                <a:cs typeface="Courier New" pitchFamily="34" charset="-120"/>
              </a:rPr>
              <a:t>&gt; ENTERING SECTOR 03</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7"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Shape 4"/>
          <p:cNvSpPr/>
          <p:nvPr/>
        </p:nvSpPr>
        <p:spPr>
          <a:xfrm>
            <a:off x="548640" y="1097280"/>
            <a:ext cx="1828800" cy="1828800"/>
          </a:xfrm>
          <a:prstGeom prst="ellipse">
            <a:avLst/>
          </a:prstGeom>
          <a:solidFill>
            <a:srgbClr val="1A2353"/>
          </a:solidFill>
          <a:ln w="38100">
            <a:solidFill>
              <a:srgbClr val="A98BFF"/>
            </a:solidFill>
            <a:prstDash val="solid"/>
          </a:ln>
          <a:effectLst>
            <a:outerShdw sx="100000" sy="100000" kx="0" ky="0" algn="bl" rotWithShape="0" blurRad="152400" dist="50800" dir="5400000">
              <a:srgbClr val="A98BFF">
                <a:alpha val="45000"/>
              </a:srgbClr>
            </a:outerShdw>
          </a:effectLst>
        </p:spPr>
      </p:sp>
      <p:pic>
        <p:nvPicPr>
          <p:cNvPr id="14" name="Image 7" descr="/tmp/claude-0/-home-user-ashton212123/6ae88841-e158-5430-ba3a-d930461fce9f/scratchpad/build/assets/icons/FaGamepad_A98BFF.png">    </p:cNvPr>
          <p:cNvPicPr>
            <a:picLocks noChangeAspect="1"/>
          </p:cNvPicPr>
          <p:nvPr/>
        </p:nvPicPr>
        <p:blipFill>
          <a:blip r:embed="rId8"/>
          <a:stretch>
            <a:fillRect/>
          </a:stretch>
        </p:blipFill>
        <p:spPr>
          <a:xfrm>
            <a:off x="950976" y="1499616"/>
            <a:ext cx="1024128" cy="1024128"/>
          </a:xfrm>
          <a:prstGeom prst="rect">
            <a:avLst/>
          </a:prstGeom>
        </p:spPr>
      </p:pic>
      <p:sp>
        <p:nvSpPr>
          <p:cNvPr id="15" name="Text 5"/>
          <p:cNvSpPr txBox="1"/>
          <p:nvPr/>
        </p:nvSpPr>
        <p:spPr>
          <a:xfrm>
            <a:off x="2743200" y="1115568"/>
            <a:ext cx="5486400" cy="365760"/>
          </a:xfrm>
          <a:prstGeom prst="rect">
            <a:avLst/>
          </a:prstGeom>
          <a:noFill/>
          <a:ln/>
        </p:spPr>
        <p:txBody>
          <a:bodyPr wrap="square" lIns="0" tIns="0" rIns="0" bIns="0" rtlCol="0" anchor="t"/>
          <a:lstStyle/>
          <a:p>
            <a:pPr indent="0" marL="0">
              <a:buNone/>
            </a:pPr>
            <a:r>
              <a:rPr lang="en-US" sz="1600" b="1" dirty="0">
                <a:solidFill>
                  <a:srgbClr val="A98BFF"/>
                </a:solidFill>
                <a:latin typeface="Courier New" pitchFamily="34" charset="0"/>
                <a:ea typeface="Courier New" pitchFamily="34" charset="-122"/>
                <a:cs typeface="Courier New" pitchFamily="34" charset="-120"/>
              </a:rPr>
              <a:t>SECTOR 03</a:t>
            </a:r>
            <a:endParaRPr lang="en-US" sz="1600" dirty="0"/>
          </a:p>
        </p:txBody>
      </p:sp>
      <p:sp>
        <p:nvSpPr>
          <p:cNvPr id="16" name="Text 6"/>
          <p:cNvSpPr txBox="1"/>
          <p:nvPr/>
        </p:nvSpPr>
        <p:spPr>
          <a:xfrm>
            <a:off x="2743200" y="1463040"/>
            <a:ext cx="8988552" cy="777240"/>
          </a:xfrm>
          <a:prstGeom prst="rect">
            <a:avLst/>
          </a:prstGeom>
          <a:noFill/>
          <a:ln/>
        </p:spPr>
        <p:txBody>
          <a:bodyPr wrap="square" lIns="0" tIns="0" rIns="0" bIns="0" rtlCol="0" anchor="t"/>
          <a:lstStyle/>
          <a:p>
            <a:pPr indent="0" marL="0">
              <a:buNone/>
            </a:pPr>
            <a:r>
              <a:rPr lang="en-US" sz="3600" dirty="0">
                <a:solidFill>
                  <a:srgbClr val="EAF2FF"/>
                </a:solidFill>
                <a:latin typeface="Arial Black" pitchFamily="34" charset="0"/>
                <a:ea typeface="Arial Black" pitchFamily="34" charset="-122"/>
                <a:cs typeface="Arial Black" pitchFamily="34" charset="-120"/>
              </a:rPr>
              <a:t>THE FUN ZONE</a:t>
            </a:r>
            <a:endParaRPr lang="en-US" sz="3600" dirty="0"/>
          </a:p>
        </p:txBody>
      </p:sp>
      <p:sp>
        <p:nvSpPr>
          <p:cNvPr id="17" name="Text 7"/>
          <p:cNvSpPr txBox="1"/>
          <p:nvPr/>
        </p:nvSpPr>
        <p:spPr>
          <a:xfrm>
            <a:off x="2743200" y="2267712"/>
            <a:ext cx="8988552" cy="365760"/>
          </a:xfrm>
          <a:prstGeom prst="rect">
            <a:avLst/>
          </a:prstGeom>
          <a:noFill/>
          <a:ln/>
        </p:spPr>
        <p:txBody>
          <a:bodyPr wrap="square" lIns="0" tIns="0" rIns="0" bIns="0" rtlCol="0" anchor="t"/>
          <a:lstStyle/>
          <a:p>
            <a:pPr indent="0" marL="0">
              <a:buNone/>
            </a:pPr>
            <a:r>
              <a:rPr lang="en-US" sz="1600" dirty="0">
                <a:solidFill>
                  <a:srgbClr val="9AA6D9"/>
                </a:solidFill>
                <a:latin typeface="Calibri" pitchFamily="34" charset="0"/>
                <a:ea typeface="Calibri" pitchFamily="34" charset="-122"/>
                <a:cs typeface="Calibri" pitchFamily="34" charset="-120"/>
              </a:rPr>
              <a:t>Topic: Everyday Life: Food, Sports, and Money</a:t>
            </a:r>
            <a:endParaRPr lang="en-US" sz="1600" dirty="0"/>
          </a:p>
        </p:txBody>
      </p:sp>
      <p:pic>
        <p:nvPicPr>
          <p:cNvPr id="18" name="Image 8" descr="/tmp/claude-0/-home-user-ashton212123/6ae88841-e158-5430-ba3a-d930461fce9f/scratchpad/build/assets/byte.png">    </p:cNvPr>
          <p:cNvPicPr>
            <a:picLocks noChangeAspect="1"/>
          </p:cNvPicPr>
          <p:nvPr/>
        </p:nvPicPr>
        <p:blipFill>
          <a:blip r:embed="rId9"/>
          <a:stretch>
            <a:fillRect/>
          </a:stretch>
        </p:blipFill>
        <p:spPr>
          <a:xfrm>
            <a:off x="868680" y="3017520"/>
            <a:ext cx="1143000" cy="1783080"/>
          </a:xfrm>
          <a:prstGeom prst="rect">
            <a:avLst/>
          </a:prstGeom>
        </p:spPr>
      </p:pic>
      <p:sp>
        <p:nvSpPr>
          <p:cNvPr id="19" name="Shape 8"/>
          <p:cNvSpPr/>
          <p:nvPr/>
        </p:nvSpPr>
        <p:spPr>
          <a:xfrm>
            <a:off x="2743200" y="3017520"/>
            <a:ext cx="8988552" cy="1600200"/>
          </a:xfrm>
          <a:prstGeom prst="roundRect">
            <a:avLst>
              <a:gd name="adj" fmla="val 6857"/>
            </a:avLst>
          </a:prstGeom>
          <a:solidFill>
            <a:srgbClr val="121A3F">
              <a:alpha val="94000"/>
            </a:srgbClr>
          </a:solidFill>
          <a:ln w="22225">
            <a:solidFill>
              <a:srgbClr val="2DE2E6"/>
            </a:solidFill>
            <a:prstDash val="solid"/>
          </a:ln>
          <a:effectLst>
            <a:outerShdw sx="100000" sy="100000" kx="0" ky="0" algn="bl" rotWithShape="0" blurRad="203200" dist="50800" dir="5400000">
              <a:srgbClr val="2DE2E6">
                <a:alpha val="45000"/>
              </a:srgbClr>
            </a:outerShdw>
          </a:effectLst>
        </p:spPr>
      </p:sp>
      <p:sp>
        <p:nvSpPr>
          <p:cNvPr id="20" name="Text 9"/>
          <p:cNvSpPr txBox="1"/>
          <p:nvPr/>
        </p:nvSpPr>
        <p:spPr>
          <a:xfrm>
            <a:off x="3017520" y="2816352"/>
            <a:ext cx="1188720" cy="384048"/>
          </a:xfrm>
          <a:prstGeom prst="roundRect">
            <a:avLst>
              <a:gd name="adj" fmla="val 14286"/>
            </a:avLst>
          </a:prstGeom>
          <a:solidFill>
            <a:srgbClr val="2DE2E6"/>
          </a:solidFill>
          <a:ln/>
        </p:spPr>
        <p:txBody>
          <a:bodyPr wrap="square" lIns="0" tIns="0" rIns="0" bIns="0" rtlCol="0" anchor="ctr"/>
          <a:lstStyle/>
          <a:p>
            <a:pPr algn="ctr" indent="0" marL="0">
              <a:buNone/>
            </a:pPr>
            <a:r>
              <a:rPr lang="en-US" sz="1300" b="1" dirty="0">
                <a:solidFill>
                  <a:srgbClr val="0A0F24"/>
                </a:solidFill>
                <a:latin typeface="Courier New" pitchFamily="34" charset="0"/>
                <a:ea typeface="Courier New" pitchFamily="34" charset="-122"/>
                <a:cs typeface="Courier New" pitchFamily="34" charset="-120"/>
              </a:rPr>
              <a:t>BYTE</a:t>
            </a:r>
            <a:endParaRPr lang="en-US" sz="1300" dirty="0"/>
          </a:p>
        </p:txBody>
      </p:sp>
      <p:sp>
        <p:nvSpPr>
          <p:cNvPr id="21" name="Text 10"/>
          <p:cNvSpPr txBox="1"/>
          <p:nvPr/>
        </p:nvSpPr>
        <p:spPr>
          <a:xfrm>
            <a:off x="3063240" y="3364992"/>
            <a:ext cx="8348472" cy="1097280"/>
          </a:xfrm>
          <a:prstGeom prst="rect">
            <a:avLst/>
          </a:prstGeom>
          <a:noFill/>
          <a:ln/>
        </p:spPr>
        <p:txBody>
          <a:bodyPr wrap="square" lIns="0" tIns="0" rIns="0" bIns="0" rtlCol="0" anchor="t"/>
          <a:lstStyle/>
          <a:p>
            <a:pPr indent="0" marL="0">
              <a:spcAft>
                <a:spcPts val="400"/>
              </a:spcAft>
              <a:buNone/>
            </a:pPr>
            <a:r>
              <a:rPr lang="en-US" sz="1600" dirty="0">
                <a:solidFill>
                  <a:srgbClr val="EAF2FF"/>
                </a:solidFill>
                <a:latin typeface="Calibri" pitchFamily="34" charset="0"/>
                <a:ea typeface="Calibri" pitchFamily="34" charset="-122"/>
                <a:cs typeface="Calibri" pitchFamily="34" charset="-120"/>
              </a:rPr>
              <a:t>NULL hijacked the Fun Zone, where the computer keeps its games, food photos, and sports clips! Prove you know everyday life to earn the third Code Fragment!</a:t>
            </a:r>
            <a:endParaRPr lang="en-US" sz="1600" dirty="0"/>
          </a:p>
        </p:txBody>
      </p:sp>
      <p:sp>
        <p:nvSpPr>
          <p:cNvPr id="22" name="Text 11"/>
          <p:cNvSpPr txBox="1"/>
          <p:nvPr/>
        </p:nvSpPr>
        <p:spPr>
          <a:xfrm>
            <a:off x="548640" y="4892040"/>
            <a:ext cx="2743200" cy="274320"/>
          </a:xfrm>
          <a:prstGeom prst="rect">
            <a:avLst/>
          </a:prstGeom>
          <a:noFill/>
          <a:ln/>
        </p:spPr>
        <p:txBody>
          <a:bodyPr wrap="square" lIns="0" tIns="0" rIns="0" bIns="0" rtlCol="0" anchor="t"/>
          <a:lstStyle/>
          <a:p>
            <a:pPr indent="0" marL="0">
              <a:buNone/>
            </a:pPr>
            <a:r>
              <a:rPr lang="en-US" sz="1000" b="1" dirty="0">
                <a:solidFill>
                  <a:srgbClr val="9AA6D9"/>
                </a:solidFill>
                <a:latin typeface="Courier New" pitchFamily="34" charset="0"/>
                <a:ea typeface="Courier New" pitchFamily="34" charset="-122"/>
                <a:cs typeface="Courier New" pitchFamily="34" charset="-120"/>
              </a:rPr>
              <a:t>MISSION MAP</a:t>
            </a:r>
            <a:endParaRPr lang="en-US" sz="1000" dirty="0"/>
          </a:p>
        </p:txBody>
      </p:sp>
      <p:sp>
        <p:nvSpPr>
          <p:cNvPr id="23" name="Shape 12"/>
          <p:cNvSpPr/>
          <p:nvPr/>
        </p:nvSpPr>
        <p:spPr>
          <a:xfrm>
            <a:off x="969264" y="5513832"/>
            <a:ext cx="6400800" cy="0"/>
          </a:xfrm>
          <a:prstGeom prst="line">
            <a:avLst/>
          </a:prstGeom>
          <a:noFill/>
          <a:ln w="38100">
            <a:solidFill>
              <a:srgbClr val="3A4370"/>
            </a:solidFill>
            <a:prstDash val="dash"/>
          </a:ln>
        </p:spPr>
      </p:sp>
      <p:sp>
        <p:nvSpPr>
          <p:cNvPr id="24" name="Shape 13"/>
          <p:cNvSpPr/>
          <p:nvPr/>
        </p:nvSpPr>
        <p:spPr>
          <a:xfrm>
            <a:off x="685800" y="5230368"/>
            <a:ext cx="566928" cy="566928"/>
          </a:xfrm>
          <a:prstGeom prst="ellipse">
            <a:avLst/>
          </a:prstGeom>
          <a:solidFill>
            <a:srgbClr val="4BF0A0"/>
          </a:solidFill>
          <a:ln w="25400">
            <a:solidFill>
              <a:srgbClr val="4BF0A0"/>
            </a:solidFill>
            <a:prstDash val="solid"/>
          </a:ln>
        </p:spPr>
      </p:sp>
      <p:pic>
        <p:nvPicPr>
          <p:cNvPr id="25" name="Image 9" descr="/tmp/claude-0/-home-user-ashton212123/6ae88841-e158-5430-ba3a-d930461fce9f/scratchpad/build/assets/icons/FaCheck_0A0F24.png">    </p:cNvPr>
          <p:cNvPicPr>
            <a:picLocks noChangeAspect="1"/>
          </p:cNvPicPr>
          <p:nvPr/>
        </p:nvPicPr>
        <p:blipFill>
          <a:blip r:embed="rId10"/>
          <a:stretch>
            <a:fillRect/>
          </a:stretch>
        </p:blipFill>
        <p:spPr>
          <a:xfrm>
            <a:off x="821863" y="5366431"/>
            <a:ext cx="294803" cy="294803"/>
          </a:xfrm>
          <a:prstGeom prst="rect">
            <a:avLst/>
          </a:prstGeom>
        </p:spPr>
      </p:pic>
      <p:sp>
        <p:nvSpPr>
          <p:cNvPr id="26" name="Text 14"/>
          <p:cNvSpPr txBox="1"/>
          <p:nvPr/>
        </p:nvSpPr>
        <p:spPr>
          <a:xfrm>
            <a:off x="237744" y="5852160"/>
            <a:ext cx="1463040" cy="256032"/>
          </a:xfrm>
          <a:prstGeom prst="rect">
            <a:avLst/>
          </a:prstGeom>
          <a:noFill/>
          <a:ln/>
        </p:spPr>
        <p:txBody>
          <a:bodyPr wrap="square" lIns="0" tIns="0" rIns="0" bIns="0" rtlCol="0" anchor="t"/>
          <a:lstStyle/>
          <a:p>
            <a:pPr algn="ctr" indent="0" marL="0">
              <a:buNone/>
            </a:pPr>
            <a:r>
              <a:rPr lang="en-US" sz="900" b="1" dirty="0">
                <a:solidFill>
                  <a:srgbClr val="4BF0A0"/>
                </a:solidFill>
                <a:latin typeface="Courier New" pitchFamily="34" charset="0"/>
                <a:ea typeface="Courier New" pitchFamily="34" charset="-122"/>
                <a:cs typeface="Courier New" pitchFamily="34" charset="-120"/>
              </a:rPr>
              <a:t>SCIENCE</a:t>
            </a:r>
            <a:endParaRPr lang="en-US" sz="900" dirty="0"/>
          </a:p>
        </p:txBody>
      </p:sp>
      <p:sp>
        <p:nvSpPr>
          <p:cNvPr id="27" name="Shape 15"/>
          <p:cNvSpPr/>
          <p:nvPr/>
        </p:nvSpPr>
        <p:spPr>
          <a:xfrm>
            <a:off x="2286000" y="5230368"/>
            <a:ext cx="566928" cy="566928"/>
          </a:xfrm>
          <a:prstGeom prst="ellipse">
            <a:avLst/>
          </a:prstGeom>
          <a:solidFill>
            <a:srgbClr val="4BF0A0"/>
          </a:solidFill>
          <a:ln w="25400">
            <a:solidFill>
              <a:srgbClr val="4BF0A0"/>
            </a:solidFill>
            <a:prstDash val="solid"/>
          </a:ln>
        </p:spPr>
      </p:sp>
      <p:pic>
        <p:nvPicPr>
          <p:cNvPr id="28" name="Image 10" descr="/tmp/claude-0/-home-user-ashton212123/6ae88841-e158-5430-ba3a-d930461fce9f/scratchpad/build/assets/icons/FaCheck_0A0F24.png">    </p:cNvPr>
          <p:cNvPicPr>
            <a:picLocks noChangeAspect="1"/>
          </p:cNvPicPr>
          <p:nvPr/>
        </p:nvPicPr>
        <p:blipFill>
          <a:blip r:embed="rId11"/>
          <a:stretch>
            <a:fillRect/>
          </a:stretch>
        </p:blipFill>
        <p:spPr>
          <a:xfrm>
            <a:off x="2422063" y="5366431"/>
            <a:ext cx="294803" cy="294803"/>
          </a:xfrm>
          <a:prstGeom prst="rect">
            <a:avLst/>
          </a:prstGeom>
        </p:spPr>
      </p:pic>
      <p:sp>
        <p:nvSpPr>
          <p:cNvPr id="29" name="Text 16"/>
          <p:cNvSpPr txBox="1"/>
          <p:nvPr/>
        </p:nvSpPr>
        <p:spPr>
          <a:xfrm>
            <a:off x="1837944" y="5852160"/>
            <a:ext cx="1463040" cy="256032"/>
          </a:xfrm>
          <a:prstGeom prst="rect">
            <a:avLst/>
          </a:prstGeom>
          <a:noFill/>
          <a:ln/>
        </p:spPr>
        <p:txBody>
          <a:bodyPr wrap="square" lIns="0" tIns="0" rIns="0" bIns="0" rtlCol="0" anchor="t"/>
          <a:lstStyle/>
          <a:p>
            <a:pPr algn="ctr" indent="0" marL="0">
              <a:buNone/>
            </a:pPr>
            <a:r>
              <a:rPr lang="en-US" sz="900" b="1" dirty="0">
                <a:solidFill>
                  <a:srgbClr val="4BF0A0"/>
                </a:solidFill>
                <a:latin typeface="Courier New" pitchFamily="34" charset="0"/>
                <a:ea typeface="Courier New" pitchFamily="34" charset="-122"/>
                <a:cs typeface="Courier New" pitchFamily="34" charset="-120"/>
              </a:rPr>
              <a:t>HISTORY</a:t>
            </a:r>
            <a:endParaRPr lang="en-US" sz="900" dirty="0"/>
          </a:p>
        </p:txBody>
      </p:sp>
      <p:sp>
        <p:nvSpPr>
          <p:cNvPr id="30" name="Shape 17"/>
          <p:cNvSpPr/>
          <p:nvPr/>
        </p:nvSpPr>
        <p:spPr>
          <a:xfrm>
            <a:off x="3886200" y="5230368"/>
            <a:ext cx="566928" cy="566928"/>
          </a:xfrm>
          <a:prstGeom prst="ellipse">
            <a:avLst/>
          </a:prstGeom>
          <a:solidFill>
            <a:srgbClr val="1A2353"/>
          </a:solidFill>
          <a:ln w="31750">
            <a:solidFill>
              <a:srgbClr val="A98BFF"/>
            </a:solidFill>
            <a:prstDash val="solid"/>
          </a:ln>
          <a:effectLst>
            <a:outerShdw sx="100000" sy="100000" kx="0" ky="0" algn="bl" rotWithShape="0" blurRad="152400" dist="50800" dir="5400000">
              <a:srgbClr val="A98BFF">
                <a:alpha val="45000"/>
              </a:srgbClr>
            </a:outerShdw>
          </a:effectLst>
        </p:spPr>
      </p:sp>
      <p:pic>
        <p:nvPicPr>
          <p:cNvPr id="31" name="Image 11" descr="/tmp/claude-0/-home-user-ashton212123/6ae88841-e158-5430-ba3a-d930461fce9f/scratchpad/build/assets/icons/FaGamepad_A98BFF.png">    </p:cNvPr>
          <p:cNvPicPr>
            <a:picLocks noChangeAspect="1"/>
          </p:cNvPicPr>
          <p:nvPr/>
        </p:nvPicPr>
        <p:blipFill>
          <a:blip r:embed="rId12"/>
          <a:stretch>
            <a:fillRect/>
          </a:stretch>
        </p:blipFill>
        <p:spPr>
          <a:xfrm>
            <a:off x="3999586" y="5343754"/>
            <a:ext cx="340157" cy="340157"/>
          </a:xfrm>
          <a:prstGeom prst="rect">
            <a:avLst/>
          </a:prstGeom>
        </p:spPr>
      </p:pic>
      <p:sp>
        <p:nvSpPr>
          <p:cNvPr id="32" name="Text 18"/>
          <p:cNvSpPr txBox="1"/>
          <p:nvPr/>
        </p:nvSpPr>
        <p:spPr>
          <a:xfrm>
            <a:off x="3438144" y="5852160"/>
            <a:ext cx="1463040" cy="256032"/>
          </a:xfrm>
          <a:prstGeom prst="rect">
            <a:avLst/>
          </a:prstGeom>
          <a:noFill/>
          <a:ln/>
        </p:spPr>
        <p:txBody>
          <a:bodyPr wrap="square" lIns="0" tIns="0" rIns="0" bIns="0" rtlCol="0" anchor="t"/>
          <a:lstStyle/>
          <a:p>
            <a:pPr algn="ctr" indent="0" marL="0">
              <a:buNone/>
            </a:pPr>
            <a:r>
              <a:rPr lang="en-US" sz="900" b="1" dirty="0">
                <a:solidFill>
                  <a:srgbClr val="A98BFF"/>
                </a:solidFill>
                <a:latin typeface="Courier New" pitchFamily="34" charset="0"/>
                <a:ea typeface="Courier New" pitchFamily="34" charset="-122"/>
                <a:cs typeface="Courier New" pitchFamily="34" charset="-120"/>
              </a:rPr>
              <a:t>FUN ZONE</a:t>
            </a:r>
            <a:endParaRPr lang="en-US" sz="900" dirty="0"/>
          </a:p>
        </p:txBody>
      </p:sp>
      <p:sp>
        <p:nvSpPr>
          <p:cNvPr id="33" name="Shape 19"/>
          <p:cNvSpPr/>
          <p:nvPr/>
        </p:nvSpPr>
        <p:spPr>
          <a:xfrm>
            <a:off x="5486400" y="5230368"/>
            <a:ext cx="566928" cy="566928"/>
          </a:xfrm>
          <a:prstGeom prst="ellipse">
            <a:avLst/>
          </a:prstGeom>
          <a:solidFill>
            <a:srgbClr val="1A2353"/>
          </a:solidFill>
          <a:ln w="25400">
            <a:solidFill>
              <a:srgbClr val="3A4370"/>
            </a:solidFill>
            <a:prstDash val="solid"/>
          </a:ln>
        </p:spPr>
      </p:sp>
      <p:pic>
        <p:nvPicPr>
          <p:cNvPr id="34" name="Image 12" descr="/tmp/claude-0/-home-user-ashton212123/6ae88841-e158-5430-ba3a-d930461fce9f/scratchpad/build/assets/icons/FaLock_5A6494.png">    </p:cNvPr>
          <p:cNvPicPr>
            <a:picLocks noChangeAspect="1"/>
          </p:cNvPicPr>
          <p:nvPr/>
        </p:nvPicPr>
        <p:blipFill>
          <a:blip r:embed="rId13"/>
          <a:stretch>
            <a:fillRect/>
          </a:stretch>
        </p:blipFill>
        <p:spPr>
          <a:xfrm>
            <a:off x="5633801" y="5377769"/>
            <a:ext cx="272125" cy="272125"/>
          </a:xfrm>
          <a:prstGeom prst="rect">
            <a:avLst/>
          </a:prstGeom>
        </p:spPr>
      </p:pic>
      <p:sp>
        <p:nvSpPr>
          <p:cNvPr id="35" name="Text 20"/>
          <p:cNvSpPr txBox="1"/>
          <p:nvPr/>
        </p:nvSpPr>
        <p:spPr>
          <a:xfrm>
            <a:off x="5038344" y="5852160"/>
            <a:ext cx="1463040" cy="256032"/>
          </a:xfrm>
          <a:prstGeom prst="rect">
            <a:avLst/>
          </a:prstGeom>
          <a:noFill/>
          <a:ln/>
        </p:spPr>
        <p:txBody>
          <a:bodyPr wrap="square" lIns="0" tIns="0" rIns="0" bIns="0" rtlCol="0" anchor="t"/>
          <a:lstStyle/>
          <a:p>
            <a:pPr algn="ctr" indent="0" marL="0">
              <a:buNone/>
            </a:pPr>
            <a:r>
              <a:rPr lang="en-US" sz="900" b="1" dirty="0">
                <a:solidFill>
                  <a:srgbClr val="5A6494"/>
                </a:solidFill>
                <a:latin typeface="Courier New" pitchFamily="34" charset="0"/>
                <a:ea typeface="Courier New" pitchFamily="34" charset="-122"/>
                <a:cs typeface="Courier New" pitchFamily="34" charset="-120"/>
              </a:rPr>
              <a:t>WORLD</a:t>
            </a:r>
            <a:endParaRPr lang="en-US" sz="900" dirty="0"/>
          </a:p>
        </p:txBody>
      </p:sp>
      <p:sp>
        <p:nvSpPr>
          <p:cNvPr id="36" name="Shape 21"/>
          <p:cNvSpPr/>
          <p:nvPr/>
        </p:nvSpPr>
        <p:spPr>
          <a:xfrm>
            <a:off x="7086600" y="5230368"/>
            <a:ext cx="566928" cy="566928"/>
          </a:xfrm>
          <a:prstGeom prst="ellipse">
            <a:avLst/>
          </a:prstGeom>
          <a:solidFill>
            <a:srgbClr val="1A2353"/>
          </a:solidFill>
          <a:ln w="25400">
            <a:solidFill>
              <a:srgbClr val="3A4370"/>
            </a:solidFill>
            <a:prstDash val="solid"/>
          </a:ln>
        </p:spPr>
      </p:sp>
      <p:pic>
        <p:nvPicPr>
          <p:cNvPr id="37" name="Image 13" descr="/tmp/claude-0/-home-user-ashton212123/6ae88841-e158-5430-ba3a-d930461fce9f/scratchpad/build/assets/icons/FaLock_5A6494.png">    </p:cNvPr>
          <p:cNvPicPr>
            <a:picLocks noChangeAspect="1"/>
          </p:cNvPicPr>
          <p:nvPr/>
        </p:nvPicPr>
        <p:blipFill>
          <a:blip r:embed="rId14"/>
          <a:stretch>
            <a:fillRect/>
          </a:stretch>
        </p:blipFill>
        <p:spPr>
          <a:xfrm>
            <a:off x="7234001" y="5377769"/>
            <a:ext cx="272125" cy="272125"/>
          </a:xfrm>
          <a:prstGeom prst="rect">
            <a:avLst/>
          </a:prstGeom>
        </p:spPr>
      </p:pic>
      <p:sp>
        <p:nvSpPr>
          <p:cNvPr id="38" name="Text 22"/>
          <p:cNvSpPr txBox="1"/>
          <p:nvPr/>
        </p:nvSpPr>
        <p:spPr>
          <a:xfrm>
            <a:off x="6638544" y="5852160"/>
            <a:ext cx="1463040" cy="256032"/>
          </a:xfrm>
          <a:prstGeom prst="rect">
            <a:avLst/>
          </a:prstGeom>
          <a:noFill/>
          <a:ln/>
        </p:spPr>
        <p:txBody>
          <a:bodyPr wrap="square" lIns="0" tIns="0" rIns="0" bIns="0" rtlCol="0" anchor="t"/>
          <a:lstStyle/>
          <a:p>
            <a:pPr algn="ctr" indent="0" marL="0">
              <a:buNone/>
            </a:pPr>
            <a:r>
              <a:rPr lang="en-US" sz="900" b="1" dirty="0">
                <a:solidFill>
                  <a:srgbClr val="5A6494"/>
                </a:solidFill>
                <a:latin typeface="Courier New" pitchFamily="34" charset="0"/>
                <a:ea typeface="Courier New" pitchFamily="34" charset="-122"/>
                <a:cs typeface="Courier New" pitchFamily="34" charset="-120"/>
              </a:rPr>
              <a:t>CORE</a:t>
            </a:r>
            <a:endParaRPr lang="en-US" sz="900" dirty="0"/>
          </a:p>
        </p:txBody>
      </p:sp>
      <p:sp>
        <p:nvSpPr>
          <p:cNvPr id="39" name="Link - ENTER SECTOR">
            <a:hlinkClick r:id="rId18" action="ppaction://hlinksldjump" highlightClick="1"/>
          </p:cNvPr>
          <p:cNvSpPr txBox="1"/>
          <p:nvPr/>
        </p:nvSpPr>
        <p:spPr>
          <a:xfrm>
            <a:off x="9144000" y="5257800"/>
            <a:ext cx="2587752" cy="731520"/>
          </a:xfrm>
          <a:prstGeom prst="roundRect">
            <a:avLst>
              <a:gd name="adj" fmla="val 12500"/>
            </a:avLst>
          </a:prstGeom>
          <a:solidFill>
            <a:srgbClr val="A98BFF"/>
          </a:solidFill>
          <a:ln w="25400">
            <a:solidFill>
              <a:srgbClr val="A98BFF"/>
            </a:solidFill>
          </a:ln>
          <a:effectLst>
            <a:outerShdw sx="100000" sy="100000" kx="0" ky="0" algn="bl" rotWithShape="0" blurRad="177800" dist="50800" dir="5400000">
              <a:srgbClr val="A98BFF">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ENTER SECTOR</a:t>
            </a:r>
            <a:endParaRPr lang="en-US" sz="1600" dirty="0"/>
          </a:p>
        </p:txBody>
      </p:sp>
    </p:spTree>
  </p:cSld>
  <p:clrMapOvr>
    <a:masterClrMapping/>
  </p:clrMapOvr>
  <p:transition spd="med" advClick="0">
    <p:fade/>
  </p:transition>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A98BFF"/>
                </a:solidFill>
                <a:latin typeface="Courier New" pitchFamily="34" charset="0"/>
                <a:ea typeface="Courier New" pitchFamily="34" charset="-122"/>
                <a:cs typeface="Courier New" pitchFamily="34" charset="-120"/>
              </a:rPr>
              <a:t>&gt; ENTERING SECTOR 03</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7"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Shape 4"/>
          <p:cNvSpPr/>
          <p:nvPr/>
        </p:nvSpPr>
        <p:spPr>
          <a:xfrm>
            <a:off x="548640" y="1097280"/>
            <a:ext cx="1828800" cy="1828800"/>
          </a:xfrm>
          <a:prstGeom prst="ellipse">
            <a:avLst/>
          </a:prstGeom>
          <a:solidFill>
            <a:srgbClr val="1A2353"/>
          </a:solidFill>
          <a:ln w="38100">
            <a:solidFill>
              <a:srgbClr val="A98BFF"/>
            </a:solidFill>
            <a:prstDash val="solid"/>
          </a:ln>
          <a:effectLst>
            <a:outerShdw sx="100000" sy="100000" kx="0" ky="0" algn="bl" rotWithShape="0" blurRad="152400" dist="50800" dir="5400000">
              <a:srgbClr val="A98BFF">
                <a:alpha val="45000"/>
              </a:srgbClr>
            </a:outerShdw>
          </a:effectLst>
        </p:spPr>
      </p:sp>
      <p:pic>
        <p:nvPicPr>
          <p:cNvPr id="14" name="Image 7" descr="/tmp/claude-0/-home-user-ashton212123/6ae88841-e158-5430-ba3a-d930461fce9f/scratchpad/build/assets/icons/FaGamepad_A98BFF.png">    </p:cNvPr>
          <p:cNvPicPr>
            <a:picLocks noChangeAspect="1"/>
          </p:cNvPicPr>
          <p:nvPr/>
        </p:nvPicPr>
        <p:blipFill>
          <a:blip r:embed="rId8"/>
          <a:stretch>
            <a:fillRect/>
          </a:stretch>
        </p:blipFill>
        <p:spPr>
          <a:xfrm>
            <a:off x="950976" y="1499616"/>
            <a:ext cx="1024128" cy="1024128"/>
          </a:xfrm>
          <a:prstGeom prst="rect">
            <a:avLst/>
          </a:prstGeom>
        </p:spPr>
      </p:pic>
      <p:sp>
        <p:nvSpPr>
          <p:cNvPr id="15" name="Text 5"/>
          <p:cNvSpPr txBox="1"/>
          <p:nvPr/>
        </p:nvSpPr>
        <p:spPr>
          <a:xfrm>
            <a:off x="2743200" y="1115568"/>
            <a:ext cx="5486400" cy="365760"/>
          </a:xfrm>
          <a:prstGeom prst="rect">
            <a:avLst/>
          </a:prstGeom>
          <a:noFill/>
          <a:ln/>
        </p:spPr>
        <p:txBody>
          <a:bodyPr wrap="square" lIns="0" tIns="0" rIns="0" bIns="0" rtlCol="0" anchor="t"/>
          <a:lstStyle/>
          <a:p>
            <a:pPr indent="0" marL="0">
              <a:buNone/>
            </a:pPr>
            <a:r>
              <a:rPr lang="en-US" sz="1600" b="1" dirty="0">
                <a:solidFill>
                  <a:srgbClr val="A98BFF"/>
                </a:solidFill>
                <a:latin typeface="Courier New" pitchFamily="34" charset="0"/>
                <a:ea typeface="Courier New" pitchFamily="34" charset="-122"/>
                <a:cs typeface="Courier New" pitchFamily="34" charset="-120"/>
              </a:rPr>
              <a:t>SECTOR 03</a:t>
            </a:r>
            <a:endParaRPr lang="en-US" sz="1600" dirty="0"/>
          </a:p>
        </p:txBody>
      </p:sp>
      <p:sp>
        <p:nvSpPr>
          <p:cNvPr id="16" name="Text 6"/>
          <p:cNvSpPr txBox="1"/>
          <p:nvPr/>
        </p:nvSpPr>
        <p:spPr>
          <a:xfrm>
            <a:off x="2743200" y="1463040"/>
            <a:ext cx="8988552" cy="777240"/>
          </a:xfrm>
          <a:prstGeom prst="rect">
            <a:avLst/>
          </a:prstGeom>
          <a:noFill/>
          <a:ln/>
        </p:spPr>
        <p:txBody>
          <a:bodyPr wrap="square" lIns="0" tIns="0" rIns="0" bIns="0" rtlCol="0" anchor="t"/>
          <a:lstStyle/>
          <a:p>
            <a:pPr indent="0" marL="0">
              <a:buNone/>
            </a:pPr>
            <a:r>
              <a:rPr lang="en-US" sz="3600" dirty="0">
                <a:solidFill>
                  <a:srgbClr val="EAF2FF"/>
                </a:solidFill>
                <a:latin typeface="Arial Black" pitchFamily="34" charset="0"/>
                <a:ea typeface="Arial Black" pitchFamily="34" charset="-122"/>
                <a:cs typeface="Arial Black" pitchFamily="34" charset="-120"/>
              </a:rPr>
              <a:t>THE FUN ZONE</a:t>
            </a:r>
            <a:endParaRPr lang="en-US" sz="3600" dirty="0"/>
          </a:p>
        </p:txBody>
      </p:sp>
      <p:sp>
        <p:nvSpPr>
          <p:cNvPr id="17" name="Text 7"/>
          <p:cNvSpPr txBox="1"/>
          <p:nvPr/>
        </p:nvSpPr>
        <p:spPr>
          <a:xfrm>
            <a:off x="2743200" y="2267712"/>
            <a:ext cx="8988552" cy="365760"/>
          </a:xfrm>
          <a:prstGeom prst="rect">
            <a:avLst/>
          </a:prstGeom>
          <a:noFill/>
          <a:ln/>
        </p:spPr>
        <p:txBody>
          <a:bodyPr wrap="square" lIns="0" tIns="0" rIns="0" bIns="0" rtlCol="0" anchor="t"/>
          <a:lstStyle/>
          <a:p>
            <a:pPr indent="0" marL="0">
              <a:buNone/>
            </a:pPr>
            <a:r>
              <a:rPr lang="en-US" sz="1600" dirty="0">
                <a:solidFill>
                  <a:srgbClr val="9AA6D9"/>
                </a:solidFill>
                <a:latin typeface="Calibri" pitchFamily="34" charset="0"/>
                <a:ea typeface="Calibri" pitchFamily="34" charset="-122"/>
                <a:cs typeface="Calibri" pitchFamily="34" charset="-120"/>
              </a:rPr>
              <a:t>Topic: Everyday Life: Food, Sports, and Money</a:t>
            </a:r>
            <a:endParaRPr lang="en-US" sz="1600" dirty="0"/>
          </a:p>
        </p:txBody>
      </p:sp>
      <p:pic>
        <p:nvPicPr>
          <p:cNvPr id="18" name="Image 8" descr="/tmp/claude-0/-home-user-ashton212123/6ae88841-e158-5430-ba3a-d930461fce9f/scratchpad/build/assets/byte.png">    </p:cNvPr>
          <p:cNvPicPr>
            <a:picLocks noChangeAspect="1"/>
          </p:cNvPicPr>
          <p:nvPr/>
        </p:nvPicPr>
        <p:blipFill>
          <a:blip r:embed="rId9"/>
          <a:stretch>
            <a:fillRect/>
          </a:stretch>
        </p:blipFill>
        <p:spPr>
          <a:xfrm>
            <a:off x="868680" y="3017520"/>
            <a:ext cx="1143000" cy="1783080"/>
          </a:xfrm>
          <a:prstGeom prst="rect">
            <a:avLst/>
          </a:prstGeom>
        </p:spPr>
      </p:pic>
      <p:sp>
        <p:nvSpPr>
          <p:cNvPr id="19" name="Shape 8"/>
          <p:cNvSpPr/>
          <p:nvPr/>
        </p:nvSpPr>
        <p:spPr>
          <a:xfrm>
            <a:off x="2743200" y="3017520"/>
            <a:ext cx="8988552" cy="1600200"/>
          </a:xfrm>
          <a:prstGeom prst="roundRect">
            <a:avLst>
              <a:gd name="adj" fmla="val 6857"/>
            </a:avLst>
          </a:prstGeom>
          <a:solidFill>
            <a:srgbClr val="121A3F">
              <a:alpha val="94000"/>
            </a:srgbClr>
          </a:solidFill>
          <a:ln w="22225">
            <a:solidFill>
              <a:srgbClr val="2DE2E6"/>
            </a:solidFill>
            <a:prstDash val="solid"/>
          </a:ln>
          <a:effectLst>
            <a:outerShdw sx="100000" sy="100000" kx="0" ky="0" algn="bl" rotWithShape="0" blurRad="203200" dist="50800" dir="5400000">
              <a:srgbClr val="2DE2E6">
                <a:alpha val="45000"/>
              </a:srgbClr>
            </a:outerShdw>
          </a:effectLst>
        </p:spPr>
      </p:sp>
      <p:sp>
        <p:nvSpPr>
          <p:cNvPr id="20" name="Text 9"/>
          <p:cNvSpPr txBox="1"/>
          <p:nvPr/>
        </p:nvSpPr>
        <p:spPr>
          <a:xfrm>
            <a:off x="3017520" y="2816352"/>
            <a:ext cx="1188720" cy="384048"/>
          </a:xfrm>
          <a:prstGeom prst="roundRect">
            <a:avLst>
              <a:gd name="adj" fmla="val 14286"/>
            </a:avLst>
          </a:prstGeom>
          <a:solidFill>
            <a:srgbClr val="2DE2E6"/>
          </a:solidFill>
          <a:ln/>
        </p:spPr>
        <p:txBody>
          <a:bodyPr wrap="square" lIns="0" tIns="0" rIns="0" bIns="0" rtlCol="0" anchor="ctr"/>
          <a:lstStyle/>
          <a:p>
            <a:pPr algn="ctr" indent="0" marL="0">
              <a:buNone/>
            </a:pPr>
            <a:r>
              <a:rPr lang="en-US" sz="1300" b="1" dirty="0">
                <a:solidFill>
                  <a:srgbClr val="0A0F24"/>
                </a:solidFill>
                <a:latin typeface="Courier New" pitchFamily="34" charset="0"/>
                <a:ea typeface="Courier New" pitchFamily="34" charset="-122"/>
                <a:cs typeface="Courier New" pitchFamily="34" charset="-120"/>
              </a:rPr>
              <a:t>BYTE</a:t>
            </a:r>
            <a:endParaRPr lang="en-US" sz="1300" dirty="0"/>
          </a:p>
        </p:txBody>
      </p:sp>
      <p:sp>
        <p:nvSpPr>
          <p:cNvPr id="21" name="Text 10"/>
          <p:cNvSpPr txBox="1"/>
          <p:nvPr/>
        </p:nvSpPr>
        <p:spPr>
          <a:xfrm>
            <a:off x="3063240" y="3364992"/>
            <a:ext cx="8348472" cy="1097280"/>
          </a:xfrm>
          <a:prstGeom prst="rect">
            <a:avLst/>
          </a:prstGeom>
          <a:noFill/>
          <a:ln/>
        </p:spPr>
        <p:txBody>
          <a:bodyPr wrap="square" lIns="0" tIns="0" rIns="0" bIns="0" rtlCol="0" anchor="t"/>
          <a:lstStyle/>
          <a:p>
            <a:pPr indent="0" marL="0">
              <a:spcAft>
                <a:spcPts val="400"/>
              </a:spcAft>
              <a:buNone/>
            </a:pPr>
            <a:r>
              <a:rPr lang="en-US" sz="1600" dirty="0">
                <a:solidFill>
                  <a:srgbClr val="EAF2FF"/>
                </a:solidFill>
                <a:latin typeface="Calibri" pitchFamily="34" charset="0"/>
                <a:ea typeface="Calibri" pitchFamily="34" charset="-122"/>
                <a:cs typeface="Calibri" pitchFamily="34" charset="-120"/>
              </a:rPr>
              <a:t>NULL hijacked the Fun Zone, where the computer keeps its games, food photos, and sports clips! Prove you know everyday life to earn the third Code Fragment!</a:t>
            </a:r>
            <a:endParaRPr lang="en-US" sz="1600" dirty="0"/>
          </a:p>
        </p:txBody>
      </p:sp>
      <p:sp>
        <p:nvSpPr>
          <p:cNvPr id="22" name="Text 11"/>
          <p:cNvSpPr txBox="1"/>
          <p:nvPr/>
        </p:nvSpPr>
        <p:spPr>
          <a:xfrm>
            <a:off x="548640" y="4892040"/>
            <a:ext cx="2743200" cy="274320"/>
          </a:xfrm>
          <a:prstGeom prst="rect">
            <a:avLst/>
          </a:prstGeom>
          <a:noFill/>
          <a:ln/>
        </p:spPr>
        <p:txBody>
          <a:bodyPr wrap="square" lIns="0" tIns="0" rIns="0" bIns="0" rtlCol="0" anchor="t"/>
          <a:lstStyle/>
          <a:p>
            <a:pPr indent="0" marL="0">
              <a:buNone/>
            </a:pPr>
            <a:r>
              <a:rPr lang="en-US" sz="1000" b="1" dirty="0">
                <a:solidFill>
                  <a:srgbClr val="9AA6D9"/>
                </a:solidFill>
                <a:latin typeface="Courier New" pitchFamily="34" charset="0"/>
                <a:ea typeface="Courier New" pitchFamily="34" charset="-122"/>
                <a:cs typeface="Courier New" pitchFamily="34" charset="-120"/>
              </a:rPr>
              <a:t>MISSION MAP</a:t>
            </a:r>
            <a:endParaRPr lang="en-US" sz="1000" dirty="0"/>
          </a:p>
        </p:txBody>
      </p:sp>
      <p:sp>
        <p:nvSpPr>
          <p:cNvPr id="23" name="Shape 12"/>
          <p:cNvSpPr/>
          <p:nvPr/>
        </p:nvSpPr>
        <p:spPr>
          <a:xfrm>
            <a:off x="969264" y="5513832"/>
            <a:ext cx="6400800" cy="0"/>
          </a:xfrm>
          <a:prstGeom prst="line">
            <a:avLst/>
          </a:prstGeom>
          <a:noFill/>
          <a:ln w="38100">
            <a:solidFill>
              <a:srgbClr val="3A4370"/>
            </a:solidFill>
            <a:prstDash val="dash"/>
          </a:ln>
        </p:spPr>
      </p:sp>
      <p:sp>
        <p:nvSpPr>
          <p:cNvPr id="24" name="Shape 13"/>
          <p:cNvSpPr/>
          <p:nvPr/>
        </p:nvSpPr>
        <p:spPr>
          <a:xfrm>
            <a:off x="685800" y="5230368"/>
            <a:ext cx="566928" cy="566928"/>
          </a:xfrm>
          <a:prstGeom prst="ellipse">
            <a:avLst/>
          </a:prstGeom>
          <a:solidFill>
            <a:srgbClr val="4BF0A0"/>
          </a:solidFill>
          <a:ln w="25400">
            <a:solidFill>
              <a:srgbClr val="4BF0A0"/>
            </a:solidFill>
            <a:prstDash val="solid"/>
          </a:ln>
        </p:spPr>
      </p:sp>
      <p:pic>
        <p:nvPicPr>
          <p:cNvPr id="25" name="Image 9" descr="/tmp/claude-0/-home-user-ashton212123/6ae88841-e158-5430-ba3a-d930461fce9f/scratchpad/build/assets/icons/FaCheck_0A0F24.png">    </p:cNvPr>
          <p:cNvPicPr>
            <a:picLocks noChangeAspect="1"/>
          </p:cNvPicPr>
          <p:nvPr/>
        </p:nvPicPr>
        <p:blipFill>
          <a:blip r:embed="rId10"/>
          <a:stretch>
            <a:fillRect/>
          </a:stretch>
        </p:blipFill>
        <p:spPr>
          <a:xfrm>
            <a:off x="821863" y="5366431"/>
            <a:ext cx="294803" cy="294803"/>
          </a:xfrm>
          <a:prstGeom prst="rect">
            <a:avLst/>
          </a:prstGeom>
        </p:spPr>
      </p:pic>
      <p:sp>
        <p:nvSpPr>
          <p:cNvPr id="26" name="Text 14"/>
          <p:cNvSpPr txBox="1"/>
          <p:nvPr/>
        </p:nvSpPr>
        <p:spPr>
          <a:xfrm>
            <a:off x="237744" y="5852160"/>
            <a:ext cx="1463040" cy="256032"/>
          </a:xfrm>
          <a:prstGeom prst="rect">
            <a:avLst/>
          </a:prstGeom>
          <a:noFill/>
          <a:ln/>
        </p:spPr>
        <p:txBody>
          <a:bodyPr wrap="square" lIns="0" tIns="0" rIns="0" bIns="0" rtlCol="0" anchor="t"/>
          <a:lstStyle/>
          <a:p>
            <a:pPr algn="ctr" indent="0" marL="0">
              <a:buNone/>
            </a:pPr>
            <a:r>
              <a:rPr lang="en-US" sz="900" b="1" dirty="0">
                <a:solidFill>
                  <a:srgbClr val="4BF0A0"/>
                </a:solidFill>
                <a:latin typeface="Courier New" pitchFamily="34" charset="0"/>
                <a:ea typeface="Courier New" pitchFamily="34" charset="-122"/>
                <a:cs typeface="Courier New" pitchFamily="34" charset="-120"/>
              </a:rPr>
              <a:t>SCIENCE</a:t>
            </a:r>
            <a:endParaRPr lang="en-US" sz="900" dirty="0"/>
          </a:p>
        </p:txBody>
      </p:sp>
      <p:sp>
        <p:nvSpPr>
          <p:cNvPr id="27" name="Shape 15"/>
          <p:cNvSpPr/>
          <p:nvPr/>
        </p:nvSpPr>
        <p:spPr>
          <a:xfrm>
            <a:off x="2286000" y="5230368"/>
            <a:ext cx="566928" cy="566928"/>
          </a:xfrm>
          <a:prstGeom prst="ellipse">
            <a:avLst/>
          </a:prstGeom>
          <a:solidFill>
            <a:srgbClr val="4BF0A0"/>
          </a:solidFill>
          <a:ln w="25400">
            <a:solidFill>
              <a:srgbClr val="4BF0A0"/>
            </a:solidFill>
            <a:prstDash val="solid"/>
          </a:ln>
        </p:spPr>
      </p:sp>
      <p:pic>
        <p:nvPicPr>
          <p:cNvPr id="28" name="Image 10" descr="/tmp/claude-0/-home-user-ashton212123/6ae88841-e158-5430-ba3a-d930461fce9f/scratchpad/build/assets/icons/FaCheck_0A0F24.png">    </p:cNvPr>
          <p:cNvPicPr>
            <a:picLocks noChangeAspect="1"/>
          </p:cNvPicPr>
          <p:nvPr/>
        </p:nvPicPr>
        <p:blipFill>
          <a:blip r:embed="rId11"/>
          <a:stretch>
            <a:fillRect/>
          </a:stretch>
        </p:blipFill>
        <p:spPr>
          <a:xfrm>
            <a:off x="2422063" y="5366431"/>
            <a:ext cx="294803" cy="294803"/>
          </a:xfrm>
          <a:prstGeom prst="rect">
            <a:avLst/>
          </a:prstGeom>
        </p:spPr>
      </p:pic>
      <p:sp>
        <p:nvSpPr>
          <p:cNvPr id="29" name="Text 16"/>
          <p:cNvSpPr txBox="1"/>
          <p:nvPr/>
        </p:nvSpPr>
        <p:spPr>
          <a:xfrm>
            <a:off x="1837944" y="5852160"/>
            <a:ext cx="1463040" cy="256032"/>
          </a:xfrm>
          <a:prstGeom prst="rect">
            <a:avLst/>
          </a:prstGeom>
          <a:noFill/>
          <a:ln/>
        </p:spPr>
        <p:txBody>
          <a:bodyPr wrap="square" lIns="0" tIns="0" rIns="0" bIns="0" rtlCol="0" anchor="t"/>
          <a:lstStyle/>
          <a:p>
            <a:pPr algn="ctr" indent="0" marL="0">
              <a:buNone/>
            </a:pPr>
            <a:r>
              <a:rPr lang="en-US" sz="900" b="1" dirty="0">
                <a:solidFill>
                  <a:srgbClr val="4BF0A0"/>
                </a:solidFill>
                <a:latin typeface="Courier New" pitchFamily="34" charset="0"/>
                <a:ea typeface="Courier New" pitchFamily="34" charset="-122"/>
                <a:cs typeface="Courier New" pitchFamily="34" charset="-120"/>
              </a:rPr>
              <a:t>HISTORY</a:t>
            </a:r>
            <a:endParaRPr lang="en-US" sz="900" dirty="0"/>
          </a:p>
        </p:txBody>
      </p:sp>
      <p:sp>
        <p:nvSpPr>
          <p:cNvPr id="30" name="Shape 17"/>
          <p:cNvSpPr/>
          <p:nvPr/>
        </p:nvSpPr>
        <p:spPr>
          <a:xfrm>
            <a:off x="3886200" y="5230368"/>
            <a:ext cx="566928" cy="566928"/>
          </a:xfrm>
          <a:prstGeom prst="ellipse">
            <a:avLst/>
          </a:prstGeom>
          <a:solidFill>
            <a:srgbClr val="1A2353"/>
          </a:solidFill>
          <a:ln w="31750">
            <a:solidFill>
              <a:srgbClr val="A98BFF"/>
            </a:solidFill>
            <a:prstDash val="solid"/>
          </a:ln>
          <a:effectLst>
            <a:outerShdw sx="100000" sy="100000" kx="0" ky="0" algn="bl" rotWithShape="0" blurRad="152400" dist="50800" dir="5400000">
              <a:srgbClr val="A98BFF">
                <a:alpha val="45000"/>
              </a:srgbClr>
            </a:outerShdw>
          </a:effectLst>
        </p:spPr>
      </p:sp>
      <p:pic>
        <p:nvPicPr>
          <p:cNvPr id="31" name="Image 11" descr="/tmp/claude-0/-home-user-ashton212123/6ae88841-e158-5430-ba3a-d930461fce9f/scratchpad/build/assets/icons/FaGamepad_A98BFF.png">    </p:cNvPr>
          <p:cNvPicPr>
            <a:picLocks noChangeAspect="1"/>
          </p:cNvPicPr>
          <p:nvPr/>
        </p:nvPicPr>
        <p:blipFill>
          <a:blip r:embed="rId12"/>
          <a:stretch>
            <a:fillRect/>
          </a:stretch>
        </p:blipFill>
        <p:spPr>
          <a:xfrm>
            <a:off x="3999586" y="5343754"/>
            <a:ext cx="340157" cy="340157"/>
          </a:xfrm>
          <a:prstGeom prst="rect">
            <a:avLst/>
          </a:prstGeom>
        </p:spPr>
      </p:pic>
      <p:sp>
        <p:nvSpPr>
          <p:cNvPr id="32" name="Text 18"/>
          <p:cNvSpPr txBox="1"/>
          <p:nvPr/>
        </p:nvSpPr>
        <p:spPr>
          <a:xfrm>
            <a:off x="3438144" y="5852160"/>
            <a:ext cx="1463040" cy="256032"/>
          </a:xfrm>
          <a:prstGeom prst="rect">
            <a:avLst/>
          </a:prstGeom>
          <a:noFill/>
          <a:ln/>
        </p:spPr>
        <p:txBody>
          <a:bodyPr wrap="square" lIns="0" tIns="0" rIns="0" bIns="0" rtlCol="0" anchor="t"/>
          <a:lstStyle/>
          <a:p>
            <a:pPr algn="ctr" indent="0" marL="0">
              <a:buNone/>
            </a:pPr>
            <a:r>
              <a:rPr lang="en-US" sz="900" b="1" dirty="0">
                <a:solidFill>
                  <a:srgbClr val="A98BFF"/>
                </a:solidFill>
                <a:latin typeface="Courier New" pitchFamily="34" charset="0"/>
                <a:ea typeface="Courier New" pitchFamily="34" charset="-122"/>
                <a:cs typeface="Courier New" pitchFamily="34" charset="-120"/>
              </a:rPr>
              <a:t>FUN ZONE</a:t>
            </a:r>
            <a:endParaRPr lang="en-US" sz="900" dirty="0"/>
          </a:p>
        </p:txBody>
      </p:sp>
      <p:sp>
        <p:nvSpPr>
          <p:cNvPr id="33" name="Shape 19"/>
          <p:cNvSpPr/>
          <p:nvPr/>
        </p:nvSpPr>
        <p:spPr>
          <a:xfrm>
            <a:off x="5486400" y="5230368"/>
            <a:ext cx="566928" cy="566928"/>
          </a:xfrm>
          <a:prstGeom prst="ellipse">
            <a:avLst/>
          </a:prstGeom>
          <a:solidFill>
            <a:srgbClr val="1A2353"/>
          </a:solidFill>
          <a:ln w="25400">
            <a:solidFill>
              <a:srgbClr val="3A4370"/>
            </a:solidFill>
            <a:prstDash val="solid"/>
          </a:ln>
        </p:spPr>
      </p:sp>
      <p:pic>
        <p:nvPicPr>
          <p:cNvPr id="34" name="Image 12" descr="/tmp/claude-0/-home-user-ashton212123/6ae88841-e158-5430-ba3a-d930461fce9f/scratchpad/build/assets/icons/FaLock_5A6494.png">    </p:cNvPr>
          <p:cNvPicPr>
            <a:picLocks noChangeAspect="1"/>
          </p:cNvPicPr>
          <p:nvPr/>
        </p:nvPicPr>
        <p:blipFill>
          <a:blip r:embed="rId13"/>
          <a:stretch>
            <a:fillRect/>
          </a:stretch>
        </p:blipFill>
        <p:spPr>
          <a:xfrm>
            <a:off x="5633801" y="5377769"/>
            <a:ext cx="272125" cy="272125"/>
          </a:xfrm>
          <a:prstGeom prst="rect">
            <a:avLst/>
          </a:prstGeom>
        </p:spPr>
      </p:pic>
      <p:sp>
        <p:nvSpPr>
          <p:cNvPr id="35" name="Text 20"/>
          <p:cNvSpPr txBox="1"/>
          <p:nvPr/>
        </p:nvSpPr>
        <p:spPr>
          <a:xfrm>
            <a:off x="5038344" y="5852160"/>
            <a:ext cx="1463040" cy="256032"/>
          </a:xfrm>
          <a:prstGeom prst="rect">
            <a:avLst/>
          </a:prstGeom>
          <a:noFill/>
          <a:ln/>
        </p:spPr>
        <p:txBody>
          <a:bodyPr wrap="square" lIns="0" tIns="0" rIns="0" bIns="0" rtlCol="0" anchor="t"/>
          <a:lstStyle/>
          <a:p>
            <a:pPr algn="ctr" indent="0" marL="0">
              <a:buNone/>
            </a:pPr>
            <a:r>
              <a:rPr lang="en-US" sz="900" b="1" dirty="0">
                <a:solidFill>
                  <a:srgbClr val="5A6494"/>
                </a:solidFill>
                <a:latin typeface="Courier New" pitchFamily="34" charset="0"/>
                <a:ea typeface="Courier New" pitchFamily="34" charset="-122"/>
                <a:cs typeface="Courier New" pitchFamily="34" charset="-120"/>
              </a:rPr>
              <a:t>WORLD</a:t>
            </a:r>
            <a:endParaRPr lang="en-US" sz="900" dirty="0"/>
          </a:p>
        </p:txBody>
      </p:sp>
      <p:sp>
        <p:nvSpPr>
          <p:cNvPr id="36" name="Shape 21"/>
          <p:cNvSpPr/>
          <p:nvPr/>
        </p:nvSpPr>
        <p:spPr>
          <a:xfrm>
            <a:off x="7086600" y="5230368"/>
            <a:ext cx="566928" cy="566928"/>
          </a:xfrm>
          <a:prstGeom prst="ellipse">
            <a:avLst/>
          </a:prstGeom>
          <a:solidFill>
            <a:srgbClr val="1A2353"/>
          </a:solidFill>
          <a:ln w="25400">
            <a:solidFill>
              <a:srgbClr val="3A4370"/>
            </a:solidFill>
            <a:prstDash val="solid"/>
          </a:ln>
        </p:spPr>
      </p:sp>
      <p:pic>
        <p:nvPicPr>
          <p:cNvPr id="37" name="Image 13" descr="/tmp/claude-0/-home-user-ashton212123/6ae88841-e158-5430-ba3a-d930461fce9f/scratchpad/build/assets/icons/FaLock_5A6494.png">    </p:cNvPr>
          <p:cNvPicPr>
            <a:picLocks noChangeAspect="1"/>
          </p:cNvPicPr>
          <p:nvPr/>
        </p:nvPicPr>
        <p:blipFill>
          <a:blip r:embed="rId14"/>
          <a:stretch>
            <a:fillRect/>
          </a:stretch>
        </p:blipFill>
        <p:spPr>
          <a:xfrm>
            <a:off x="7234001" y="5377769"/>
            <a:ext cx="272125" cy="272125"/>
          </a:xfrm>
          <a:prstGeom prst="rect">
            <a:avLst/>
          </a:prstGeom>
        </p:spPr>
      </p:pic>
      <p:sp>
        <p:nvSpPr>
          <p:cNvPr id="38" name="Text 22"/>
          <p:cNvSpPr txBox="1"/>
          <p:nvPr/>
        </p:nvSpPr>
        <p:spPr>
          <a:xfrm>
            <a:off x="6638544" y="5852160"/>
            <a:ext cx="1463040" cy="256032"/>
          </a:xfrm>
          <a:prstGeom prst="rect">
            <a:avLst/>
          </a:prstGeom>
          <a:noFill/>
          <a:ln/>
        </p:spPr>
        <p:txBody>
          <a:bodyPr wrap="square" lIns="0" tIns="0" rIns="0" bIns="0" rtlCol="0" anchor="t"/>
          <a:lstStyle/>
          <a:p>
            <a:pPr algn="ctr" indent="0" marL="0">
              <a:buNone/>
            </a:pPr>
            <a:r>
              <a:rPr lang="en-US" sz="900" b="1" dirty="0">
                <a:solidFill>
                  <a:srgbClr val="5A6494"/>
                </a:solidFill>
                <a:latin typeface="Courier New" pitchFamily="34" charset="0"/>
                <a:ea typeface="Courier New" pitchFamily="34" charset="-122"/>
                <a:cs typeface="Courier New" pitchFamily="34" charset="-120"/>
              </a:rPr>
              <a:t>CORE</a:t>
            </a:r>
            <a:endParaRPr lang="en-US" sz="900" dirty="0"/>
          </a:p>
        </p:txBody>
      </p:sp>
      <p:sp>
        <p:nvSpPr>
          <p:cNvPr id="39" name="Link - ENTER SECTOR">
            <a:hlinkClick r:id="rId18" action="ppaction://hlinksldjump" highlightClick="1"/>
          </p:cNvPr>
          <p:cNvSpPr txBox="1"/>
          <p:nvPr/>
        </p:nvSpPr>
        <p:spPr>
          <a:xfrm>
            <a:off x="9144000" y="5257800"/>
            <a:ext cx="2587752" cy="731520"/>
          </a:xfrm>
          <a:prstGeom prst="roundRect">
            <a:avLst>
              <a:gd name="adj" fmla="val 12500"/>
            </a:avLst>
          </a:prstGeom>
          <a:solidFill>
            <a:srgbClr val="A98BFF"/>
          </a:solidFill>
          <a:ln w="25400">
            <a:solidFill>
              <a:srgbClr val="A98BFF"/>
            </a:solidFill>
          </a:ln>
          <a:effectLst>
            <a:outerShdw sx="100000" sy="100000" kx="0" ky="0" algn="bl" rotWithShape="0" blurRad="177800" dist="50800" dir="5400000">
              <a:srgbClr val="A98BFF">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ENTER SECTOR</a:t>
            </a:r>
            <a:endParaRPr lang="en-US" sz="1600" dirty="0"/>
          </a:p>
        </p:txBody>
      </p:sp>
    </p:spTree>
  </p:cSld>
  <p:clrMapOvr>
    <a:masterClrMapping/>
  </p:clrMapOvr>
  <p:transition spd="med" advClick="0">
    <p:fade/>
  </p:transition>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A98BFF"/>
                </a:solidFill>
                <a:latin typeface="Courier New" pitchFamily="34" charset="0"/>
                <a:ea typeface="Courier New" pitchFamily="34" charset="-122"/>
                <a:cs typeface="Courier New" pitchFamily="34" charset="-120"/>
              </a:rPr>
              <a:t>&gt; ENTERING SECTOR 03</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7"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Shape 4"/>
          <p:cNvSpPr/>
          <p:nvPr/>
        </p:nvSpPr>
        <p:spPr>
          <a:xfrm>
            <a:off x="548640" y="1097280"/>
            <a:ext cx="1828800" cy="1828800"/>
          </a:xfrm>
          <a:prstGeom prst="ellipse">
            <a:avLst/>
          </a:prstGeom>
          <a:solidFill>
            <a:srgbClr val="1A2353"/>
          </a:solidFill>
          <a:ln w="38100">
            <a:solidFill>
              <a:srgbClr val="A98BFF"/>
            </a:solidFill>
            <a:prstDash val="solid"/>
          </a:ln>
          <a:effectLst>
            <a:outerShdw sx="100000" sy="100000" kx="0" ky="0" algn="bl" rotWithShape="0" blurRad="152400" dist="50800" dir="5400000">
              <a:srgbClr val="A98BFF">
                <a:alpha val="45000"/>
              </a:srgbClr>
            </a:outerShdw>
          </a:effectLst>
        </p:spPr>
      </p:sp>
      <p:pic>
        <p:nvPicPr>
          <p:cNvPr id="14" name="Image 7" descr="/tmp/claude-0/-home-user-ashton212123/6ae88841-e158-5430-ba3a-d930461fce9f/scratchpad/build/assets/icons/FaGamepad_A98BFF.png">    </p:cNvPr>
          <p:cNvPicPr>
            <a:picLocks noChangeAspect="1"/>
          </p:cNvPicPr>
          <p:nvPr/>
        </p:nvPicPr>
        <p:blipFill>
          <a:blip r:embed="rId8"/>
          <a:stretch>
            <a:fillRect/>
          </a:stretch>
        </p:blipFill>
        <p:spPr>
          <a:xfrm>
            <a:off x="950976" y="1499616"/>
            <a:ext cx="1024128" cy="1024128"/>
          </a:xfrm>
          <a:prstGeom prst="rect">
            <a:avLst/>
          </a:prstGeom>
        </p:spPr>
      </p:pic>
      <p:sp>
        <p:nvSpPr>
          <p:cNvPr id="15" name="Text 5"/>
          <p:cNvSpPr txBox="1"/>
          <p:nvPr/>
        </p:nvSpPr>
        <p:spPr>
          <a:xfrm>
            <a:off x="2743200" y="1115568"/>
            <a:ext cx="5486400" cy="365760"/>
          </a:xfrm>
          <a:prstGeom prst="rect">
            <a:avLst/>
          </a:prstGeom>
          <a:noFill/>
          <a:ln/>
        </p:spPr>
        <p:txBody>
          <a:bodyPr wrap="square" lIns="0" tIns="0" rIns="0" bIns="0" rtlCol="0" anchor="t"/>
          <a:lstStyle/>
          <a:p>
            <a:pPr indent="0" marL="0">
              <a:buNone/>
            </a:pPr>
            <a:r>
              <a:rPr lang="en-US" sz="1600" b="1" dirty="0">
                <a:solidFill>
                  <a:srgbClr val="A98BFF"/>
                </a:solidFill>
                <a:latin typeface="Courier New" pitchFamily="34" charset="0"/>
                <a:ea typeface="Courier New" pitchFamily="34" charset="-122"/>
                <a:cs typeface="Courier New" pitchFamily="34" charset="-120"/>
              </a:rPr>
              <a:t>SECTOR 03</a:t>
            </a:r>
            <a:endParaRPr lang="en-US" sz="1600" dirty="0"/>
          </a:p>
        </p:txBody>
      </p:sp>
      <p:sp>
        <p:nvSpPr>
          <p:cNvPr id="16" name="Text 6"/>
          <p:cNvSpPr txBox="1"/>
          <p:nvPr/>
        </p:nvSpPr>
        <p:spPr>
          <a:xfrm>
            <a:off x="2743200" y="1463040"/>
            <a:ext cx="8988552" cy="777240"/>
          </a:xfrm>
          <a:prstGeom prst="rect">
            <a:avLst/>
          </a:prstGeom>
          <a:noFill/>
          <a:ln/>
        </p:spPr>
        <p:txBody>
          <a:bodyPr wrap="square" lIns="0" tIns="0" rIns="0" bIns="0" rtlCol="0" anchor="t"/>
          <a:lstStyle/>
          <a:p>
            <a:pPr indent="0" marL="0">
              <a:buNone/>
            </a:pPr>
            <a:r>
              <a:rPr lang="en-US" sz="3600" dirty="0">
                <a:solidFill>
                  <a:srgbClr val="EAF2FF"/>
                </a:solidFill>
                <a:latin typeface="Arial Black" pitchFamily="34" charset="0"/>
                <a:ea typeface="Arial Black" pitchFamily="34" charset="-122"/>
                <a:cs typeface="Arial Black" pitchFamily="34" charset="-120"/>
              </a:rPr>
              <a:t>THE FUN ZONE</a:t>
            </a:r>
            <a:endParaRPr lang="en-US" sz="3600" dirty="0"/>
          </a:p>
        </p:txBody>
      </p:sp>
      <p:sp>
        <p:nvSpPr>
          <p:cNvPr id="17" name="Text 7"/>
          <p:cNvSpPr txBox="1"/>
          <p:nvPr/>
        </p:nvSpPr>
        <p:spPr>
          <a:xfrm>
            <a:off x="2743200" y="2267712"/>
            <a:ext cx="8988552" cy="365760"/>
          </a:xfrm>
          <a:prstGeom prst="rect">
            <a:avLst/>
          </a:prstGeom>
          <a:noFill/>
          <a:ln/>
        </p:spPr>
        <p:txBody>
          <a:bodyPr wrap="square" lIns="0" tIns="0" rIns="0" bIns="0" rtlCol="0" anchor="t"/>
          <a:lstStyle/>
          <a:p>
            <a:pPr indent="0" marL="0">
              <a:buNone/>
            </a:pPr>
            <a:r>
              <a:rPr lang="en-US" sz="1600" dirty="0">
                <a:solidFill>
                  <a:srgbClr val="9AA6D9"/>
                </a:solidFill>
                <a:latin typeface="Calibri" pitchFamily="34" charset="0"/>
                <a:ea typeface="Calibri" pitchFamily="34" charset="-122"/>
                <a:cs typeface="Calibri" pitchFamily="34" charset="-120"/>
              </a:rPr>
              <a:t>Topic: Everyday Life: Food, Sports, and Money</a:t>
            </a:r>
            <a:endParaRPr lang="en-US" sz="1600" dirty="0"/>
          </a:p>
        </p:txBody>
      </p:sp>
      <p:pic>
        <p:nvPicPr>
          <p:cNvPr id="18" name="Image 8" descr="/tmp/claude-0/-home-user-ashton212123/6ae88841-e158-5430-ba3a-d930461fce9f/scratchpad/build/assets/byte.png">    </p:cNvPr>
          <p:cNvPicPr>
            <a:picLocks noChangeAspect="1"/>
          </p:cNvPicPr>
          <p:nvPr/>
        </p:nvPicPr>
        <p:blipFill>
          <a:blip r:embed="rId9"/>
          <a:stretch>
            <a:fillRect/>
          </a:stretch>
        </p:blipFill>
        <p:spPr>
          <a:xfrm>
            <a:off x="868680" y="3017520"/>
            <a:ext cx="1143000" cy="1783080"/>
          </a:xfrm>
          <a:prstGeom prst="rect">
            <a:avLst/>
          </a:prstGeom>
        </p:spPr>
      </p:pic>
      <p:sp>
        <p:nvSpPr>
          <p:cNvPr id="19" name="Shape 8"/>
          <p:cNvSpPr/>
          <p:nvPr/>
        </p:nvSpPr>
        <p:spPr>
          <a:xfrm>
            <a:off x="2743200" y="3017520"/>
            <a:ext cx="8988552" cy="1600200"/>
          </a:xfrm>
          <a:prstGeom prst="roundRect">
            <a:avLst>
              <a:gd name="adj" fmla="val 6857"/>
            </a:avLst>
          </a:prstGeom>
          <a:solidFill>
            <a:srgbClr val="121A3F">
              <a:alpha val="94000"/>
            </a:srgbClr>
          </a:solidFill>
          <a:ln w="22225">
            <a:solidFill>
              <a:srgbClr val="2DE2E6"/>
            </a:solidFill>
            <a:prstDash val="solid"/>
          </a:ln>
          <a:effectLst>
            <a:outerShdw sx="100000" sy="100000" kx="0" ky="0" algn="bl" rotWithShape="0" blurRad="203200" dist="50800" dir="5400000">
              <a:srgbClr val="2DE2E6">
                <a:alpha val="45000"/>
              </a:srgbClr>
            </a:outerShdw>
          </a:effectLst>
        </p:spPr>
      </p:sp>
      <p:sp>
        <p:nvSpPr>
          <p:cNvPr id="20" name="Text 9"/>
          <p:cNvSpPr txBox="1"/>
          <p:nvPr/>
        </p:nvSpPr>
        <p:spPr>
          <a:xfrm>
            <a:off x="3017520" y="2816352"/>
            <a:ext cx="1188720" cy="384048"/>
          </a:xfrm>
          <a:prstGeom prst="roundRect">
            <a:avLst>
              <a:gd name="adj" fmla="val 14286"/>
            </a:avLst>
          </a:prstGeom>
          <a:solidFill>
            <a:srgbClr val="2DE2E6"/>
          </a:solidFill>
          <a:ln/>
        </p:spPr>
        <p:txBody>
          <a:bodyPr wrap="square" lIns="0" tIns="0" rIns="0" bIns="0" rtlCol="0" anchor="ctr"/>
          <a:lstStyle/>
          <a:p>
            <a:pPr algn="ctr" indent="0" marL="0">
              <a:buNone/>
            </a:pPr>
            <a:r>
              <a:rPr lang="en-US" sz="1300" b="1" dirty="0">
                <a:solidFill>
                  <a:srgbClr val="0A0F24"/>
                </a:solidFill>
                <a:latin typeface="Courier New" pitchFamily="34" charset="0"/>
                <a:ea typeface="Courier New" pitchFamily="34" charset="-122"/>
                <a:cs typeface="Courier New" pitchFamily="34" charset="-120"/>
              </a:rPr>
              <a:t>BYTE</a:t>
            </a:r>
            <a:endParaRPr lang="en-US" sz="1300" dirty="0"/>
          </a:p>
        </p:txBody>
      </p:sp>
      <p:sp>
        <p:nvSpPr>
          <p:cNvPr id="21" name="Text 10"/>
          <p:cNvSpPr txBox="1"/>
          <p:nvPr/>
        </p:nvSpPr>
        <p:spPr>
          <a:xfrm>
            <a:off x="3063240" y="3364992"/>
            <a:ext cx="8348472" cy="1097280"/>
          </a:xfrm>
          <a:prstGeom prst="rect">
            <a:avLst/>
          </a:prstGeom>
          <a:noFill/>
          <a:ln/>
        </p:spPr>
        <p:txBody>
          <a:bodyPr wrap="square" lIns="0" tIns="0" rIns="0" bIns="0" rtlCol="0" anchor="t"/>
          <a:lstStyle/>
          <a:p>
            <a:pPr indent="0" marL="0">
              <a:spcAft>
                <a:spcPts val="400"/>
              </a:spcAft>
              <a:buNone/>
            </a:pPr>
            <a:r>
              <a:rPr lang="en-US" sz="1600" dirty="0">
                <a:solidFill>
                  <a:srgbClr val="EAF2FF"/>
                </a:solidFill>
                <a:latin typeface="Calibri" pitchFamily="34" charset="0"/>
                <a:ea typeface="Calibri" pitchFamily="34" charset="-122"/>
                <a:cs typeface="Calibri" pitchFamily="34" charset="-120"/>
              </a:rPr>
              <a:t>NULL hijacked the Fun Zone, where the computer keeps its games, food photos, and sports clips! Prove you know everyday life to earn the third Code Fragment!</a:t>
            </a:r>
            <a:endParaRPr lang="en-US" sz="1600" dirty="0"/>
          </a:p>
        </p:txBody>
      </p:sp>
      <p:sp>
        <p:nvSpPr>
          <p:cNvPr id="22" name="Text 11"/>
          <p:cNvSpPr txBox="1"/>
          <p:nvPr/>
        </p:nvSpPr>
        <p:spPr>
          <a:xfrm>
            <a:off x="548640" y="4892040"/>
            <a:ext cx="2743200" cy="274320"/>
          </a:xfrm>
          <a:prstGeom prst="rect">
            <a:avLst/>
          </a:prstGeom>
          <a:noFill/>
          <a:ln/>
        </p:spPr>
        <p:txBody>
          <a:bodyPr wrap="square" lIns="0" tIns="0" rIns="0" bIns="0" rtlCol="0" anchor="t"/>
          <a:lstStyle/>
          <a:p>
            <a:pPr indent="0" marL="0">
              <a:buNone/>
            </a:pPr>
            <a:r>
              <a:rPr lang="en-US" sz="1000" b="1" dirty="0">
                <a:solidFill>
                  <a:srgbClr val="9AA6D9"/>
                </a:solidFill>
                <a:latin typeface="Courier New" pitchFamily="34" charset="0"/>
                <a:ea typeface="Courier New" pitchFamily="34" charset="-122"/>
                <a:cs typeface="Courier New" pitchFamily="34" charset="-120"/>
              </a:rPr>
              <a:t>MISSION MAP</a:t>
            </a:r>
            <a:endParaRPr lang="en-US" sz="1000" dirty="0"/>
          </a:p>
        </p:txBody>
      </p:sp>
      <p:sp>
        <p:nvSpPr>
          <p:cNvPr id="23" name="Shape 12"/>
          <p:cNvSpPr/>
          <p:nvPr/>
        </p:nvSpPr>
        <p:spPr>
          <a:xfrm>
            <a:off x="969264" y="5513832"/>
            <a:ext cx="6400800" cy="0"/>
          </a:xfrm>
          <a:prstGeom prst="line">
            <a:avLst/>
          </a:prstGeom>
          <a:noFill/>
          <a:ln w="38100">
            <a:solidFill>
              <a:srgbClr val="3A4370"/>
            </a:solidFill>
            <a:prstDash val="dash"/>
          </a:ln>
        </p:spPr>
      </p:sp>
      <p:sp>
        <p:nvSpPr>
          <p:cNvPr id="24" name="Shape 13"/>
          <p:cNvSpPr/>
          <p:nvPr/>
        </p:nvSpPr>
        <p:spPr>
          <a:xfrm>
            <a:off x="685800" y="5230368"/>
            <a:ext cx="566928" cy="566928"/>
          </a:xfrm>
          <a:prstGeom prst="ellipse">
            <a:avLst/>
          </a:prstGeom>
          <a:solidFill>
            <a:srgbClr val="4BF0A0"/>
          </a:solidFill>
          <a:ln w="25400">
            <a:solidFill>
              <a:srgbClr val="4BF0A0"/>
            </a:solidFill>
            <a:prstDash val="solid"/>
          </a:ln>
        </p:spPr>
      </p:sp>
      <p:pic>
        <p:nvPicPr>
          <p:cNvPr id="25" name="Image 9" descr="/tmp/claude-0/-home-user-ashton212123/6ae88841-e158-5430-ba3a-d930461fce9f/scratchpad/build/assets/icons/FaCheck_0A0F24.png">    </p:cNvPr>
          <p:cNvPicPr>
            <a:picLocks noChangeAspect="1"/>
          </p:cNvPicPr>
          <p:nvPr/>
        </p:nvPicPr>
        <p:blipFill>
          <a:blip r:embed="rId10"/>
          <a:stretch>
            <a:fillRect/>
          </a:stretch>
        </p:blipFill>
        <p:spPr>
          <a:xfrm>
            <a:off x="821863" y="5366431"/>
            <a:ext cx="294803" cy="294803"/>
          </a:xfrm>
          <a:prstGeom prst="rect">
            <a:avLst/>
          </a:prstGeom>
        </p:spPr>
      </p:pic>
      <p:sp>
        <p:nvSpPr>
          <p:cNvPr id="26" name="Text 14"/>
          <p:cNvSpPr txBox="1"/>
          <p:nvPr/>
        </p:nvSpPr>
        <p:spPr>
          <a:xfrm>
            <a:off x="237744" y="5852160"/>
            <a:ext cx="1463040" cy="256032"/>
          </a:xfrm>
          <a:prstGeom prst="rect">
            <a:avLst/>
          </a:prstGeom>
          <a:noFill/>
          <a:ln/>
        </p:spPr>
        <p:txBody>
          <a:bodyPr wrap="square" lIns="0" tIns="0" rIns="0" bIns="0" rtlCol="0" anchor="t"/>
          <a:lstStyle/>
          <a:p>
            <a:pPr algn="ctr" indent="0" marL="0">
              <a:buNone/>
            </a:pPr>
            <a:r>
              <a:rPr lang="en-US" sz="900" b="1" dirty="0">
                <a:solidFill>
                  <a:srgbClr val="4BF0A0"/>
                </a:solidFill>
                <a:latin typeface="Courier New" pitchFamily="34" charset="0"/>
                <a:ea typeface="Courier New" pitchFamily="34" charset="-122"/>
                <a:cs typeface="Courier New" pitchFamily="34" charset="-120"/>
              </a:rPr>
              <a:t>SCIENCE</a:t>
            </a:r>
            <a:endParaRPr lang="en-US" sz="900" dirty="0"/>
          </a:p>
        </p:txBody>
      </p:sp>
      <p:sp>
        <p:nvSpPr>
          <p:cNvPr id="27" name="Shape 15"/>
          <p:cNvSpPr/>
          <p:nvPr/>
        </p:nvSpPr>
        <p:spPr>
          <a:xfrm>
            <a:off x="2286000" y="5230368"/>
            <a:ext cx="566928" cy="566928"/>
          </a:xfrm>
          <a:prstGeom prst="ellipse">
            <a:avLst/>
          </a:prstGeom>
          <a:solidFill>
            <a:srgbClr val="4BF0A0"/>
          </a:solidFill>
          <a:ln w="25400">
            <a:solidFill>
              <a:srgbClr val="4BF0A0"/>
            </a:solidFill>
            <a:prstDash val="solid"/>
          </a:ln>
        </p:spPr>
      </p:sp>
      <p:pic>
        <p:nvPicPr>
          <p:cNvPr id="28" name="Image 10" descr="/tmp/claude-0/-home-user-ashton212123/6ae88841-e158-5430-ba3a-d930461fce9f/scratchpad/build/assets/icons/FaCheck_0A0F24.png">    </p:cNvPr>
          <p:cNvPicPr>
            <a:picLocks noChangeAspect="1"/>
          </p:cNvPicPr>
          <p:nvPr/>
        </p:nvPicPr>
        <p:blipFill>
          <a:blip r:embed="rId11"/>
          <a:stretch>
            <a:fillRect/>
          </a:stretch>
        </p:blipFill>
        <p:spPr>
          <a:xfrm>
            <a:off x="2422063" y="5366431"/>
            <a:ext cx="294803" cy="294803"/>
          </a:xfrm>
          <a:prstGeom prst="rect">
            <a:avLst/>
          </a:prstGeom>
        </p:spPr>
      </p:pic>
      <p:sp>
        <p:nvSpPr>
          <p:cNvPr id="29" name="Text 16"/>
          <p:cNvSpPr txBox="1"/>
          <p:nvPr/>
        </p:nvSpPr>
        <p:spPr>
          <a:xfrm>
            <a:off x="1837944" y="5852160"/>
            <a:ext cx="1463040" cy="256032"/>
          </a:xfrm>
          <a:prstGeom prst="rect">
            <a:avLst/>
          </a:prstGeom>
          <a:noFill/>
          <a:ln/>
        </p:spPr>
        <p:txBody>
          <a:bodyPr wrap="square" lIns="0" tIns="0" rIns="0" bIns="0" rtlCol="0" anchor="t"/>
          <a:lstStyle/>
          <a:p>
            <a:pPr algn="ctr" indent="0" marL="0">
              <a:buNone/>
            </a:pPr>
            <a:r>
              <a:rPr lang="en-US" sz="900" b="1" dirty="0">
                <a:solidFill>
                  <a:srgbClr val="4BF0A0"/>
                </a:solidFill>
                <a:latin typeface="Courier New" pitchFamily="34" charset="0"/>
                <a:ea typeface="Courier New" pitchFamily="34" charset="-122"/>
                <a:cs typeface="Courier New" pitchFamily="34" charset="-120"/>
              </a:rPr>
              <a:t>HISTORY</a:t>
            </a:r>
            <a:endParaRPr lang="en-US" sz="900" dirty="0"/>
          </a:p>
        </p:txBody>
      </p:sp>
      <p:sp>
        <p:nvSpPr>
          <p:cNvPr id="30" name="Shape 17"/>
          <p:cNvSpPr/>
          <p:nvPr/>
        </p:nvSpPr>
        <p:spPr>
          <a:xfrm>
            <a:off x="3886200" y="5230368"/>
            <a:ext cx="566928" cy="566928"/>
          </a:xfrm>
          <a:prstGeom prst="ellipse">
            <a:avLst/>
          </a:prstGeom>
          <a:solidFill>
            <a:srgbClr val="1A2353"/>
          </a:solidFill>
          <a:ln w="31750">
            <a:solidFill>
              <a:srgbClr val="A98BFF"/>
            </a:solidFill>
            <a:prstDash val="solid"/>
          </a:ln>
          <a:effectLst>
            <a:outerShdw sx="100000" sy="100000" kx="0" ky="0" algn="bl" rotWithShape="0" blurRad="152400" dist="50800" dir="5400000">
              <a:srgbClr val="A98BFF">
                <a:alpha val="45000"/>
              </a:srgbClr>
            </a:outerShdw>
          </a:effectLst>
        </p:spPr>
      </p:sp>
      <p:pic>
        <p:nvPicPr>
          <p:cNvPr id="31" name="Image 11" descr="/tmp/claude-0/-home-user-ashton212123/6ae88841-e158-5430-ba3a-d930461fce9f/scratchpad/build/assets/icons/FaGamepad_A98BFF.png">    </p:cNvPr>
          <p:cNvPicPr>
            <a:picLocks noChangeAspect="1"/>
          </p:cNvPicPr>
          <p:nvPr/>
        </p:nvPicPr>
        <p:blipFill>
          <a:blip r:embed="rId12"/>
          <a:stretch>
            <a:fillRect/>
          </a:stretch>
        </p:blipFill>
        <p:spPr>
          <a:xfrm>
            <a:off x="3999586" y="5343754"/>
            <a:ext cx="340157" cy="340157"/>
          </a:xfrm>
          <a:prstGeom prst="rect">
            <a:avLst/>
          </a:prstGeom>
        </p:spPr>
      </p:pic>
      <p:sp>
        <p:nvSpPr>
          <p:cNvPr id="32" name="Text 18"/>
          <p:cNvSpPr txBox="1"/>
          <p:nvPr/>
        </p:nvSpPr>
        <p:spPr>
          <a:xfrm>
            <a:off x="3438144" y="5852160"/>
            <a:ext cx="1463040" cy="256032"/>
          </a:xfrm>
          <a:prstGeom prst="rect">
            <a:avLst/>
          </a:prstGeom>
          <a:noFill/>
          <a:ln/>
        </p:spPr>
        <p:txBody>
          <a:bodyPr wrap="square" lIns="0" tIns="0" rIns="0" bIns="0" rtlCol="0" anchor="t"/>
          <a:lstStyle/>
          <a:p>
            <a:pPr algn="ctr" indent="0" marL="0">
              <a:buNone/>
            </a:pPr>
            <a:r>
              <a:rPr lang="en-US" sz="900" b="1" dirty="0">
                <a:solidFill>
                  <a:srgbClr val="A98BFF"/>
                </a:solidFill>
                <a:latin typeface="Courier New" pitchFamily="34" charset="0"/>
                <a:ea typeface="Courier New" pitchFamily="34" charset="-122"/>
                <a:cs typeface="Courier New" pitchFamily="34" charset="-120"/>
              </a:rPr>
              <a:t>FUN ZONE</a:t>
            </a:r>
            <a:endParaRPr lang="en-US" sz="900" dirty="0"/>
          </a:p>
        </p:txBody>
      </p:sp>
      <p:sp>
        <p:nvSpPr>
          <p:cNvPr id="33" name="Shape 19"/>
          <p:cNvSpPr/>
          <p:nvPr/>
        </p:nvSpPr>
        <p:spPr>
          <a:xfrm>
            <a:off x="5486400" y="5230368"/>
            <a:ext cx="566928" cy="566928"/>
          </a:xfrm>
          <a:prstGeom prst="ellipse">
            <a:avLst/>
          </a:prstGeom>
          <a:solidFill>
            <a:srgbClr val="1A2353"/>
          </a:solidFill>
          <a:ln w="25400">
            <a:solidFill>
              <a:srgbClr val="3A4370"/>
            </a:solidFill>
            <a:prstDash val="solid"/>
          </a:ln>
        </p:spPr>
      </p:sp>
      <p:pic>
        <p:nvPicPr>
          <p:cNvPr id="34" name="Image 12" descr="/tmp/claude-0/-home-user-ashton212123/6ae88841-e158-5430-ba3a-d930461fce9f/scratchpad/build/assets/icons/FaLock_5A6494.png">    </p:cNvPr>
          <p:cNvPicPr>
            <a:picLocks noChangeAspect="1"/>
          </p:cNvPicPr>
          <p:nvPr/>
        </p:nvPicPr>
        <p:blipFill>
          <a:blip r:embed="rId13"/>
          <a:stretch>
            <a:fillRect/>
          </a:stretch>
        </p:blipFill>
        <p:spPr>
          <a:xfrm>
            <a:off x="5633801" y="5377769"/>
            <a:ext cx="272125" cy="272125"/>
          </a:xfrm>
          <a:prstGeom prst="rect">
            <a:avLst/>
          </a:prstGeom>
        </p:spPr>
      </p:pic>
      <p:sp>
        <p:nvSpPr>
          <p:cNvPr id="35" name="Text 20"/>
          <p:cNvSpPr txBox="1"/>
          <p:nvPr/>
        </p:nvSpPr>
        <p:spPr>
          <a:xfrm>
            <a:off x="5038344" y="5852160"/>
            <a:ext cx="1463040" cy="256032"/>
          </a:xfrm>
          <a:prstGeom prst="rect">
            <a:avLst/>
          </a:prstGeom>
          <a:noFill/>
          <a:ln/>
        </p:spPr>
        <p:txBody>
          <a:bodyPr wrap="square" lIns="0" tIns="0" rIns="0" bIns="0" rtlCol="0" anchor="t"/>
          <a:lstStyle/>
          <a:p>
            <a:pPr algn="ctr" indent="0" marL="0">
              <a:buNone/>
            </a:pPr>
            <a:r>
              <a:rPr lang="en-US" sz="900" b="1" dirty="0">
                <a:solidFill>
                  <a:srgbClr val="5A6494"/>
                </a:solidFill>
                <a:latin typeface="Courier New" pitchFamily="34" charset="0"/>
                <a:ea typeface="Courier New" pitchFamily="34" charset="-122"/>
                <a:cs typeface="Courier New" pitchFamily="34" charset="-120"/>
              </a:rPr>
              <a:t>WORLD</a:t>
            </a:r>
            <a:endParaRPr lang="en-US" sz="900" dirty="0"/>
          </a:p>
        </p:txBody>
      </p:sp>
      <p:sp>
        <p:nvSpPr>
          <p:cNvPr id="36" name="Shape 21"/>
          <p:cNvSpPr/>
          <p:nvPr/>
        </p:nvSpPr>
        <p:spPr>
          <a:xfrm>
            <a:off x="7086600" y="5230368"/>
            <a:ext cx="566928" cy="566928"/>
          </a:xfrm>
          <a:prstGeom prst="ellipse">
            <a:avLst/>
          </a:prstGeom>
          <a:solidFill>
            <a:srgbClr val="1A2353"/>
          </a:solidFill>
          <a:ln w="25400">
            <a:solidFill>
              <a:srgbClr val="3A4370"/>
            </a:solidFill>
            <a:prstDash val="solid"/>
          </a:ln>
        </p:spPr>
      </p:sp>
      <p:pic>
        <p:nvPicPr>
          <p:cNvPr id="37" name="Image 13" descr="/tmp/claude-0/-home-user-ashton212123/6ae88841-e158-5430-ba3a-d930461fce9f/scratchpad/build/assets/icons/FaLock_5A6494.png">    </p:cNvPr>
          <p:cNvPicPr>
            <a:picLocks noChangeAspect="1"/>
          </p:cNvPicPr>
          <p:nvPr/>
        </p:nvPicPr>
        <p:blipFill>
          <a:blip r:embed="rId14"/>
          <a:stretch>
            <a:fillRect/>
          </a:stretch>
        </p:blipFill>
        <p:spPr>
          <a:xfrm>
            <a:off x="7234001" y="5377769"/>
            <a:ext cx="272125" cy="272125"/>
          </a:xfrm>
          <a:prstGeom prst="rect">
            <a:avLst/>
          </a:prstGeom>
        </p:spPr>
      </p:pic>
      <p:sp>
        <p:nvSpPr>
          <p:cNvPr id="38" name="Text 22"/>
          <p:cNvSpPr txBox="1"/>
          <p:nvPr/>
        </p:nvSpPr>
        <p:spPr>
          <a:xfrm>
            <a:off x="6638544" y="5852160"/>
            <a:ext cx="1463040" cy="256032"/>
          </a:xfrm>
          <a:prstGeom prst="rect">
            <a:avLst/>
          </a:prstGeom>
          <a:noFill/>
          <a:ln/>
        </p:spPr>
        <p:txBody>
          <a:bodyPr wrap="square" lIns="0" tIns="0" rIns="0" bIns="0" rtlCol="0" anchor="t"/>
          <a:lstStyle/>
          <a:p>
            <a:pPr algn="ctr" indent="0" marL="0">
              <a:buNone/>
            </a:pPr>
            <a:r>
              <a:rPr lang="en-US" sz="900" b="1" dirty="0">
                <a:solidFill>
                  <a:srgbClr val="5A6494"/>
                </a:solidFill>
                <a:latin typeface="Courier New" pitchFamily="34" charset="0"/>
                <a:ea typeface="Courier New" pitchFamily="34" charset="-122"/>
                <a:cs typeface="Courier New" pitchFamily="34" charset="-120"/>
              </a:rPr>
              <a:t>CORE</a:t>
            </a:r>
            <a:endParaRPr lang="en-US" sz="900" dirty="0"/>
          </a:p>
        </p:txBody>
      </p:sp>
      <p:sp>
        <p:nvSpPr>
          <p:cNvPr id="39" name="Link - ENTER SECTOR">
            <a:hlinkClick r:id="rId18" action="ppaction://hlinksldjump" highlightClick="1"/>
          </p:cNvPr>
          <p:cNvSpPr txBox="1"/>
          <p:nvPr/>
        </p:nvSpPr>
        <p:spPr>
          <a:xfrm>
            <a:off x="9144000" y="5257800"/>
            <a:ext cx="2587752" cy="731520"/>
          </a:xfrm>
          <a:prstGeom prst="roundRect">
            <a:avLst>
              <a:gd name="adj" fmla="val 12500"/>
            </a:avLst>
          </a:prstGeom>
          <a:solidFill>
            <a:srgbClr val="A98BFF"/>
          </a:solidFill>
          <a:ln w="25400">
            <a:solidFill>
              <a:srgbClr val="A98BFF"/>
            </a:solidFill>
          </a:ln>
          <a:effectLst>
            <a:outerShdw sx="100000" sy="100000" kx="0" ky="0" algn="bl" rotWithShape="0" blurRad="177800" dist="50800" dir="5400000">
              <a:srgbClr val="A98BFF">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ENTER SECTOR</a:t>
            </a:r>
            <a:endParaRPr lang="en-US" sz="1600" dirty="0"/>
          </a:p>
        </p:txBody>
      </p:sp>
    </p:spTree>
  </p:cSld>
  <p:clrMapOvr>
    <a:masterClrMapping/>
  </p:clrMapOvr>
  <p:transition spd="med" advClick="0">
    <p:fade/>
  </p:transition>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A98BFF"/>
                </a:solidFill>
                <a:latin typeface="Courier New" pitchFamily="34" charset="0"/>
                <a:ea typeface="Courier New" pitchFamily="34" charset="-122"/>
                <a:cs typeface="Courier New" pitchFamily="34" charset="-120"/>
              </a:rPr>
              <a:t>&gt; SECTOR 03 // FUN ZONE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1"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1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A98BFF"/>
            </a:solidFill>
            <a:prstDash val="solid"/>
          </a:ln>
          <a:effectLst>
            <a:outerShdw sx="100000" sy="100000" kx="0" ky="0" algn="bl" rotWithShape="0" blurRad="203200" dist="50800" dir="5400000">
              <a:srgbClr val="A98BFF">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In basketball, how many players from ONE team are on the court at the same time?</a:t>
            </a:r>
            <a:endParaRPr lang="en-US" sz="2200" dirty="0"/>
          </a:p>
        </p:txBody>
      </p:sp>
      <p:sp>
        <p:nvSpPr>
          <p:cNvPr id="17" name="Link - Answer A">
            <a:hlinkClick r:id="rId12" action="ppaction://hlinksldjump" highlightClick="1"/>
          </p:cNvPr>
          <p:cNvSpPr txBox="1"/>
          <p:nvPr/>
        </p:nvSpPr>
        <p:spPr>
          <a:xfrm>
            <a:off x="457200" y="3474720"/>
            <a:ext cx="5486400" cy="1234440"/>
          </a:xfrm>
          <a:prstGeom prst="roundRect">
            <a:avLst>
              <a:gd name="adj" fmla="val 7407"/>
            </a:avLst>
          </a:prstGeom>
          <a:solidFill>
            <a:srgbClr val="1A2353"/>
          </a:solidFill>
          <a:ln w="22225">
            <a:solidFill>
              <a:srgbClr val="A98BFF"/>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5</a:t>
            </a:r>
            <a:endParaRPr lang="en-US" sz="1800" dirty="0"/>
          </a:p>
        </p:txBody>
      </p:sp>
      <p:sp>
        <p:nvSpPr>
          <p:cNvPr id="18" name="Link - Answer A badge">
            <a:hlinkClick r:id="rId12" action="ppaction://hlinksldjump" highlightClick="1"/>
          </p:cNvPr>
          <p:cNvSpPr txBox="1"/>
          <p:nvPr/>
        </p:nvSpPr>
        <p:spPr>
          <a:xfrm>
            <a:off x="658368" y="3817620"/>
            <a:ext cx="548640" cy="54864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19" name="Link - Answer B">
            <a:hlinkClick r:id="rId13" action="ppaction://hlinksldjump" highlightClick="1"/>
          </p:cNvPr>
          <p:cNvSpPr txBox="1"/>
          <p:nvPr/>
        </p:nvSpPr>
        <p:spPr>
          <a:xfrm>
            <a:off x="6245352" y="3474720"/>
            <a:ext cx="5486400" cy="1234440"/>
          </a:xfrm>
          <a:prstGeom prst="roundRect">
            <a:avLst>
              <a:gd name="adj" fmla="val 7407"/>
            </a:avLst>
          </a:prstGeom>
          <a:solidFill>
            <a:srgbClr val="1A2353"/>
          </a:solidFill>
          <a:ln w="22225">
            <a:solidFill>
              <a:srgbClr val="A98BFF"/>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6</a:t>
            </a:r>
            <a:endParaRPr lang="en-US" sz="1800" dirty="0"/>
          </a:p>
        </p:txBody>
      </p:sp>
      <p:sp>
        <p:nvSpPr>
          <p:cNvPr id="20" name="Link - Answer B badge">
            <a:hlinkClick r:id="rId13" action="ppaction://hlinksldjump" highlightClick="1"/>
          </p:cNvPr>
          <p:cNvSpPr txBox="1"/>
          <p:nvPr/>
        </p:nvSpPr>
        <p:spPr>
          <a:xfrm>
            <a:off x="6446520" y="3817620"/>
            <a:ext cx="548640" cy="54864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
        <p:nvSpPr>
          <p:cNvPr id="21" name="Link - Answer C">
            <a:hlinkClick r:id="rId13" action="ppaction://hlinksldjump" highlightClick="1"/>
          </p:cNvPr>
          <p:cNvSpPr txBox="1"/>
          <p:nvPr/>
        </p:nvSpPr>
        <p:spPr>
          <a:xfrm>
            <a:off x="457200" y="4892040"/>
            <a:ext cx="5486400" cy="1234440"/>
          </a:xfrm>
          <a:prstGeom prst="roundRect">
            <a:avLst>
              <a:gd name="adj" fmla="val 7407"/>
            </a:avLst>
          </a:prstGeom>
          <a:solidFill>
            <a:srgbClr val="1A2353"/>
          </a:solidFill>
          <a:ln w="22225">
            <a:solidFill>
              <a:srgbClr val="A98BFF"/>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7</a:t>
            </a:r>
            <a:endParaRPr lang="en-US" sz="1800" dirty="0"/>
          </a:p>
        </p:txBody>
      </p:sp>
      <p:sp>
        <p:nvSpPr>
          <p:cNvPr id="22" name="Link - Answer C badge">
            <a:hlinkClick r:id="rId13" action="ppaction://hlinksldjump" highlightClick="1"/>
          </p:cNvPr>
          <p:cNvSpPr txBox="1"/>
          <p:nvPr/>
        </p:nvSpPr>
        <p:spPr>
          <a:xfrm>
            <a:off x="658368" y="5234940"/>
            <a:ext cx="548640" cy="54864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sp>
        <p:nvSpPr>
          <p:cNvPr id="23" name="Link - Answer D">
            <a:hlinkClick r:id="rId13" action="ppaction://hlinksldjump" highlightClick="1"/>
          </p:cNvPr>
          <p:cNvSpPr txBox="1"/>
          <p:nvPr/>
        </p:nvSpPr>
        <p:spPr>
          <a:xfrm>
            <a:off x="6245352" y="4892040"/>
            <a:ext cx="5486400" cy="1234440"/>
          </a:xfrm>
          <a:prstGeom prst="roundRect">
            <a:avLst>
              <a:gd name="adj" fmla="val 7407"/>
            </a:avLst>
          </a:prstGeom>
          <a:solidFill>
            <a:srgbClr val="1A2353"/>
          </a:solidFill>
          <a:ln w="22225">
            <a:solidFill>
              <a:srgbClr val="A98BFF"/>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11</a:t>
            </a:r>
            <a:endParaRPr lang="en-US" sz="1800" dirty="0"/>
          </a:p>
        </p:txBody>
      </p:sp>
      <p:sp>
        <p:nvSpPr>
          <p:cNvPr id="24" name="Link - Answer D badge">
            <a:hlinkClick r:id="rId13" action="ppaction://hlinksldjump" highlightClick="1"/>
          </p:cNvPr>
          <p:cNvSpPr txBox="1"/>
          <p:nvPr/>
        </p:nvSpPr>
        <p:spPr>
          <a:xfrm>
            <a:off x="6446520" y="5234940"/>
            <a:ext cx="548640" cy="54864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spTree>
  </p:cSld>
  <p:clrMapOvr>
    <a:masterClrMapping/>
  </p:clrMapOvr>
  <p:transition spd="med" advClick="0">
    <p:fade/>
  </p:transition>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A98BFF"/>
                </a:solidFill>
                <a:latin typeface="Courier New" pitchFamily="34" charset="0"/>
                <a:ea typeface="Courier New" pitchFamily="34" charset="-122"/>
                <a:cs typeface="Courier New" pitchFamily="34" charset="-120"/>
              </a:rPr>
              <a:t>&gt; SECTOR 03 // FUN ZONE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1"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1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A98BFF"/>
            </a:solidFill>
            <a:prstDash val="solid"/>
          </a:ln>
          <a:effectLst>
            <a:outerShdw sx="100000" sy="100000" kx="0" ky="0" algn="bl" rotWithShape="0" blurRad="203200" dist="50800" dir="5400000">
              <a:srgbClr val="A98BFF">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In basketball, how many players from ONE team are on the court at the same time?</a:t>
            </a:r>
            <a:endParaRPr lang="en-US" sz="2200" dirty="0"/>
          </a:p>
        </p:txBody>
      </p:sp>
      <p:sp>
        <p:nvSpPr>
          <p:cNvPr id="17" name="Link - Answer A">
            <a:hlinkClick r:id="rId12" action="ppaction://hlinksldjump" highlightClick="1"/>
          </p:cNvPr>
          <p:cNvSpPr txBox="1"/>
          <p:nvPr/>
        </p:nvSpPr>
        <p:spPr>
          <a:xfrm>
            <a:off x="457200" y="3474720"/>
            <a:ext cx="5486400" cy="1234440"/>
          </a:xfrm>
          <a:prstGeom prst="roundRect">
            <a:avLst>
              <a:gd name="adj" fmla="val 7407"/>
            </a:avLst>
          </a:prstGeom>
          <a:solidFill>
            <a:srgbClr val="1A2353"/>
          </a:solidFill>
          <a:ln w="22225">
            <a:solidFill>
              <a:srgbClr val="A98BFF"/>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5</a:t>
            </a:r>
            <a:endParaRPr lang="en-US" sz="1800" dirty="0"/>
          </a:p>
        </p:txBody>
      </p:sp>
      <p:sp>
        <p:nvSpPr>
          <p:cNvPr id="18" name="Link - Answer A badge">
            <a:hlinkClick r:id="rId12" action="ppaction://hlinksldjump" highlightClick="1"/>
          </p:cNvPr>
          <p:cNvSpPr txBox="1"/>
          <p:nvPr/>
        </p:nvSpPr>
        <p:spPr>
          <a:xfrm>
            <a:off x="658368" y="3817620"/>
            <a:ext cx="548640" cy="54864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19" name="Link - Answer B">
            <a:hlinkClick r:id="rId13" action="ppaction://hlinksldjump" highlightClick="1"/>
          </p:cNvPr>
          <p:cNvSpPr txBox="1"/>
          <p:nvPr/>
        </p:nvSpPr>
        <p:spPr>
          <a:xfrm>
            <a:off x="6245352" y="3474720"/>
            <a:ext cx="5486400" cy="1234440"/>
          </a:xfrm>
          <a:prstGeom prst="roundRect">
            <a:avLst>
              <a:gd name="adj" fmla="val 7407"/>
            </a:avLst>
          </a:prstGeom>
          <a:solidFill>
            <a:srgbClr val="1A2353"/>
          </a:solidFill>
          <a:ln w="22225">
            <a:solidFill>
              <a:srgbClr val="A98BFF"/>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6</a:t>
            </a:r>
            <a:endParaRPr lang="en-US" sz="1800" dirty="0"/>
          </a:p>
        </p:txBody>
      </p:sp>
      <p:sp>
        <p:nvSpPr>
          <p:cNvPr id="20" name="Link - Answer B badge">
            <a:hlinkClick r:id="rId13" action="ppaction://hlinksldjump" highlightClick="1"/>
          </p:cNvPr>
          <p:cNvSpPr txBox="1"/>
          <p:nvPr/>
        </p:nvSpPr>
        <p:spPr>
          <a:xfrm>
            <a:off x="6446520" y="3817620"/>
            <a:ext cx="548640" cy="54864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
        <p:nvSpPr>
          <p:cNvPr id="21" name="Link - Answer C">
            <a:hlinkClick r:id="rId13" action="ppaction://hlinksldjump" highlightClick="1"/>
          </p:cNvPr>
          <p:cNvSpPr txBox="1"/>
          <p:nvPr/>
        </p:nvSpPr>
        <p:spPr>
          <a:xfrm>
            <a:off x="457200" y="4892040"/>
            <a:ext cx="5486400" cy="1234440"/>
          </a:xfrm>
          <a:prstGeom prst="roundRect">
            <a:avLst>
              <a:gd name="adj" fmla="val 7407"/>
            </a:avLst>
          </a:prstGeom>
          <a:solidFill>
            <a:srgbClr val="1A2353"/>
          </a:solidFill>
          <a:ln w="22225">
            <a:solidFill>
              <a:srgbClr val="A98BFF"/>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7</a:t>
            </a:r>
            <a:endParaRPr lang="en-US" sz="1800" dirty="0"/>
          </a:p>
        </p:txBody>
      </p:sp>
      <p:sp>
        <p:nvSpPr>
          <p:cNvPr id="22" name="Link - Answer C badge">
            <a:hlinkClick r:id="rId13" action="ppaction://hlinksldjump" highlightClick="1"/>
          </p:cNvPr>
          <p:cNvSpPr txBox="1"/>
          <p:nvPr/>
        </p:nvSpPr>
        <p:spPr>
          <a:xfrm>
            <a:off x="658368" y="5234940"/>
            <a:ext cx="548640" cy="54864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sp>
        <p:nvSpPr>
          <p:cNvPr id="23" name="Link - Answer D">
            <a:hlinkClick r:id="rId13" action="ppaction://hlinksldjump" highlightClick="1"/>
          </p:cNvPr>
          <p:cNvSpPr txBox="1"/>
          <p:nvPr/>
        </p:nvSpPr>
        <p:spPr>
          <a:xfrm>
            <a:off x="6245352" y="4892040"/>
            <a:ext cx="5486400" cy="1234440"/>
          </a:xfrm>
          <a:prstGeom prst="roundRect">
            <a:avLst>
              <a:gd name="adj" fmla="val 7407"/>
            </a:avLst>
          </a:prstGeom>
          <a:solidFill>
            <a:srgbClr val="1A2353"/>
          </a:solidFill>
          <a:ln w="22225">
            <a:solidFill>
              <a:srgbClr val="A98BFF"/>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11</a:t>
            </a:r>
            <a:endParaRPr lang="en-US" sz="1800" dirty="0"/>
          </a:p>
        </p:txBody>
      </p:sp>
      <p:sp>
        <p:nvSpPr>
          <p:cNvPr id="24" name="Link - Answer D badge">
            <a:hlinkClick r:id="rId13" action="ppaction://hlinksldjump" highlightClick="1"/>
          </p:cNvPr>
          <p:cNvSpPr txBox="1"/>
          <p:nvPr/>
        </p:nvSpPr>
        <p:spPr>
          <a:xfrm>
            <a:off x="6446520" y="5234940"/>
            <a:ext cx="548640" cy="54864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spTree>
  </p:cSld>
  <p:clrMapOvr>
    <a:masterClrMapping/>
  </p:clrMapOvr>
  <p:transition spd="med" advClick="0">
    <p:fade/>
  </p:transition>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A98BFF"/>
                </a:solidFill>
                <a:latin typeface="Courier New" pitchFamily="34" charset="0"/>
                <a:ea typeface="Courier New" pitchFamily="34" charset="-122"/>
                <a:cs typeface="Courier New" pitchFamily="34" charset="-120"/>
              </a:rPr>
              <a:t>&gt; SECTOR 03 // FUN ZONE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1"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1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A98BFF"/>
            </a:solidFill>
            <a:prstDash val="solid"/>
          </a:ln>
          <a:effectLst>
            <a:outerShdw sx="100000" sy="100000" kx="0" ky="0" algn="bl" rotWithShape="0" blurRad="203200" dist="50800" dir="5400000">
              <a:srgbClr val="A98BFF">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In basketball, how many players from ONE team are on the court at the same time?</a:t>
            </a:r>
            <a:endParaRPr lang="en-US" sz="2200" dirty="0"/>
          </a:p>
        </p:txBody>
      </p:sp>
      <p:sp>
        <p:nvSpPr>
          <p:cNvPr id="17" name="Link - Answer A">
            <a:hlinkClick r:id="rId12" action="ppaction://hlinksldjump" highlightClick="1"/>
          </p:cNvPr>
          <p:cNvSpPr txBox="1"/>
          <p:nvPr/>
        </p:nvSpPr>
        <p:spPr>
          <a:xfrm>
            <a:off x="457200" y="3474720"/>
            <a:ext cx="5486400" cy="1234440"/>
          </a:xfrm>
          <a:prstGeom prst="roundRect">
            <a:avLst>
              <a:gd name="adj" fmla="val 7407"/>
            </a:avLst>
          </a:prstGeom>
          <a:solidFill>
            <a:srgbClr val="1A2353"/>
          </a:solidFill>
          <a:ln w="22225">
            <a:solidFill>
              <a:srgbClr val="A98BFF"/>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5</a:t>
            </a:r>
            <a:endParaRPr lang="en-US" sz="1800" dirty="0"/>
          </a:p>
        </p:txBody>
      </p:sp>
      <p:sp>
        <p:nvSpPr>
          <p:cNvPr id="18" name="Link - Answer A badge">
            <a:hlinkClick r:id="rId12" action="ppaction://hlinksldjump" highlightClick="1"/>
          </p:cNvPr>
          <p:cNvSpPr txBox="1"/>
          <p:nvPr/>
        </p:nvSpPr>
        <p:spPr>
          <a:xfrm>
            <a:off x="658368" y="3817620"/>
            <a:ext cx="548640" cy="54864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19" name="Link - Answer B">
            <a:hlinkClick r:id="rId13" action="ppaction://hlinksldjump" highlightClick="1"/>
          </p:cNvPr>
          <p:cNvSpPr txBox="1"/>
          <p:nvPr/>
        </p:nvSpPr>
        <p:spPr>
          <a:xfrm>
            <a:off x="6245352" y="3474720"/>
            <a:ext cx="5486400" cy="1234440"/>
          </a:xfrm>
          <a:prstGeom prst="roundRect">
            <a:avLst>
              <a:gd name="adj" fmla="val 7407"/>
            </a:avLst>
          </a:prstGeom>
          <a:solidFill>
            <a:srgbClr val="1A2353"/>
          </a:solidFill>
          <a:ln w="22225">
            <a:solidFill>
              <a:srgbClr val="A98BFF"/>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6</a:t>
            </a:r>
            <a:endParaRPr lang="en-US" sz="1800" dirty="0"/>
          </a:p>
        </p:txBody>
      </p:sp>
      <p:sp>
        <p:nvSpPr>
          <p:cNvPr id="20" name="Link - Answer B badge">
            <a:hlinkClick r:id="rId13" action="ppaction://hlinksldjump" highlightClick="1"/>
          </p:cNvPr>
          <p:cNvSpPr txBox="1"/>
          <p:nvPr/>
        </p:nvSpPr>
        <p:spPr>
          <a:xfrm>
            <a:off x="6446520" y="3817620"/>
            <a:ext cx="548640" cy="54864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
        <p:nvSpPr>
          <p:cNvPr id="21" name="Link - Answer C">
            <a:hlinkClick r:id="rId13" action="ppaction://hlinksldjump" highlightClick="1"/>
          </p:cNvPr>
          <p:cNvSpPr txBox="1"/>
          <p:nvPr/>
        </p:nvSpPr>
        <p:spPr>
          <a:xfrm>
            <a:off x="457200" y="4892040"/>
            <a:ext cx="5486400" cy="1234440"/>
          </a:xfrm>
          <a:prstGeom prst="roundRect">
            <a:avLst>
              <a:gd name="adj" fmla="val 7407"/>
            </a:avLst>
          </a:prstGeom>
          <a:solidFill>
            <a:srgbClr val="1A2353"/>
          </a:solidFill>
          <a:ln w="22225">
            <a:solidFill>
              <a:srgbClr val="A98BFF"/>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7</a:t>
            </a:r>
            <a:endParaRPr lang="en-US" sz="1800" dirty="0"/>
          </a:p>
        </p:txBody>
      </p:sp>
      <p:sp>
        <p:nvSpPr>
          <p:cNvPr id="22" name="Link - Answer C badge">
            <a:hlinkClick r:id="rId13" action="ppaction://hlinksldjump" highlightClick="1"/>
          </p:cNvPr>
          <p:cNvSpPr txBox="1"/>
          <p:nvPr/>
        </p:nvSpPr>
        <p:spPr>
          <a:xfrm>
            <a:off x="658368" y="5234940"/>
            <a:ext cx="548640" cy="54864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sp>
        <p:nvSpPr>
          <p:cNvPr id="23" name="Link - Answer D">
            <a:hlinkClick r:id="rId13" action="ppaction://hlinksldjump" highlightClick="1"/>
          </p:cNvPr>
          <p:cNvSpPr txBox="1"/>
          <p:nvPr/>
        </p:nvSpPr>
        <p:spPr>
          <a:xfrm>
            <a:off x="6245352" y="4892040"/>
            <a:ext cx="5486400" cy="1234440"/>
          </a:xfrm>
          <a:prstGeom prst="roundRect">
            <a:avLst>
              <a:gd name="adj" fmla="val 7407"/>
            </a:avLst>
          </a:prstGeom>
          <a:solidFill>
            <a:srgbClr val="1A2353"/>
          </a:solidFill>
          <a:ln w="22225">
            <a:solidFill>
              <a:srgbClr val="A98BFF"/>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11</a:t>
            </a:r>
            <a:endParaRPr lang="en-US" sz="1800" dirty="0"/>
          </a:p>
        </p:txBody>
      </p:sp>
      <p:sp>
        <p:nvSpPr>
          <p:cNvPr id="24" name="Link - Answer D badge">
            <a:hlinkClick r:id="rId13" action="ppaction://hlinksldjump" highlightClick="1"/>
          </p:cNvPr>
          <p:cNvSpPr txBox="1"/>
          <p:nvPr/>
        </p:nvSpPr>
        <p:spPr>
          <a:xfrm>
            <a:off x="6446520" y="5234940"/>
            <a:ext cx="548640" cy="54864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spTree>
  </p:cSld>
  <p:clrMapOvr>
    <a:masterClrMapping/>
  </p:clrMapOvr>
  <p:transition spd="med" advClick="0">
    <p:fade/>
  </p:transition>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A98BFF"/>
                </a:solidFill>
                <a:latin typeface="Courier New" pitchFamily="34" charset="0"/>
                <a:ea typeface="Courier New" pitchFamily="34" charset="-122"/>
                <a:cs typeface="Courier New" pitchFamily="34" charset="-120"/>
              </a:rPr>
              <a:t>&gt; SECTOR 03 // FUN ZONE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A. 5</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Each basketball team has 5 players on the court: usually 2 guards, 2 forwards, and a center. Volleyball has 6 players per team, and football (soccer) has 11.</a:t>
            </a:r>
            <a:endParaRPr lang="en-US" sz="1800" dirty="0"/>
          </a:p>
        </p:txBody>
      </p:sp>
      <p:sp>
        <p:nvSpPr>
          <p:cNvPr id="20" name="Text 9"/>
          <p:cNvSpPr txBox="1"/>
          <p:nvPr/>
        </p:nvSpPr>
        <p:spPr>
          <a:xfrm>
            <a:off x="2743200" y="4846320"/>
            <a:ext cx="3657600" cy="274320"/>
          </a:xfrm>
          <a:prstGeom prst="rect">
            <a:avLst/>
          </a:prstGeom>
          <a:noFill/>
          <a:ln/>
        </p:spPr>
        <p:txBody>
          <a:bodyPr wrap="square" lIns="0" tIns="0" rIns="0" bIns="0" rtlCol="0" anchor="t"/>
          <a:lstStyle/>
          <a:p>
            <a:pPr indent="0" marL="0">
              <a:buNone/>
            </a:pPr>
            <a:r>
              <a:rPr lang="en-US" sz="1100" b="1" dirty="0">
                <a:solidFill>
                  <a:srgbClr val="9AA6D9"/>
                </a:solidFill>
                <a:latin typeface="Courier New" pitchFamily="34" charset="0"/>
                <a:ea typeface="Courier New" pitchFamily="34" charset="-122"/>
                <a:cs typeface="Courier New" pitchFamily="34" charset="-120"/>
              </a:rPr>
              <a:t>SECTOR PROGRESS</a:t>
            </a:r>
            <a:endParaRPr lang="en-US" sz="1100" dirty="0"/>
          </a:p>
        </p:txBody>
      </p:sp>
      <p:sp>
        <p:nvSpPr>
          <p:cNvPr id="21" name="Shape 10"/>
          <p:cNvSpPr/>
          <p:nvPr/>
        </p:nvSpPr>
        <p:spPr>
          <a:xfrm>
            <a:off x="2743200" y="5230368"/>
            <a:ext cx="777240" cy="274320"/>
          </a:xfrm>
          <a:prstGeom prst="roundRect">
            <a:avLst>
              <a:gd name="adj" fmla="val 20000"/>
            </a:avLst>
          </a:prstGeom>
          <a:solidFill>
            <a:srgbClr val="4BF0A0"/>
          </a:solidFill>
          <a:ln w="12700">
            <a:solidFill>
              <a:srgbClr val="4BF0A0"/>
            </a:solidFill>
            <a:prstDash val="solid"/>
          </a:ln>
        </p:spPr>
      </p:sp>
      <p:sp>
        <p:nvSpPr>
          <p:cNvPr id="22" name="Shape 11"/>
          <p:cNvSpPr/>
          <p:nvPr/>
        </p:nvSpPr>
        <p:spPr>
          <a:xfrm>
            <a:off x="3657600" y="5230368"/>
            <a:ext cx="777240" cy="274320"/>
          </a:xfrm>
          <a:prstGeom prst="roundRect">
            <a:avLst>
              <a:gd name="adj" fmla="val 20000"/>
            </a:avLst>
          </a:prstGeom>
          <a:solidFill>
            <a:srgbClr val="1A2353"/>
          </a:solidFill>
          <a:ln w="12700">
            <a:solidFill>
              <a:srgbClr val="3A4370"/>
            </a:solidFill>
            <a:prstDash val="solid"/>
          </a:ln>
        </p:spPr>
      </p:sp>
      <p:sp>
        <p:nvSpPr>
          <p:cNvPr id="23" name="Shape 12"/>
          <p:cNvSpPr/>
          <p:nvPr/>
        </p:nvSpPr>
        <p:spPr>
          <a:xfrm>
            <a:off x="4572000" y="5230368"/>
            <a:ext cx="777240" cy="274320"/>
          </a:xfrm>
          <a:prstGeom prst="roundRect">
            <a:avLst>
              <a:gd name="adj" fmla="val 20000"/>
            </a:avLst>
          </a:prstGeom>
          <a:solidFill>
            <a:srgbClr val="1A2353"/>
          </a:solidFill>
          <a:ln w="12700">
            <a:solidFill>
              <a:srgbClr val="3A4370"/>
            </a:solidFill>
            <a:prstDash val="solid"/>
          </a:ln>
        </p:spPr>
      </p:sp>
      <p:sp>
        <p:nvSpPr>
          <p:cNvPr id="24" name="Text 13"/>
          <p:cNvSpPr txBox="1"/>
          <p:nvPr/>
        </p:nvSpPr>
        <p:spPr>
          <a:xfrm>
            <a:off x="5577840" y="5193792"/>
            <a:ext cx="2743200" cy="347472"/>
          </a:xfrm>
          <a:prstGeom prst="rect">
            <a:avLst/>
          </a:prstGeom>
          <a:noFill/>
          <a:ln/>
        </p:spPr>
        <p:txBody>
          <a:bodyPr wrap="square" lIns="0" tIns="0" rIns="0" bIns="0" rtlCol="0" anchor="ctr"/>
          <a:lstStyle/>
          <a:p>
            <a:pPr indent="0" marL="0">
              <a:buNone/>
            </a:pPr>
            <a:r>
              <a:rPr lang="en-US" sz="1200" dirty="0">
                <a:solidFill>
                  <a:srgbClr val="4BF0A0"/>
                </a:solidFill>
                <a:latin typeface="Courier New" pitchFamily="34" charset="0"/>
                <a:ea typeface="Courier New" pitchFamily="34" charset="-122"/>
                <a:cs typeface="Courier New" pitchFamily="34" charset="-120"/>
              </a:rPr>
              <a:t>1 of 3 cleared</a:t>
            </a:r>
            <a:endParaRPr lang="en-US" sz="1200" dirty="0"/>
          </a:p>
        </p:txBody>
      </p:sp>
      <p:sp>
        <p:nvSpPr>
          <p:cNvPr id="25" name="Link - CONTINUE">
            <a:hlinkClick r:id="rId13"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4" name="snd_correct.wav"/>
      </p:stSnd>
    </p:sndAc>
  </p:transition>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A98BFF"/>
                </a:solidFill>
                <a:latin typeface="Courier New" pitchFamily="34" charset="0"/>
                <a:ea typeface="Courier New" pitchFamily="34" charset="-122"/>
                <a:cs typeface="Courier New" pitchFamily="34" charset="-120"/>
              </a:rPr>
              <a:t>&gt; SECTOR 03 // FUN ZONE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A. 5</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Each basketball team has 5 players on the court: usually 2 guards, 2 forwards, and a center. Volleyball has 6 players per team, and football (soccer) has 11.</a:t>
            </a:r>
            <a:endParaRPr lang="en-US" sz="1800" dirty="0"/>
          </a:p>
        </p:txBody>
      </p:sp>
      <p:sp>
        <p:nvSpPr>
          <p:cNvPr id="20" name="Text 9"/>
          <p:cNvSpPr txBox="1"/>
          <p:nvPr/>
        </p:nvSpPr>
        <p:spPr>
          <a:xfrm>
            <a:off x="2743200" y="4846320"/>
            <a:ext cx="3657600" cy="274320"/>
          </a:xfrm>
          <a:prstGeom prst="rect">
            <a:avLst/>
          </a:prstGeom>
          <a:noFill/>
          <a:ln/>
        </p:spPr>
        <p:txBody>
          <a:bodyPr wrap="square" lIns="0" tIns="0" rIns="0" bIns="0" rtlCol="0" anchor="t"/>
          <a:lstStyle/>
          <a:p>
            <a:pPr indent="0" marL="0">
              <a:buNone/>
            </a:pPr>
            <a:r>
              <a:rPr lang="en-US" sz="1100" b="1" dirty="0">
                <a:solidFill>
                  <a:srgbClr val="9AA6D9"/>
                </a:solidFill>
                <a:latin typeface="Courier New" pitchFamily="34" charset="0"/>
                <a:ea typeface="Courier New" pitchFamily="34" charset="-122"/>
                <a:cs typeface="Courier New" pitchFamily="34" charset="-120"/>
              </a:rPr>
              <a:t>SECTOR PROGRESS</a:t>
            </a:r>
            <a:endParaRPr lang="en-US" sz="1100" dirty="0"/>
          </a:p>
        </p:txBody>
      </p:sp>
      <p:sp>
        <p:nvSpPr>
          <p:cNvPr id="21" name="Shape 10"/>
          <p:cNvSpPr/>
          <p:nvPr/>
        </p:nvSpPr>
        <p:spPr>
          <a:xfrm>
            <a:off x="2743200" y="5230368"/>
            <a:ext cx="777240" cy="274320"/>
          </a:xfrm>
          <a:prstGeom prst="roundRect">
            <a:avLst>
              <a:gd name="adj" fmla="val 20000"/>
            </a:avLst>
          </a:prstGeom>
          <a:solidFill>
            <a:srgbClr val="4BF0A0"/>
          </a:solidFill>
          <a:ln w="12700">
            <a:solidFill>
              <a:srgbClr val="4BF0A0"/>
            </a:solidFill>
            <a:prstDash val="solid"/>
          </a:ln>
        </p:spPr>
      </p:sp>
      <p:sp>
        <p:nvSpPr>
          <p:cNvPr id="22" name="Shape 11"/>
          <p:cNvSpPr/>
          <p:nvPr/>
        </p:nvSpPr>
        <p:spPr>
          <a:xfrm>
            <a:off x="3657600" y="5230368"/>
            <a:ext cx="777240" cy="274320"/>
          </a:xfrm>
          <a:prstGeom prst="roundRect">
            <a:avLst>
              <a:gd name="adj" fmla="val 20000"/>
            </a:avLst>
          </a:prstGeom>
          <a:solidFill>
            <a:srgbClr val="1A2353"/>
          </a:solidFill>
          <a:ln w="12700">
            <a:solidFill>
              <a:srgbClr val="3A4370"/>
            </a:solidFill>
            <a:prstDash val="solid"/>
          </a:ln>
        </p:spPr>
      </p:sp>
      <p:sp>
        <p:nvSpPr>
          <p:cNvPr id="23" name="Shape 12"/>
          <p:cNvSpPr/>
          <p:nvPr/>
        </p:nvSpPr>
        <p:spPr>
          <a:xfrm>
            <a:off x="4572000" y="5230368"/>
            <a:ext cx="777240" cy="274320"/>
          </a:xfrm>
          <a:prstGeom prst="roundRect">
            <a:avLst>
              <a:gd name="adj" fmla="val 20000"/>
            </a:avLst>
          </a:prstGeom>
          <a:solidFill>
            <a:srgbClr val="1A2353"/>
          </a:solidFill>
          <a:ln w="12700">
            <a:solidFill>
              <a:srgbClr val="3A4370"/>
            </a:solidFill>
            <a:prstDash val="solid"/>
          </a:ln>
        </p:spPr>
      </p:sp>
      <p:sp>
        <p:nvSpPr>
          <p:cNvPr id="24" name="Text 13"/>
          <p:cNvSpPr txBox="1"/>
          <p:nvPr/>
        </p:nvSpPr>
        <p:spPr>
          <a:xfrm>
            <a:off x="5577840" y="5193792"/>
            <a:ext cx="2743200" cy="347472"/>
          </a:xfrm>
          <a:prstGeom prst="rect">
            <a:avLst/>
          </a:prstGeom>
          <a:noFill/>
          <a:ln/>
        </p:spPr>
        <p:txBody>
          <a:bodyPr wrap="square" lIns="0" tIns="0" rIns="0" bIns="0" rtlCol="0" anchor="ctr"/>
          <a:lstStyle/>
          <a:p>
            <a:pPr indent="0" marL="0">
              <a:buNone/>
            </a:pPr>
            <a:r>
              <a:rPr lang="en-US" sz="1200" dirty="0">
                <a:solidFill>
                  <a:srgbClr val="4BF0A0"/>
                </a:solidFill>
                <a:latin typeface="Courier New" pitchFamily="34" charset="0"/>
                <a:ea typeface="Courier New" pitchFamily="34" charset="-122"/>
                <a:cs typeface="Courier New" pitchFamily="34" charset="-120"/>
              </a:rPr>
              <a:t>1 of 3 cleared</a:t>
            </a:r>
            <a:endParaRPr lang="en-US" sz="1200" dirty="0"/>
          </a:p>
        </p:txBody>
      </p:sp>
      <p:sp>
        <p:nvSpPr>
          <p:cNvPr id="25" name="Link - CONTINUE">
            <a:hlinkClick r:id="rId13"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4" name="snd_correct.wav"/>
      </p:stSnd>
    </p:sndAc>
  </p:transition>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A98BFF"/>
                </a:solidFill>
                <a:latin typeface="Courier New" pitchFamily="34" charset="0"/>
                <a:ea typeface="Courier New" pitchFamily="34" charset="-122"/>
                <a:cs typeface="Courier New" pitchFamily="34" charset="-120"/>
              </a:rPr>
              <a:t>&gt; SECTOR 03 // FUN ZONE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A. 5</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Each basketball team has 5 players on the court: usually 2 guards, 2 forwards, and a center. Volleyball has 6 players per team, and football (soccer) has 11.</a:t>
            </a:r>
            <a:endParaRPr lang="en-US" sz="1800" dirty="0"/>
          </a:p>
        </p:txBody>
      </p:sp>
      <p:sp>
        <p:nvSpPr>
          <p:cNvPr id="20" name="Text 9"/>
          <p:cNvSpPr txBox="1"/>
          <p:nvPr/>
        </p:nvSpPr>
        <p:spPr>
          <a:xfrm>
            <a:off x="2743200" y="4846320"/>
            <a:ext cx="3657600" cy="274320"/>
          </a:xfrm>
          <a:prstGeom prst="rect">
            <a:avLst/>
          </a:prstGeom>
          <a:noFill/>
          <a:ln/>
        </p:spPr>
        <p:txBody>
          <a:bodyPr wrap="square" lIns="0" tIns="0" rIns="0" bIns="0" rtlCol="0" anchor="t"/>
          <a:lstStyle/>
          <a:p>
            <a:pPr indent="0" marL="0">
              <a:buNone/>
            </a:pPr>
            <a:r>
              <a:rPr lang="en-US" sz="1100" b="1" dirty="0">
                <a:solidFill>
                  <a:srgbClr val="9AA6D9"/>
                </a:solidFill>
                <a:latin typeface="Courier New" pitchFamily="34" charset="0"/>
                <a:ea typeface="Courier New" pitchFamily="34" charset="-122"/>
                <a:cs typeface="Courier New" pitchFamily="34" charset="-120"/>
              </a:rPr>
              <a:t>SECTOR PROGRESS</a:t>
            </a:r>
            <a:endParaRPr lang="en-US" sz="1100" dirty="0"/>
          </a:p>
        </p:txBody>
      </p:sp>
      <p:sp>
        <p:nvSpPr>
          <p:cNvPr id="21" name="Shape 10"/>
          <p:cNvSpPr/>
          <p:nvPr/>
        </p:nvSpPr>
        <p:spPr>
          <a:xfrm>
            <a:off x="2743200" y="5230368"/>
            <a:ext cx="777240" cy="274320"/>
          </a:xfrm>
          <a:prstGeom prst="roundRect">
            <a:avLst>
              <a:gd name="adj" fmla="val 20000"/>
            </a:avLst>
          </a:prstGeom>
          <a:solidFill>
            <a:srgbClr val="4BF0A0"/>
          </a:solidFill>
          <a:ln w="12700">
            <a:solidFill>
              <a:srgbClr val="4BF0A0"/>
            </a:solidFill>
            <a:prstDash val="solid"/>
          </a:ln>
        </p:spPr>
      </p:sp>
      <p:sp>
        <p:nvSpPr>
          <p:cNvPr id="22" name="Shape 11"/>
          <p:cNvSpPr/>
          <p:nvPr/>
        </p:nvSpPr>
        <p:spPr>
          <a:xfrm>
            <a:off x="3657600" y="5230368"/>
            <a:ext cx="777240" cy="274320"/>
          </a:xfrm>
          <a:prstGeom prst="roundRect">
            <a:avLst>
              <a:gd name="adj" fmla="val 20000"/>
            </a:avLst>
          </a:prstGeom>
          <a:solidFill>
            <a:srgbClr val="1A2353"/>
          </a:solidFill>
          <a:ln w="12700">
            <a:solidFill>
              <a:srgbClr val="3A4370"/>
            </a:solidFill>
            <a:prstDash val="solid"/>
          </a:ln>
        </p:spPr>
      </p:sp>
      <p:sp>
        <p:nvSpPr>
          <p:cNvPr id="23" name="Shape 12"/>
          <p:cNvSpPr/>
          <p:nvPr/>
        </p:nvSpPr>
        <p:spPr>
          <a:xfrm>
            <a:off x="4572000" y="5230368"/>
            <a:ext cx="777240" cy="274320"/>
          </a:xfrm>
          <a:prstGeom prst="roundRect">
            <a:avLst>
              <a:gd name="adj" fmla="val 20000"/>
            </a:avLst>
          </a:prstGeom>
          <a:solidFill>
            <a:srgbClr val="1A2353"/>
          </a:solidFill>
          <a:ln w="12700">
            <a:solidFill>
              <a:srgbClr val="3A4370"/>
            </a:solidFill>
            <a:prstDash val="solid"/>
          </a:ln>
        </p:spPr>
      </p:sp>
      <p:sp>
        <p:nvSpPr>
          <p:cNvPr id="24" name="Text 13"/>
          <p:cNvSpPr txBox="1"/>
          <p:nvPr/>
        </p:nvSpPr>
        <p:spPr>
          <a:xfrm>
            <a:off x="5577840" y="5193792"/>
            <a:ext cx="2743200" cy="347472"/>
          </a:xfrm>
          <a:prstGeom prst="rect">
            <a:avLst/>
          </a:prstGeom>
          <a:noFill/>
          <a:ln/>
        </p:spPr>
        <p:txBody>
          <a:bodyPr wrap="square" lIns="0" tIns="0" rIns="0" bIns="0" rtlCol="0" anchor="ctr"/>
          <a:lstStyle/>
          <a:p>
            <a:pPr indent="0" marL="0">
              <a:buNone/>
            </a:pPr>
            <a:r>
              <a:rPr lang="en-US" sz="1200" dirty="0">
                <a:solidFill>
                  <a:srgbClr val="4BF0A0"/>
                </a:solidFill>
                <a:latin typeface="Courier New" pitchFamily="34" charset="0"/>
                <a:ea typeface="Courier New" pitchFamily="34" charset="-122"/>
                <a:cs typeface="Courier New" pitchFamily="34" charset="-120"/>
              </a:rPr>
              <a:t>1 of 3 cleared</a:t>
            </a:r>
            <a:endParaRPr lang="en-US" sz="1200" dirty="0"/>
          </a:p>
        </p:txBody>
      </p:sp>
      <p:sp>
        <p:nvSpPr>
          <p:cNvPr id="25" name="Link - CONTINUE">
            <a:hlinkClick r:id="rId13"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4" name="snd_correct.wav"/>
      </p:stSnd>
    </p:sndAc>
  </p:transition>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A98BFF"/>
                </a:solidFill>
                <a:latin typeface="Courier New" pitchFamily="34" charset="0"/>
                <a:ea typeface="Courier New" pitchFamily="34" charset="-122"/>
                <a:cs typeface="Courier New" pitchFamily="34" charset="-120"/>
              </a:rPr>
              <a:t>&gt; SECTOR 03 // FUN ZONE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6"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ExclamationTriangle_F72585.png">    </p:cNvPr>
          <p:cNvPicPr>
            <a:picLocks noChangeAspect="1"/>
          </p:cNvPicPr>
          <p:nvPr/>
        </p:nvPicPr>
        <p:blipFill>
          <a:blip r:embed="rId8"/>
          <a:stretch>
            <a:fillRect/>
          </a:stretch>
        </p:blipFill>
        <p:spPr>
          <a:xfrm>
            <a:off x="457200" y="1005840"/>
            <a:ext cx="603504" cy="603504"/>
          </a:xfrm>
          <a:prstGeom prst="rect">
            <a:avLst/>
          </a:prstGeom>
        </p:spPr>
      </p:pic>
      <p:sp>
        <p:nvSpPr>
          <p:cNvPr id="14" name="Text 4"/>
          <p:cNvSpPr txBox="1"/>
          <p:nvPr/>
        </p:nvSpPr>
        <p:spPr>
          <a:xfrm>
            <a:off x="1234440" y="914400"/>
            <a:ext cx="7498080" cy="777240"/>
          </a:xfrm>
          <a:prstGeom prst="rect">
            <a:avLst/>
          </a:prstGeom>
          <a:noFill/>
          <a:ln/>
        </p:spPr>
        <p:txBody>
          <a:bodyPr wrap="square" lIns="0" tIns="0" rIns="0" bIns="0" rtlCol="0" anchor="ctr"/>
          <a:lstStyle/>
          <a:p>
            <a:pPr indent="0" marL="0">
              <a:buNone/>
            </a:pPr>
            <a:r>
              <a:rPr lang="en-US" sz="3400" dirty="0">
                <a:solidFill>
                  <a:srgbClr val="F72585"/>
                </a:solidFill>
                <a:latin typeface="Arial Black" pitchFamily="34" charset="0"/>
                <a:ea typeface="Arial Black" pitchFamily="34" charset="-122"/>
                <a:cs typeface="Arial Black" pitchFamily="34" charset="-120"/>
              </a:rPr>
              <a:t>GLITCH DETECTED!</a:t>
            </a:r>
            <a:endParaRPr lang="en-US" sz="3400" dirty="0"/>
          </a:p>
        </p:txBody>
      </p:sp>
      <p:sp>
        <p:nvSpPr>
          <p:cNvPr id="15" name="Text 5"/>
          <p:cNvSpPr txBox="1"/>
          <p:nvPr/>
        </p:nvSpPr>
        <p:spPr>
          <a:xfrm>
            <a:off x="457200" y="1719072"/>
            <a:ext cx="8138160" cy="457200"/>
          </a:xfrm>
          <a:prstGeom prst="rect">
            <a:avLst/>
          </a:prstGeom>
          <a:noFill/>
          <a:ln/>
        </p:spPr>
        <p:txBody>
          <a:bodyPr wrap="square" lIns="0" tIns="0" rIns="0" bIns="0" rtlCol="0" anchor="ctr"/>
          <a:lstStyle/>
          <a:p>
            <a:pPr indent="0" marL="0">
              <a:buNone/>
            </a:pPr>
            <a:r>
              <a:rPr lang="en-US" sz="1500" b="1" dirty="0">
                <a:solidFill>
                  <a:srgbClr val="FF8FC7"/>
                </a:solidFill>
                <a:latin typeface="Courier New" pitchFamily="34" charset="0"/>
                <a:ea typeface="Courier New" pitchFamily="34" charset="-122"/>
                <a:cs typeface="Courier New" pitchFamily="34" charset="-120"/>
              </a:rPr>
              <a:t>NULL: "Your shield just crashed. Want to try again?"</a:t>
            </a:r>
            <a:endParaRPr lang="en-US" sz="1500" dirty="0"/>
          </a:p>
        </p:txBody>
      </p:sp>
      <p:sp>
        <p:nvSpPr>
          <p:cNvPr id="16" name="Shape 6"/>
          <p:cNvSpPr/>
          <p:nvPr/>
        </p:nvSpPr>
        <p:spPr>
          <a:xfrm>
            <a:off x="457200" y="2331720"/>
            <a:ext cx="8138160" cy="1188720"/>
          </a:xfrm>
          <a:prstGeom prst="roundRect">
            <a:avLst>
              <a:gd name="adj" fmla="val 9231"/>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7" name="Text 7"/>
          <p:cNvSpPr txBox="1"/>
          <p:nvPr/>
        </p:nvSpPr>
        <p:spPr>
          <a:xfrm>
            <a:off x="731520" y="2331720"/>
            <a:ext cx="2743200" cy="1188720"/>
          </a:xfrm>
          <a:prstGeom prst="rect">
            <a:avLst/>
          </a:prstGeom>
          <a:noFill/>
          <a:ln/>
        </p:spPr>
        <p:txBody>
          <a:bodyPr wrap="square" lIns="0" tIns="0" rIns="0" bIns="0" rtlCol="0" anchor="ctr"/>
          <a:lstStyle/>
          <a:p>
            <a:pPr indent="0" marL="0">
              <a:buNone/>
            </a:pPr>
            <a:r>
              <a:rPr lang="en-US" sz="2400" dirty="0">
                <a:solidFill>
                  <a:srgbClr val="F72585"/>
                </a:solidFill>
                <a:latin typeface="Arial Black" pitchFamily="34" charset="0"/>
                <a:ea typeface="Arial Black" pitchFamily="34" charset="-122"/>
                <a:cs typeface="Arial Black" pitchFamily="34" charset="-120"/>
              </a:rPr>
              <a:t>-1 SHIELD</a:t>
            </a:r>
            <a:endParaRPr lang="en-US" sz="2400" dirty="0"/>
          </a:p>
        </p:txBody>
      </p:sp>
      <p:pic>
        <p:nvPicPr>
          <p:cNvPr id="18" name="Image 8" descr="/tmp/claude-0/-home-user-ashton212123/6ae88841-e158-5430-ba3a-d930461fce9f/scratchpad/build/assets/shield.png">    </p:cNvPr>
          <p:cNvPicPr>
            <a:picLocks noChangeAspect="1"/>
          </p:cNvPicPr>
          <p:nvPr/>
        </p:nvPicPr>
        <p:blipFill>
          <a:blip r:embed="rId9"/>
          <a:stretch>
            <a:fillRect/>
          </a:stretch>
        </p:blipFill>
        <p:spPr>
          <a:xfrm>
            <a:off x="3566160" y="2560320"/>
            <a:ext cx="731520" cy="731520"/>
          </a:xfrm>
          <a:prstGeom prst="rect">
            <a:avLst/>
          </a:prstGeom>
        </p:spPr>
      </p:pic>
      <p:pic>
        <p:nvPicPr>
          <p:cNvPr id="19" name="Image 9" descr="/tmp/claude-0/-home-user-ashton212123/6ae88841-e158-5430-ba3a-d930461fce9f/scratchpad/build/assets/shield.png">    </p:cNvPr>
          <p:cNvPicPr>
            <a:picLocks noChangeAspect="1"/>
          </p:cNvPicPr>
          <p:nvPr/>
        </p:nvPicPr>
        <p:blipFill>
          <a:blip r:embed="rId10"/>
          <a:stretch>
            <a:fillRect/>
          </a:stretch>
        </p:blipFill>
        <p:spPr>
          <a:xfrm>
            <a:off x="4434840" y="2560320"/>
            <a:ext cx="731520" cy="731520"/>
          </a:xfrm>
          <a:prstGeom prst="rect">
            <a:avLst/>
          </a:prstGeom>
        </p:spPr>
      </p:pic>
      <p:pic>
        <p:nvPicPr>
          <p:cNvPr id="20" name="Image 10" descr="/tmp/claude-0/-home-user-ashton212123/6ae88841-e158-5430-ba3a-d930461fce9f/scratchpad/build/assets/shield_empty.png">    </p:cNvPr>
          <p:cNvPicPr>
            <a:picLocks noChangeAspect="1"/>
          </p:cNvPicPr>
          <p:nvPr/>
        </p:nvPicPr>
        <p:blipFill>
          <a:blip r:embed="rId11"/>
          <a:stretch>
            <a:fillRect/>
          </a:stretch>
        </p:blipFill>
        <p:spPr>
          <a:xfrm>
            <a:off x="5303520" y="2560320"/>
            <a:ext cx="731520" cy="731520"/>
          </a:xfrm>
          <a:prstGeom prst="rect">
            <a:avLst/>
          </a:prstGeom>
        </p:spPr>
      </p:pic>
      <p:sp>
        <p:nvSpPr>
          <p:cNvPr id="21" name="Text 8"/>
          <p:cNvSpPr txBox="1"/>
          <p:nvPr/>
        </p:nvSpPr>
        <p:spPr>
          <a:xfrm>
            <a:off x="6263640" y="2331720"/>
            <a:ext cx="2103120" cy="1188720"/>
          </a:xfrm>
          <a:prstGeom prst="rect">
            <a:avLst/>
          </a:prstGeom>
          <a:noFill/>
          <a:ln/>
        </p:spPr>
        <p:txBody>
          <a:bodyPr wrap="square" lIns="0" tIns="0" rIns="0" bIns="0" rtlCol="0" anchor="ctr"/>
          <a:lstStyle/>
          <a:p>
            <a:pPr indent="0" marL="0">
              <a:buNone/>
            </a:pPr>
            <a:r>
              <a:rPr lang="en-US" sz="1800" b="1" dirty="0">
                <a:solidFill>
                  <a:srgbClr val="EAF2FF"/>
                </a:solidFill>
                <a:latin typeface="Courier New" pitchFamily="34" charset="0"/>
                <a:ea typeface="Courier New" pitchFamily="34" charset="-122"/>
                <a:cs typeface="Courier New" pitchFamily="34" charset="-120"/>
              </a:rPr>
              <a:t>2 LEFT</a:t>
            </a:r>
            <a:endParaRPr lang="en-US" sz="1800" dirty="0"/>
          </a:p>
        </p:txBody>
      </p:sp>
      <p:sp>
        <p:nvSpPr>
          <p:cNvPr id="22" name="Shape 9"/>
          <p:cNvSpPr/>
          <p:nvPr/>
        </p:nvSpPr>
        <p:spPr>
          <a:xfrm>
            <a:off x="457200" y="3749040"/>
            <a:ext cx="8138160" cy="1417320"/>
          </a:xfrm>
          <a:prstGeom prst="roundRect">
            <a:avLst>
              <a:gd name="adj" fmla="val 7742"/>
            </a:avLst>
          </a:prstGeom>
          <a:solidFill>
            <a:srgbClr val="121A3F">
              <a:alpha val="94000"/>
            </a:srgbClr>
          </a:solidFill>
          <a:ln w="19050">
            <a:solidFill>
              <a:srgbClr val="FFC233"/>
            </a:solidFill>
            <a:prstDash val="solid"/>
          </a:ln>
        </p:spPr>
      </p:sp>
      <p:pic>
        <p:nvPicPr>
          <p:cNvPr id="23" name="Image 11" descr="/tmp/claude-0/-home-user-ashton212123/6ae88841-e158-5430-ba3a-d930461fce9f/scratchpad/build/assets/icons/FaLightbulb_FFC233.png">    </p:cNvPr>
          <p:cNvPicPr>
            <a:picLocks noChangeAspect="1"/>
          </p:cNvPicPr>
          <p:nvPr/>
        </p:nvPicPr>
        <p:blipFill>
          <a:blip r:embed="rId12"/>
          <a:stretch>
            <a:fillRect/>
          </a:stretch>
        </p:blipFill>
        <p:spPr>
          <a:xfrm>
            <a:off x="731520" y="3931920"/>
            <a:ext cx="384048" cy="384048"/>
          </a:xfrm>
          <a:prstGeom prst="rect">
            <a:avLst/>
          </a:prstGeom>
        </p:spPr>
      </p:pic>
      <p:sp>
        <p:nvSpPr>
          <p:cNvPr id="24" name="Text 10"/>
          <p:cNvSpPr txBox="1"/>
          <p:nvPr/>
        </p:nvSpPr>
        <p:spPr>
          <a:xfrm>
            <a:off x="1234440" y="3931920"/>
            <a:ext cx="3657600" cy="384048"/>
          </a:xfrm>
          <a:prstGeom prst="rect">
            <a:avLst/>
          </a:prstGeom>
          <a:noFill/>
          <a:ln/>
        </p:spPr>
        <p:txBody>
          <a:bodyPr wrap="square" lIns="0" tIns="0" rIns="0" bIns="0" rtlCol="0" anchor="ctr"/>
          <a:lstStyle/>
          <a:p>
            <a:pPr indent="0" marL="0">
              <a:buNone/>
            </a:pPr>
            <a:r>
              <a:rPr lang="en-US" sz="1200" b="1" dirty="0">
                <a:solidFill>
                  <a:srgbClr val="FFC233"/>
                </a:solidFill>
                <a:latin typeface="Courier New" pitchFamily="34" charset="0"/>
                <a:ea typeface="Courier New" pitchFamily="34" charset="-122"/>
                <a:cs typeface="Courier New" pitchFamily="34" charset="-120"/>
              </a:rPr>
              <a:t>BYTE'S HINT</a:t>
            </a:r>
            <a:endParaRPr lang="en-US" sz="1200" dirty="0"/>
          </a:p>
        </p:txBody>
      </p:sp>
      <p:sp>
        <p:nvSpPr>
          <p:cNvPr id="25" name="Text 11"/>
          <p:cNvSpPr txBox="1"/>
          <p:nvPr/>
        </p:nvSpPr>
        <p:spPr>
          <a:xfrm>
            <a:off x="731520" y="4389120"/>
            <a:ext cx="7635240" cy="68580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Count the fingers on one hand.</a:t>
            </a:r>
            <a:endParaRPr lang="en-US" sz="1800" dirty="0"/>
          </a:p>
        </p:txBody>
      </p:sp>
      <p:pic>
        <p:nvPicPr>
          <p:cNvPr id="26" name="Image 12" descr="/tmp/claude-0/-home-user-ashton212123/6ae88841-e158-5430-ba3a-d930461fce9f/scratchpad/build/assets/null_glitch.png">    </p:cNvPr>
          <p:cNvPicPr>
            <a:picLocks noChangeAspect="1"/>
          </p:cNvPicPr>
          <p:nvPr/>
        </p:nvPicPr>
        <p:blipFill>
          <a:blip r:embed="rId13"/>
          <a:stretch>
            <a:fillRect/>
          </a:stretch>
        </p:blipFill>
        <p:spPr>
          <a:xfrm>
            <a:off x="8915400" y="1554480"/>
            <a:ext cx="2834640" cy="2240280"/>
          </a:xfrm>
          <a:prstGeom prst="rect">
            <a:avLst/>
          </a:prstGeom>
        </p:spPr>
      </p:pic>
      <p:sp>
        <p:nvSpPr>
          <p:cNvPr id="27" name="Link - TRY AGAIN">
            <a:hlinkClick r:id="rId17" action="ppaction://hlinksldjump" highlightClick="1"/>
          </p:cNvPr>
          <p:cNvSpPr txBox="1"/>
          <p:nvPr/>
        </p:nvSpPr>
        <p:spPr>
          <a:xfrm>
            <a:off x="457200" y="5440680"/>
            <a:ext cx="3108960" cy="731520"/>
          </a:xfrm>
          <a:prstGeom prst="roundRect">
            <a:avLst>
              <a:gd name="adj" fmla="val 12500"/>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TRY AGAIN</a:t>
            </a:r>
            <a:endParaRPr lang="en-US" sz="1600" dirty="0"/>
          </a:p>
        </p:txBody>
      </p:sp>
      <p:sp>
        <p:nvSpPr>
          <p:cNvPr id="28" name="Text 13"/>
          <p:cNvSpPr txBox="1"/>
          <p:nvPr/>
        </p:nvSpPr>
        <p:spPr>
          <a:xfrm>
            <a:off x="3794760" y="5440680"/>
            <a:ext cx="4846320" cy="731520"/>
          </a:xfrm>
          <a:prstGeom prst="rect">
            <a:avLst/>
          </a:prstGeom>
          <a:noFill/>
          <a:ln/>
        </p:spPr>
        <p:txBody>
          <a:bodyPr wrap="square" lIns="0" tIns="0" rIns="0" bIns="0" rtlCol="0" anchor="ctr"/>
          <a:lstStyle/>
          <a:p>
            <a:pPr indent="0" marL="0">
              <a:buNone/>
            </a:pPr>
            <a:r>
              <a:rPr lang="en-US" sz="1200" dirty="0">
                <a:solidFill>
                  <a:srgbClr val="9AA6D9"/>
                </a:solidFill>
                <a:latin typeface="Courier New" pitchFamily="34" charset="0"/>
                <a:ea typeface="Courier New" pitchFamily="34" charset="-122"/>
                <a:cs typeface="Courier New" pitchFamily="34" charset="-120"/>
              </a:rPr>
              <a:t>Retry the same question with one less shield.</a:t>
            </a:r>
            <a:endParaRPr lang="en-US" sz="1200" dirty="0"/>
          </a:p>
        </p:txBody>
      </p:sp>
    </p:spTree>
  </p:cSld>
  <p:clrMapOvr>
    <a:masterClrMapping/>
  </p:clrMapOvr>
  <p:transition spd="med" advClick="0">
    <p:fade/>
    <p:sndAc>
      <p:stSnd>
        <p:snd r:embed="rId18" name="snd_wrong.wav"/>
      </p:stSnd>
    </p:sndAc>
  </p:transition>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A98BFF"/>
                </a:solidFill>
                <a:latin typeface="Courier New" pitchFamily="34" charset="0"/>
                <a:ea typeface="Courier New" pitchFamily="34" charset="-122"/>
                <a:cs typeface="Courier New" pitchFamily="34" charset="-120"/>
              </a:rPr>
              <a:t>&gt; SECTOR 03 // FUN ZONE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6"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ExclamationTriangle_F72585.png">    </p:cNvPr>
          <p:cNvPicPr>
            <a:picLocks noChangeAspect="1"/>
          </p:cNvPicPr>
          <p:nvPr/>
        </p:nvPicPr>
        <p:blipFill>
          <a:blip r:embed="rId8"/>
          <a:stretch>
            <a:fillRect/>
          </a:stretch>
        </p:blipFill>
        <p:spPr>
          <a:xfrm>
            <a:off x="457200" y="1005840"/>
            <a:ext cx="603504" cy="603504"/>
          </a:xfrm>
          <a:prstGeom prst="rect">
            <a:avLst/>
          </a:prstGeom>
        </p:spPr>
      </p:pic>
      <p:sp>
        <p:nvSpPr>
          <p:cNvPr id="14" name="Text 4"/>
          <p:cNvSpPr txBox="1"/>
          <p:nvPr/>
        </p:nvSpPr>
        <p:spPr>
          <a:xfrm>
            <a:off x="1234440" y="914400"/>
            <a:ext cx="7498080" cy="777240"/>
          </a:xfrm>
          <a:prstGeom prst="rect">
            <a:avLst/>
          </a:prstGeom>
          <a:noFill/>
          <a:ln/>
        </p:spPr>
        <p:txBody>
          <a:bodyPr wrap="square" lIns="0" tIns="0" rIns="0" bIns="0" rtlCol="0" anchor="ctr"/>
          <a:lstStyle/>
          <a:p>
            <a:pPr indent="0" marL="0">
              <a:buNone/>
            </a:pPr>
            <a:r>
              <a:rPr lang="en-US" sz="3400" dirty="0">
                <a:solidFill>
                  <a:srgbClr val="F72585"/>
                </a:solidFill>
                <a:latin typeface="Arial Black" pitchFamily="34" charset="0"/>
                <a:ea typeface="Arial Black" pitchFamily="34" charset="-122"/>
                <a:cs typeface="Arial Black" pitchFamily="34" charset="-120"/>
              </a:rPr>
              <a:t>GLITCH DETECTED!</a:t>
            </a:r>
            <a:endParaRPr lang="en-US" sz="3400" dirty="0"/>
          </a:p>
        </p:txBody>
      </p:sp>
      <p:sp>
        <p:nvSpPr>
          <p:cNvPr id="15" name="Text 5"/>
          <p:cNvSpPr txBox="1"/>
          <p:nvPr/>
        </p:nvSpPr>
        <p:spPr>
          <a:xfrm>
            <a:off x="457200" y="1719072"/>
            <a:ext cx="8138160" cy="457200"/>
          </a:xfrm>
          <a:prstGeom prst="rect">
            <a:avLst/>
          </a:prstGeom>
          <a:noFill/>
          <a:ln/>
        </p:spPr>
        <p:txBody>
          <a:bodyPr wrap="square" lIns="0" tIns="0" rIns="0" bIns="0" rtlCol="0" anchor="ctr"/>
          <a:lstStyle/>
          <a:p>
            <a:pPr indent="0" marL="0">
              <a:buNone/>
            </a:pPr>
            <a:r>
              <a:rPr lang="en-US" sz="1500" b="1" dirty="0">
                <a:solidFill>
                  <a:srgbClr val="FF8FC7"/>
                </a:solidFill>
                <a:latin typeface="Courier New" pitchFamily="34" charset="0"/>
                <a:ea typeface="Courier New" pitchFamily="34" charset="-122"/>
                <a:cs typeface="Courier New" pitchFamily="34" charset="-120"/>
              </a:rPr>
              <a:t>NULL: "ERROR 404: Correct answer not found! Hahaha!"</a:t>
            </a:r>
            <a:endParaRPr lang="en-US" sz="1500" dirty="0"/>
          </a:p>
        </p:txBody>
      </p:sp>
      <p:sp>
        <p:nvSpPr>
          <p:cNvPr id="16" name="Shape 6"/>
          <p:cNvSpPr/>
          <p:nvPr/>
        </p:nvSpPr>
        <p:spPr>
          <a:xfrm>
            <a:off x="457200" y="2331720"/>
            <a:ext cx="8138160" cy="1188720"/>
          </a:xfrm>
          <a:prstGeom prst="roundRect">
            <a:avLst>
              <a:gd name="adj" fmla="val 9231"/>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7" name="Text 7"/>
          <p:cNvSpPr txBox="1"/>
          <p:nvPr/>
        </p:nvSpPr>
        <p:spPr>
          <a:xfrm>
            <a:off x="731520" y="2331720"/>
            <a:ext cx="2743200" cy="1188720"/>
          </a:xfrm>
          <a:prstGeom prst="rect">
            <a:avLst/>
          </a:prstGeom>
          <a:noFill/>
          <a:ln/>
        </p:spPr>
        <p:txBody>
          <a:bodyPr wrap="square" lIns="0" tIns="0" rIns="0" bIns="0" rtlCol="0" anchor="ctr"/>
          <a:lstStyle/>
          <a:p>
            <a:pPr indent="0" marL="0">
              <a:buNone/>
            </a:pPr>
            <a:r>
              <a:rPr lang="en-US" sz="2400" dirty="0">
                <a:solidFill>
                  <a:srgbClr val="F72585"/>
                </a:solidFill>
                <a:latin typeface="Arial Black" pitchFamily="34" charset="0"/>
                <a:ea typeface="Arial Black" pitchFamily="34" charset="-122"/>
                <a:cs typeface="Arial Black" pitchFamily="34" charset="-120"/>
              </a:rPr>
              <a:t>-1 SHIELD</a:t>
            </a:r>
            <a:endParaRPr lang="en-US" sz="2400" dirty="0"/>
          </a:p>
        </p:txBody>
      </p:sp>
      <p:pic>
        <p:nvPicPr>
          <p:cNvPr id="18" name="Image 8" descr="/tmp/claude-0/-home-user-ashton212123/6ae88841-e158-5430-ba3a-d930461fce9f/scratchpad/build/assets/shield.png">    </p:cNvPr>
          <p:cNvPicPr>
            <a:picLocks noChangeAspect="1"/>
          </p:cNvPicPr>
          <p:nvPr/>
        </p:nvPicPr>
        <p:blipFill>
          <a:blip r:embed="rId9"/>
          <a:stretch>
            <a:fillRect/>
          </a:stretch>
        </p:blipFill>
        <p:spPr>
          <a:xfrm>
            <a:off x="3566160" y="2560320"/>
            <a:ext cx="731520" cy="731520"/>
          </a:xfrm>
          <a:prstGeom prst="rect">
            <a:avLst/>
          </a:prstGeom>
        </p:spPr>
      </p:pic>
      <p:pic>
        <p:nvPicPr>
          <p:cNvPr id="19" name="Image 9" descr="/tmp/claude-0/-home-user-ashton212123/6ae88841-e158-5430-ba3a-d930461fce9f/scratchpad/build/assets/shield_empty.png">    </p:cNvPr>
          <p:cNvPicPr>
            <a:picLocks noChangeAspect="1"/>
          </p:cNvPicPr>
          <p:nvPr/>
        </p:nvPicPr>
        <p:blipFill>
          <a:blip r:embed="rId10"/>
          <a:stretch>
            <a:fillRect/>
          </a:stretch>
        </p:blipFill>
        <p:spPr>
          <a:xfrm>
            <a:off x="4434840" y="2560320"/>
            <a:ext cx="731520" cy="731520"/>
          </a:xfrm>
          <a:prstGeom prst="rect">
            <a:avLst/>
          </a:prstGeom>
        </p:spPr>
      </p:pic>
      <p:pic>
        <p:nvPicPr>
          <p:cNvPr id="20" name="Image 10" descr="/tmp/claude-0/-home-user-ashton212123/6ae88841-e158-5430-ba3a-d930461fce9f/scratchpad/build/assets/shield_empty.png">    </p:cNvPr>
          <p:cNvPicPr>
            <a:picLocks noChangeAspect="1"/>
          </p:cNvPicPr>
          <p:nvPr/>
        </p:nvPicPr>
        <p:blipFill>
          <a:blip r:embed="rId11"/>
          <a:stretch>
            <a:fillRect/>
          </a:stretch>
        </p:blipFill>
        <p:spPr>
          <a:xfrm>
            <a:off x="5303520" y="2560320"/>
            <a:ext cx="731520" cy="731520"/>
          </a:xfrm>
          <a:prstGeom prst="rect">
            <a:avLst/>
          </a:prstGeom>
        </p:spPr>
      </p:pic>
      <p:sp>
        <p:nvSpPr>
          <p:cNvPr id="21" name="Text 8"/>
          <p:cNvSpPr txBox="1"/>
          <p:nvPr/>
        </p:nvSpPr>
        <p:spPr>
          <a:xfrm>
            <a:off x="6263640" y="2331720"/>
            <a:ext cx="2103120" cy="1188720"/>
          </a:xfrm>
          <a:prstGeom prst="rect">
            <a:avLst/>
          </a:prstGeom>
          <a:noFill/>
          <a:ln/>
        </p:spPr>
        <p:txBody>
          <a:bodyPr wrap="square" lIns="0" tIns="0" rIns="0" bIns="0" rtlCol="0" anchor="ctr"/>
          <a:lstStyle/>
          <a:p>
            <a:pPr indent="0" marL="0">
              <a:buNone/>
            </a:pPr>
            <a:r>
              <a:rPr lang="en-US" sz="1800" b="1" dirty="0">
                <a:solidFill>
                  <a:srgbClr val="F72585"/>
                </a:solidFill>
                <a:latin typeface="Courier New" pitchFamily="34" charset="0"/>
                <a:ea typeface="Courier New" pitchFamily="34" charset="-122"/>
                <a:cs typeface="Courier New" pitchFamily="34" charset="-120"/>
              </a:rPr>
              <a:t>1 LEFT</a:t>
            </a:r>
            <a:endParaRPr lang="en-US" sz="1800" dirty="0"/>
          </a:p>
        </p:txBody>
      </p:sp>
      <p:sp>
        <p:nvSpPr>
          <p:cNvPr id="22" name="Shape 9"/>
          <p:cNvSpPr/>
          <p:nvPr/>
        </p:nvSpPr>
        <p:spPr>
          <a:xfrm>
            <a:off x="457200" y="3749040"/>
            <a:ext cx="8138160" cy="1417320"/>
          </a:xfrm>
          <a:prstGeom prst="roundRect">
            <a:avLst>
              <a:gd name="adj" fmla="val 7742"/>
            </a:avLst>
          </a:prstGeom>
          <a:solidFill>
            <a:srgbClr val="121A3F">
              <a:alpha val="94000"/>
            </a:srgbClr>
          </a:solidFill>
          <a:ln w="19050">
            <a:solidFill>
              <a:srgbClr val="FFC233"/>
            </a:solidFill>
            <a:prstDash val="solid"/>
          </a:ln>
        </p:spPr>
      </p:sp>
      <p:pic>
        <p:nvPicPr>
          <p:cNvPr id="23" name="Image 11" descr="/tmp/claude-0/-home-user-ashton212123/6ae88841-e158-5430-ba3a-d930461fce9f/scratchpad/build/assets/icons/FaLightbulb_FFC233.png">    </p:cNvPr>
          <p:cNvPicPr>
            <a:picLocks noChangeAspect="1"/>
          </p:cNvPicPr>
          <p:nvPr/>
        </p:nvPicPr>
        <p:blipFill>
          <a:blip r:embed="rId12"/>
          <a:stretch>
            <a:fillRect/>
          </a:stretch>
        </p:blipFill>
        <p:spPr>
          <a:xfrm>
            <a:off x="731520" y="3931920"/>
            <a:ext cx="384048" cy="384048"/>
          </a:xfrm>
          <a:prstGeom prst="rect">
            <a:avLst/>
          </a:prstGeom>
        </p:spPr>
      </p:pic>
      <p:sp>
        <p:nvSpPr>
          <p:cNvPr id="24" name="Text 10"/>
          <p:cNvSpPr txBox="1"/>
          <p:nvPr/>
        </p:nvSpPr>
        <p:spPr>
          <a:xfrm>
            <a:off x="1234440" y="3931920"/>
            <a:ext cx="3657600" cy="384048"/>
          </a:xfrm>
          <a:prstGeom prst="rect">
            <a:avLst/>
          </a:prstGeom>
          <a:noFill/>
          <a:ln/>
        </p:spPr>
        <p:txBody>
          <a:bodyPr wrap="square" lIns="0" tIns="0" rIns="0" bIns="0" rtlCol="0" anchor="ctr"/>
          <a:lstStyle/>
          <a:p>
            <a:pPr indent="0" marL="0">
              <a:buNone/>
            </a:pPr>
            <a:r>
              <a:rPr lang="en-US" sz="1200" b="1" dirty="0">
                <a:solidFill>
                  <a:srgbClr val="FFC233"/>
                </a:solidFill>
                <a:latin typeface="Courier New" pitchFamily="34" charset="0"/>
                <a:ea typeface="Courier New" pitchFamily="34" charset="-122"/>
                <a:cs typeface="Courier New" pitchFamily="34" charset="-120"/>
              </a:rPr>
              <a:t>BYTE'S HINT</a:t>
            </a:r>
            <a:endParaRPr lang="en-US" sz="1200" dirty="0"/>
          </a:p>
        </p:txBody>
      </p:sp>
      <p:sp>
        <p:nvSpPr>
          <p:cNvPr id="25" name="Text 11"/>
          <p:cNvSpPr txBox="1"/>
          <p:nvPr/>
        </p:nvSpPr>
        <p:spPr>
          <a:xfrm>
            <a:off x="731520" y="4389120"/>
            <a:ext cx="7635240" cy="68580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Count the fingers on one hand.</a:t>
            </a:r>
            <a:endParaRPr lang="en-US" sz="1800" dirty="0"/>
          </a:p>
        </p:txBody>
      </p:sp>
      <p:pic>
        <p:nvPicPr>
          <p:cNvPr id="26" name="Image 12" descr="/tmp/claude-0/-home-user-ashton212123/6ae88841-e158-5430-ba3a-d930461fce9f/scratchpad/build/assets/null_glitch.png">    </p:cNvPr>
          <p:cNvPicPr>
            <a:picLocks noChangeAspect="1"/>
          </p:cNvPicPr>
          <p:nvPr/>
        </p:nvPicPr>
        <p:blipFill>
          <a:blip r:embed="rId13"/>
          <a:stretch>
            <a:fillRect/>
          </a:stretch>
        </p:blipFill>
        <p:spPr>
          <a:xfrm>
            <a:off x="8915400" y="1554480"/>
            <a:ext cx="2834640" cy="2240280"/>
          </a:xfrm>
          <a:prstGeom prst="rect">
            <a:avLst/>
          </a:prstGeom>
        </p:spPr>
      </p:pic>
      <p:sp>
        <p:nvSpPr>
          <p:cNvPr id="27" name="Link - TRY AGAIN">
            <a:hlinkClick r:id="rId17" action="ppaction://hlinksldjump" highlightClick="1"/>
          </p:cNvPr>
          <p:cNvSpPr txBox="1"/>
          <p:nvPr/>
        </p:nvSpPr>
        <p:spPr>
          <a:xfrm>
            <a:off x="457200" y="5440680"/>
            <a:ext cx="3108960" cy="731520"/>
          </a:xfrm>
          <a:prstGeom prst="roundRect">
            <a:avLst>
              <a:gd name="adj" fmla="val 12500"/>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TRY AGAIN</a:t>
            </a:r>
            <a:endParaRPr lang="en-US" sz="1600" dirty="0"/>
          </a:p>
        </p:txBody>
      </p:sp>
      <p:sp>
        <p:nvSpPr>
          <p:cNvPr id="28" name="Text 13"/>
          <p:cNvSpPr txBox="1"/>
          <p:nvPr/>
        </p:nvSpPr>
        <p:spPr>
          <a:xfrm>
            <a:off x="3794760" y="5440680"/>
            <a:ext cx="4846320" cy="731520"/>
          </a:xfrm>
          <a:prstGeom prst="rect">
            <a:avLst/>
          </a:prstGeom>
          <a:noFill/>
          <a:ln/>
        </p:spPr>
        <p:txBody>
          <a:bodyPr wrap="square" lIns="0" tIns="0" rIns="0" bIns="0" rtlCol="0" anchor="ctr"/>
          <a:lstStyle/>
          <a:p>
            <a:pPr indent="0" marL="0">
              <a:buNone/>
            </a:pPr>
            <a:r>
              <a:rPr lang="en-US" sz="1200" b="1" dirty="0">
                <a:solidFill>
                  <a:srgbClr val="F72585"/>
                </a:solidFill>
                <a:latin typeface="Courier New" pitchFamily="34" charset="0"/>
                <a:ea typeface="Courier New" pitchFamily="34" charset="-122"/>
                <a:cs typeface="Courier New" pitchFamily="34" charset="-120"/>
              </a:rPr>
              <a:t>Careful! This is your LAST shield.</a:t>
            </a:r>
            <a:endParaRPr lang="en-US" sz="1200" dirty="0"/>
          </a:p>
        </p:txBody>
      </p:sp>
    </p:spTree>
  </p:cSld>
  <p:clrMapOvr>
    <a:masterClrMapping/>
  </p:clrMapOvr>
  <p:transition spd="med" advClick="0">
    <p:fade/>
    <p:sndAc>
      <p:stSnd>
        <p:snd r:embed="rId18" name="snd_wrong.wav"/>
      </p:stSnd>
    </p:sndAc>
  </p:transition>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A98BFF"/>
                </a:solidFill>
                <a:latin typeface="Courier New" pitchFamily="34" charset="0"/>
                <a:ea typeface="Courier New" pitchFamily="34" charset="-122"/>
                <a:cs typeface="Courier New" pitchFamily="34" charset="-120"/>
              </a:rPr>
              <a:t>&gt; SECTOR 03 // FUN ZONE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1"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2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A98BFF"/>
            </a:solidFill>
            <a:prstDash val="solid"/>
          </a:ln>
          <a:effectLst>
            <a:outerShdw sx="100000" sy="100000" kx="0" ky="0" algn="bl" rotWithShape="0" blurRad="203200" dist="50800" dir="5400000">
              <a:srgbClr val="A98BFF">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Kai buys merienda at the sari-sari store. The vault opens with the TOTAL. How much is it?</a:t>
            </a:r>
            <a:endParaRPr lang="en-US" sz="22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457200" y="3429000"/>
          <a:ext cx="4480560" cy="914400"/>
        </p:xfrm>
        <a:graphic>
          <a:graphicData uri="http://schemas.openxmlformats.org/drawingml/2006/table">
            <a:tbl>
              <a:tblPr/>
              <a:tblGrid>
                <a:gridCol w="548640"/>
                <a:gridCol w="2148840"/>
                <a:gridCol w="1783080"/>
              </a:tblGrid>
              <a:tr h="338328">
                <a:tc>
                  <a:txBody>
                    <a:bodyPr/>
                    <a:lstStyle/>
                    <a:p>
                      <a:pPr indent="0" marL="0">
                        <a:buNone/>
                      </a:pP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2A3366"/>
                    </a:solidFill>
                  </a:tcPr>
                </a:tc>
                <a:tc>
                  <a:txBody>
                    <a:bodyPr/>
                    <a:lstStyle/>
                    <a:p>
                      <a:pPr algn="ctr" indent="0" marL="0">
                        <a:buNone/>
                      </a:pPr>
                      <a:r>
                        <a:rPr lang="en-US" sz="1300" b="1" dirty="0">
                          <a:solidFill>
                            <a:srgbClr val="9AA6D9"/>
                          </a:solidFill>
                          <a:latin typeface="Courier New" pitchFamily="34" charset="0"/>
                          <a:ea typeface="Courier New" pitchFamily="34" charset="-122"/>
                          <a:cs typeface="Courier New" pitchFamily="34" charset="-120"/>
                        </a:rPr>
                        <a:t>A</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2A3366"/>
                    </a:solidFill>
                  </a:tcPr>
                </a:tc>
                <a:tc>
                  <a:txBody>
                    <a:bodyPr/>
                    <a:lstStyle/>
                    <a:p>
                      <a:pPr algn="ctr" indent="0" marL="0">
                        <a:buNone/>
                      </a:pPr>
                      <a:r>
                        <a:rPr lang="en-US" sz="1300" b="1" dirty="0">
                          <a:solidFill>
                            <a:srgbClr val="9AA6D9"/>
                          </a:solidFill>
                          <a:latin typeface="Courier New" pitchFamily="34" charset="0"/>
                          <a:ea typeface="Courier New" pitchFamily="34" charset="-122"/>
                          <a:cs typeface="Courier New" pitchFamily="34" charset="-120"/>
                        </a:rPr>
                        <a:t>B</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2A3366"/>
                    </a:solidFill>
                  </a:tcPr>
                </a:tc>
              </a:tr>
              <a:tr h="338328">
                <a:tc>
                  <a:txBody>
                    <a:bodyPr/>
                    <a:lstStyle/>
                    <a:p>
                      <a:pPr algn="ctr" indent="0" marL="0">
                        <a:buNone/>
                      </a:pPr>
                      <a:r>
                        <a:rPr lang="en-US" sz="1300" dirty="0">
                          <a:solidFill>
                            <a:srgbClr val="9AA6D9"/>
                          </a:solidFill>
                          <a:latin typeface="Courier New" pitchFamily="34" charset="0"/>
                          <a:ea typeface="Courier New" pitchFamily="34" charset="-122"/>
                          <a:cs typeface="Courier New" pitchFamily="34" charset="-120"/>
                        </a:rPr>
                        <a:t>1</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2A3366"/>
                    </a:solidFill>
                  </a:tcPr>
                </a:tc>
                <a:tc>
                  <a:txBody>
                    <a:bodyPr/>
                    <a:lstStyle/>
                    <a:p>
                      <a:pPr indent="0" marL="0">
                        <a:buNone/>
                      </a:pPr>
                      <a:r>
                        <a:rPr lang="en-US" sz="1300" b="1" dirty="0">
                          <a:solidFill>
                            <a:srgbClr val="A98BFF"/>
                          </a:solidFill>
                          <a:latin typeface="Courier New" pitchFamily="34" charset="0"/>
                          <a:ea typeface="Courier New" pitchFamily="34" charset="-122"/>
                          <a:cs typeface="Courier New" pitchFamily="34" charset="-120"/>
                        </a:rPr>
                        <a:t>ITEM</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c>
                  <a:txBody>
                    <a:bodyPr/>
                    <a:lstStyle/>
                    <a:p>
                      <a:pPr algn="r" indent="0" marL="0">
                        <a:buNone/>
                      </a:pPr>
                      <a:r>
                        <a:rPr lang="en-US" sz="1300" b="1" dirty="0">
                          <a:solidFill>
                            <a:srgbClr val="A98BFF"/>
                          </a:solidFill>
                          <a:latin typeface="Courier New" pitchFamily="34" charset="0"/>
                          <a:ea typeface="Courier New" pitchFamily="34" charset="-122"/>
                          <a:cs typeface="Courier New" pitchFamily="34" charset="-120"/>
                        </a:rPr>
                        <a:t>PRICE (PHP)</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r>
              <a:tr h="338328">
                <a:tc>
                  <a:txBody>
                    <a:bodyPr/>
                    <a:lstStyle/>
                    <a:p>
                      <a:pPr algn="ctr" indent="0" marL="0">
                        <a:buNone/>
                      </a:pPr>
                      <a:r>
                        <a:rPr lang="en-US" sz="1300" dirty="0">
                          <a:solidFill>
                            <a:srgbClr val="9AA6D9"/>
                          </a:solidFill>
                          <a:latin typeface="Courier New" pitchFamily="34" charset="0"/>
                          <a:ea typeface="Courier New" pitchFamily="34" charset="-122"/>
                          <a:cs typeface="Courier New" pitchFamily="34" charset="-120"/>
                        </a:rPr>
                        <a:t>2</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2A3366"/>
                    </a:solidFill>
                  </a:tcPr>
                </a:tc>
                <a:tc>
                  <a:txBody>
                    <a:bodyPr/>
                    <a:lstStyle/>
                    <a:p>
                      <a:pPr indent="0" marL="0">
                        <a:buNone/>
                      </a:pPr>
                      <a:r>
                        <a:rPr lang="en-US" sz="1300" dirty="0">
                          <a:solidFill>
                            <a:srgbClr val="EAF2FF"/>
                          </a:solidFill>
                          <a:latin typeface="Courier New" pitchFamily="34" charset="0"/>
                          <a:ea typeface="Courier New" pitchFamily="34" charset="-122"/>
                          <a:cs typeface="Courier New" pitchFamily="34" charset="-120"/>
                        </a:rPr>
                        <a:t>Pandesal (10 pcs)</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c>
                  <a:txBody>
                    <a:bodyPr/>
                    <a:lstStyle/>
                    <a:p>
                      <a:pPr algn="r" indent="0" marL="0">
                        <a:buNone/>
                      </a:pPr>
                      <a:r>
                        <a:rPr lang="en-US" sz="1300" dirty="0">
                          <a:solidFill>
                            <a:srgbClr val="EAF2FF"/>
                          </a:solidFill>
                          <a:latin typeface="Courier New" pitchFamily="34" charset="0"/>
                          <a:ea typeface="Courier New" pitchFamily="34" charset="-122"/>
                          <a:cs typeface="Courier New" pitchFamily="34" charset="-120"/>
                        </a:rPr>
                        <a:t>50</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r>
              <a:tr h="338328">
                <a:tc>
                  <a:txBody>
                    <a:bodyPr/>
                    <a:lstStyle/>
                    <a:p>
                      <a:pPr algn="ctr" indent="0" marL="0">
                        <a:buNone/>
                      </a:pPr>
                      <a:r>
                        <a:rPr lang="en-US" sz="1300" dirty="0">
                          <a:solidFill>
                            <a:srgbClr val="9AA6D9"/>
                          </a:solidFill>
                          <a:latin typeface="Courier New" pitchFamily="34" charset="0"/>
                          <a:ea typeface="Courier New" pitchFamily="34" charset="-122"/>
                          <a:cs typeface="Courier New" pitchFamily="34" charset="-120"/>
                        </a:rPr>
                        <a:t>3</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2A3366"/>
                    </a:solidFill>
                  </a:tcPr>
                </a:tc>
                <a:tc>
                  <a:txBody>
                    <a:bodyPr/>
                    <a:lstStyle/>
                    <a:p>
                      <a:pPr indent="0" marL="0">
                        <a:buNone/>
                      </a:pPr>
                      <a:r>
                        <a:rPr lang="en-US" sz="1300" dirty="0">
                          <a:solidFill>
                            <a:srgbClr val="EAF2FF"/>
                          </a:solidFill>
                          <a:latin typeface="Courier New" pitchFamily="34" charset="0"/>
                          <a:ea typeface="Courier New" pitchFamily="34" charset="-122"/>
                          <a:cs typeface="Courier New" pitchFamily="34" charset="-120"/>
                        </a:rPr>
                        <a:t>Banana cue</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c>
                  <a:txBody>
                    <a:bodyPr/>
                    <a:lstStyle/>
                    <a:p>
                      <a:pPr algn="r" indent="0" marL="0">
                        <a:buNone/>
                      </a:pPr>
                      <a:r>
                        <a:rPr lang="en-US" sz="1300" dirty="0">
                          <a:solidFill>
                            <a:srgbClr val="EAF2FF"/>
                          </a:solidFill>
                          <a:latin typeface="Courier New" pitchFamily="34" charset="0"/>
                          <a:ea typeface="Courier New" pitchFamily="34" charset="-122"/>
                          <a:cs typeface="Courier New" pitchFamily="34" charset="-120"/>
                        </a:rPr>
                        <a:t>25</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r>
              <a:tr h="338328">
                <a:tc>
                  <a:txBody>
                    <a:bodyPr/>
                    <a:lstStyle/>
                    <a:p>
                      <a:pPr algn="ctr" indent="0" marL="0">
                        <a:buNone/>
                      </a:pPr>
                      <a:r>
                        <a:rPr lang="en-US" sz="1300" dirty="0">
                          <a:solidFill>
                            <a:srgbClr val="9AA6D9"/>
                          </a:solidFill>
                          <a:latin typeface="Courier New" pitchFamily="34" charset="0"/>
                          <a:ea typeface="Courier New" pitchFamily="34" charset="-122"/>
                          <a:cs typeface="Courier New" pitchFamily="34" charset="-120"/>
                        </a:rPr>
                        <a:t>4</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2A3366"/>
                    </a:solidFill>
                  </a:tcPr>
                </a:tc>
                <a:tc>
                  <a:txBody>
                    <a:bodyPr/>
                    <a:lstStyle/>
                    <a:p>
                      <a:pPr indent="0" marL="0">
                        <a:buNone/>
                      </a:pPr>
                      <a:r>
                        <a:rPr lang="en-US" sz="1300" dirty="0">
                          <a:solidFill>
                            <a:srgbClr val="EAF2FF"/>
                          </a:solidFill>
                          <a:latin typeface="Courier New" pitchFamily="34" charset="0"/>
                          <a:ea typeface="Courier New" pitchFamily="34" charset="-122"/>
                          <a:cs typeface="Courier New" pitchFamily="34" charset="-120"/>
                        </a:rPr>
                        <a:t>Softdrink</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c>
                  <a:txBody>
                    <a:bodyPr/>
                    <a:lstStyle/>
                    <a:p>
                      <a:pPr algn="r" indent="0" marL="0">
                        <a:buNone/>
                      </a:pPr>
                      <a:r>
                        <a:rPr lang="en-US" sz="1300" dirty="0">
                          <a:solidFill>
                            <a:srgbClr val="EAF2FF"/>
                          </a:solidFill>
                          <a:latin typeface="Courier New" pitchFamily="34" charset="0"/>
                          <a:ea typeface="Courier New" pitchFamily="34" charset="-122"/>
                          <a:cs typeface="Courier New" pitchFamily="34" charset="-120"/>
                        </a:rPr>
                        <a:t>20</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r>
              <a:tr h="338328">
                <a:tc>
                  <a:txBody>
                    <a:bodyPr/>
                    <a:lstStyle/>
                    <a:p>
                      <a:pPr algn="ctr" indent="0" marL="0">
                        <a:buNone/>
                      </a:pPr>
                      <a:r>
                        <a:rPr lang="en-US" sz="1300" dirty="0">
                          <a:solidFill>
                            <a:srgbClr val="9AA6D9"/>
                          </a:solidFill>
                          <a:latin typeface="Courier New" pitchFamily="34" charset="0"/>
                          <a:ea typeface="Courier New" pitchFamily="34" charset="-122"/>
                          <a:cs typeface="Courier New" pitchFamily="34" charset="-120"/>
                        </a:rPr>
                        <a:t>5</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2A3366"/>
                    </a:solidFill>
                  </a:tcPr>
                </a:tc>
                <a:tc>
                  <a:txBody>
                    <a:bodyPr/>
                    <a:lstStyle/>
                    <a:p>
                      <a:pPr indent="0" marL="0">
                        <a:buNone/>
                      </a:pPr>
                      <a:r>
                        <a:rPr lang="en-US" sz="1300" dirty="0">
                          <a:solidFill>
                            <a:srgbClr val="EAF2FF"/>
                          </a:solidFill>
                          <a:latin typeface="Courier New" pitchFamily="34" charset="0"/>
                          <a:ea typeface="Courier New" pitchFamily="34" charset="-122"/>
                          <a:cs typeface="Courier New" pitchFamily="34" charset="-120"/>
                        </a:rPr>
                        <a:t>Chips</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c>
                  <a:txBody>
                    <a:bodyPr/>
                    <a:lstStyle/>
                    <a:p>
                      <a:pPr algn="r" indent="0" marL="0">
                        <a:buNone/>
                      </a:pPr>
                      <a:r>
                        <a:rPr lang="en-US" sz="1300" dirty="0">
                          <a:solidFill>
                            <a:srgbClr val="EAF2FF"/>
                          </a:solidFill>
                          <a:latin typeface="Courier New" pitchFamily="34" charset="0"/>
                          <a:ea typeface="Courier New" pitchFamily="34" charset="-122"/>
                          <a:cs typeface="Courier New" pitchFamily="34" charset="-120"/>
                        </a:rPr>
                        <a:t>15</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r>
              <a:tr h="338328">
                <a:tc>
                  <a:txBody>
                    <a:bodyPr/>
                    <a:lstStyle/>
                    <a:p>
                      <a:pPr algn="ctr" indent="0" marL="0">
                        <a:buNone/>
                      </a:pPr>
                      <a:r>
                        <a:rPr lang="en-US" sz="1300" dirty="0">
                          <a:solidFill>
                            <a:srgbClr val="9AA6D9"/>
                          </a:solidFill>
                          <a:latin typeface="Courier New" pitchFamily="34" charset="0"/>
                          <a:ea typeface="Courier New" pitchFamily="34" charset="-122"/>
                          <a:cs typeface="Courier New" pitchFamily="34" charset="-120"/>
                        </a:rPr>
                        <a:t>6</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2A3366"/>
                    </a:solidFill>
                  </a:tcPr>
                </a:tc>
                <a:tc>
                  <a:txBody>
                    <a:bodyPr/>
                    <a:lstStyle/>
                    <a:p>
                      <a:pPr indent="0" marL="0">
                        <a:buNone/>
                      </a:pPr>
                      <a:r>
                        <a:rPr lang="en-US" sz="1300" dirty="0">
                          <a:solidFill>
                            <a:srgbClr val="EAF2FF"/>
                          </a:solidFill>
                          <a:latin typeface="Courier New" pitchFamily="34" charset="0"/>
                          <a:ea typeface="Courier New" pitchFamily="34" charset="-122"/>
                          <a:cs typeface="Courier New" pitchFamily="34" charset="-120"/>
                        </a:rPr>
                        <a:t>Candy</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c>
                  <a:txBody>
                    <a:bodyPr/>
                    <a:lstStyle/>
                    <a:p>
                      <a:pPr algn="r" indent="0" marL="0">
                        <a:buNone/>
                      </a:pPr>
                      <a:r>
                        <a:rPr lang="en-US" sz="1300" dirty="0">
                          <a:solidFill>
                            <a:srgbClr val="EAF2FF"/>
                          </a:solidFill>
                          <a:latin typeface="Courier New" pitchFamily="34" charset="0"/>
                          <a:ea typeface="Courier New" pitchFamily="34" charset="-122"/>
                          <a:cs typeface="Courier New" pitchFamily="34" charset="-120"/>
                        </a:rPr>
                        <a:t>5</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r>
              <a:tr h="338328">
                <a:tc>
                  <a:txBody>
                    <a:bodyPr/>
                    <a:lstStyle/>
                    <a:p>
                      <a:pPr algn="ctr" indent="0" marL="0">
                        <a:buNone/>
                      </a:pPr>
                      <a:r>
                        <a:rPr lang="en-US" sz="1300" dirty="0">
                          <a:solidFill>
                            <a:srgbClr val="9AA6D9"/>
                          </a:solidFill>
                          <a:latin typeface="Courier New" pitchFamily="34" charset="0"/>
                          <a:ea typeface="Courier New" pitchFamily="34" charset="-122"/>
                          <a:cs typeface="Courier New" pitchFamily="34" charset="-120"/>
                        </a:rPr>
                        <a:t>7</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2A3366"/>
                    </a:solidFill>
                  </a:tcPr>
                </a:tc>
                <a:tc>
                  <a:txBody>
                    <a:bodyPr/>
                    <a:lstStyle/>
                    <a:p>
                      <a:pPr indent="0" marL="0">
                        <a:buNone/>
                      </a:pPr>
                      <a:r>
                        <a:rPr lang="en-US" sz="1300" b="1" dirty="0">
                          <a:solidFill>
                            <a:srgbClr val="EAF2FF"/>
                          </a:solidFill>
                          <a:latin typeface="Courier New" pitchFamily="34" charset="0"/>
                          <a:ea typeface="Courier New" pitchFamily="34" charset="-122"/>
                          <a:cs typeface="Courier New" pitchFamily="34" charset="-120"/>
                        </a:rPr>
                        <a:t>TOTAL</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c>
                  <a:txBody>
                    <a:bodyPr/>
                    <a:lstStyle/>
                    <a:p>
                      <a:pPr algn="r" indent="0" marL="0">
                        <a:buNone/>
                      </a:pPr>
                      <a:r>
                        <a:rPr lang="en-US" sz="1300" b="1" dirty="0">
                          <a:solidFill>
                            <a:srgbClr val="0A0F24"/>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FFC233"/>
                    </a:solidFill>
                  </a:tcPr>
                </a:tc>
              </a:tr>
            </a:tbl>
          </a:graphicData>
        </a:graphic>
      </p:graphicFrame>
      <p:sp>
        <p:nvSpPr>
          <p:cNvPr id="18" name="Link - Answer A">
            <a:hlinkClick r:id="rId12" action="ppaction://hlinksldjump" highlightClick="1"/>
          </p:cNvPr>
          <p:cNvSpPr txBox="1"/>
          <p:nvPr/>
        </p:nvSpPr>
        <p:spPr>
          <a:xfrm>
            <a:off x="5257800" y="3429000"/>
            <a:ext cx="6473952" cy="603504"/>
          </a:xfrm>
          <a:prstGeom prst="roundRect">
            <a:avLst>
              <a:gd name="adj" fmla="val 15152"/>
            </a:avLst>
          </a:prstGeom>
          <a:solidFill>
            <a:srgbClr val="1A2353"/>
          </a:solidFill>
          <a:ln w="22225">
            <a:solidFill>
              <a:srgbClr val="A98BFF"/>
            </a:solidFill>
          </a:ln>
        </p:spPr>
        <p:txBody>
          <a:bodyPr wrap="square" lIns="863600" tIns="50800" rIns="127000" bIns="50800" rtlCol="0" anchor="ctr"/>
          <a:lstStyle/>
          <a:p>
            <a:pPr algn="l" indent="0" marL="0">
              <a:buNone/>
            </a:pPr>
            <a:r>
              <a:rPr lang="en-US" sz="2000" b="1" dirty="0">
                <a:solidFill>
                  <a:srgbClr val="EAF2FF"/>
                </a:solidFill>
                <a:latin typeface="Courier New" pitchFamily="34" charset="0"/>
                <a:ea typeface="Courier New" pitchFamily="34" charset="-122"/>
                <a:cs typeface="Courier New" pitchFamily="34" charset="-120"/>
              </a:rPr>
              <a:t>PHP 105</a:t>
            </a:r>
            <a:endParaRPr lang="en-US" sz="2000" dirty="0"/>
          </a:p>
        </p:txBody>
      </p:sp>
      <p:sp>
        <p:nvSpPr>
          <p:cNvPr id="19" name="Link - Answer A badge">
            <a:hlinkClick r:id="rId12" action="ppaction://hlinksldjump" highlightClick="1"/>
          </p:cNvPr>
          <p:cNvSpPr txBox="1"/>
          <p:nvPr/>
        </p:nvSpPr>
        <p:spPr>
          <a:xfrm>
            <a:off x="5458968" y="3502152"/>
            <a:ext cx="457200" cy="45720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20" name="Link - Answer B">
            <a:hlinkClick r:id="rId12" action="ppaction://hlinksldjump" highlightClick="1"/>
          </p:cNvPr>
          <p:cNvSpPr txBox="1"/>
          <p:nvPr/>
        </p:nvSpPr>
        <p:spPr>
          <a:xfrm>
            <a:off x="5257800" y="4133088"/>
            <a:ext cx="6473952" cy="603504"/>
          </a:xfrm>
          <a:prstGeom prst="roundRect">
            <a:avLst>
              <a:gd name="adj" fmla="val 15152"/>
            </a:avLst>
          </a:prstGeom>
          <a:solidFill>
            <a:srgbClr val="1A2353"/>
          </a:solidFill>
          <a:ln w="22225">
            <a:solidFill>
              <a:srgbClr val="A98BFF"/>
            </a:solidFill>
          </a:ln>
        </p:spPr>
        <p:txBody>
          <a:bodyPr wrap="square" lIns="863600" tIns="50800" rIns="127000" bIns="50800" rtlCol="0" anchor="ctr"/>
          <a:lstStyle/>
          <a:p>
            <a:pPr algn="l" indent="0" marL="0">
              <a:buNone/>
            </a:pPr>
            <a:r>
              <a:rPr lang="en-US" sz="2000" b="1" dirty="0">
                <a:solidFill>
                  <a:srgbClr val="EAF2FF"/>
                </a:solidFill>
                <a:latin typeface="Courier New" pitchFamily="34" charset="0"/>
                <a:ea typeface="Courier New" pitchFamily="34" charset="-122"/>
                <a:cs typeface="Courier New" pitchFamily="34" charset="-120"/>
              </a:rPr>
              <a:t>PHP 120</a:t>
            </a:r>
            <a:endParaRPr lang="en-US" sz="2000" dirty="0"/>
          </a:p>
        </p:txBody>
      </p:sp>
      <p:sp>
        <p:nvSpPr>
          <p:cNvPr id="21" name="Link - Answer B badge">
            <a:hlinkClick r:id="rId12" action="ppaction://hlinksldjump" highlightClick="1"/>
          </p:cNvPr>
          <p:cNvSpPr txBox="1"/>
          <p:nvPr/>
        </p:nvSpPr>
        <p:spPr>
          <a:xfrm>
            <a:off x="5458968" y="4206240"/>
            <a:ext cx="457200" cy="45720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
        <p:nvSpPr>
          <p:cNvPr id="22" name="Link - Answer C">
            <a:hlinkClick r:id="rId13" action="ppaction://hlinksldjump" highlightClick="1"/>
          </p:cNvPr>
          <p:cNvSpPr txBox="1"/>
          <p:nvPr/>
        </p:nvSpPr>
        <p:spPr>
          <a:xfrm>
            <a:off x="5257800" y="4837176"/>
            <a:ext cx="6473952" cy="603504"/>
          </a:xfrm>
          <a:prstGeom prst="roundRect">
            <a:avLst>
              <a:gd name="adj" fmla="val 15152"/>
            </a:avLst>
          </a:prstGeom>
          <a:solidFill>
            <a:srgbClr val="1A2353"/>
          </a:solidFill>
          <a:ln w="22225">
            <a:solidFill>
              <a:srgbClr val="A98BFF"/>
            </a:solidFill>
          </a:ln>
        </p:spPr>
        <p:txBody>
          <a:bodyPr wrap="square" lIns="863600" tIns="50800" rIns="127000" bIns="50800" rtlCol="0" anchor="ctr"/>
          <a:lstStyle/>
          <a:p>
            <a:pPr algn="l" indent="0" marL="0">
              <a:buNone/>
            </a:pPr>
            <a:r>
              <a:rPr lang="en-US" sz="2000" b="1" dirty="0">
                <a:solidFill>
                  <a:srgbClr val="EAF2FF"/>
                </a:solidFill>
                <a:latin typeface="Courier New" pitchFamily="34" charset="0"/>
                <a:ea typeface="Courier New" pitchFamily="34" charset="-122"/>
                <a:cs typeface="Courier New" pitchFamily="34" charset="-120"/>
              </a:rPr>
              <a:t>PHP 115</a:t>
            </a:r>
            <a:endParaRPr lang="en-US" sz="2000" dirty="0"/>
          </a:p>
        </p:txBody>
      </p:sp>
      <p:sp>
        <p:nvSpPr>
          <p:cNvPr id="23" name="Link - Answer C badge">
            <a:hlinkClick r:id="rId13" action="ppaction://hlinksldjump" highlightClick="1"/>
          </p:cNvPr>
          <p:cNvSpPr txBox="1"/>
          <p:nvPr/>
        </p:nvSpPr>
        <p:spPr>
          <a:xfrm>
            <a:off x="5458968" y="4910328"/>
            <a:ext cx="457200" cy="45720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sp>
        <p:nvSpPr>
          <p:cNvPr id="24" name="Link - Answer D">
            <a:hlinkClick r:id="rId12" action="ppaction://hlinksldjump" highlightClick="1"/>
          </p:cNvPr>
          <p:cNvSpPr txBox="1"/>
          <p:nvPr/>
        </p:nvSpPr>
        <p:spPr>
          <a:xfrm>
            <a:off x="5257800" y="5541264"/>
            <a:ext cx="6473952" cy="603504"/>
          </a:xfrm>
          <a:prstGeom prst="roundRect">
            <a:avLst>
              <a:gd name="adj" fmla="val 15152"/>
            </a:avLst>
          </a:prstGeom>
          <a:solidFill>
            <a:srgbClr val="1A2353"/>
          </a:solidFill>
          <a:ln w="22225">
            <a:solidFill>
              <a:srgbClr val="A98BFF"/>
            </a:solidFill>
          </a:ln>
        </p:spPr>
        <p:txBody>
          <a:bodyPr wrap="square" lIns="863600" tIns="50800" rIns="127000" bIns="50800" rtlCol="0" anchor="ctr"/>
          <a:lstStyle/>
          <a:p>
            <a:pPr algn="l" indent="0" marL="0">
              <a:buNone/>
            </a:pPr>
            <a:r>
              <a:rPr lang="en-US" sz="2000" b="1" dirty="0">
                <a:solidFill>
                  <a:srgbClr val="EAF2FF"/>
                </a:solidFill>
                <a:latin typeface="Courier New" pitchFamily="34" charset="0"/>
                <a:ea typeface="Courier New" pitchFamily="34" charset="-122"/>
                <a:cs typeface="Courier New" pitchFamily="34" charset="-120"/>
              </a:rPr>
              <a:t>PHP 125</a:t>
            </a:r>
            <a:endParaRPr lang="en-US" sz="2000" dirty="0"/>
          </a:p>
        </p:txBody>
      </p:sp>
      <p:sp>
        <p:nvSpPr>
          <p:cNvPr id="25" name="Link - Answer D badge">
            <a:hlinkClick r:id="rId12" action="ppaction://hlinksldjump" highlightClick="1"/>
          </p:cNvPr>
          <p:cNvSpPr txBox="1"/>
          <p:nvPr/>
        </p:nvSpPr>
        <p:spPr>
          <a:xfrm>
            <a:off x="5458968" y="5614416"/>
            <a:ext cx="457200" cy="45720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spTree>
  </p:cSld>
  <p:clrMapOvr>
    <a:masterClrMapping/>
  </p:clrMapOvr>
  <p:transition spd="med" advClick="0">
    <p:fade/>
  </p:transition>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A98BFF"/>
                </a:solidFill>
                <a:latin typeface="Courier New" pitchFamily="34" charset="0"/>
                <a:ea typeface="Courier New" pitchFamily="34" charset="-122"/>
                <a:cs typeface="Courier New" pitchFamily="34" charset="-120"/>
              </a:rPr>
              <a:t>&gt; SECTOR 03 // FUN ZONE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1"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2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A98BFF"/>
            </a:solidFill>
            <a:prstDash val="solid"/>
          </a:ln>
          <a:effectLst>
            <a:outerShdw sx="100000" sy="100000" kx="0" ky="0" algn="bl" rotWithShape="0" blurRad="203200" dist="50800" dir="5400000">
              <a:srgbClr val="A98BFF">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Kai buys merienda at the sari-sari store. The vault opens with the TOTAL. How much is it?</a:t>
            </a:r>
            <a:endParaRPr lang="en-US" sz="22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457200" y="3429000"/>
          <a:ext cx="4480560" cy="914400"/>
        </p:xfrm>
        <a:graphic>
          <a:graphicData uri="http://schemas.openxmlformats.org/drawingml/2006/table">
            <a:tbl>
              <a:tblPr/>
              <a:tblGrid>
                <a:gridCol w="548640"/>
                <a:gridCol w="2148840"/>
                <a:gridCol w="1783080"/>
              </a:tblGrid>
              <a:tr h="338328">
                <a:tc>
                  <a:txBody>
                    <a:bodyPr/>
                    <a:lstStyle/>
                    <a:p>
                      <a:pPr indent="0" marL="0">
                        <a:buNone/>
                      </a:pP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2A3366"/>
                    </a:solidFill>
                  </a:tcPr>
                </a:tc>
                <a:tc>
                  <a:txBody>
                    <a:bodyPr/>
                    <a:lstStyle/>
                    <a:p>
                      <a:pPr algn="ctr" indent="0" marL="0">
                        <a:buNone/>
                      </a:pPr>
                      <a:r>
                        <a:rPr lang="en-US" sz="1300" b="1" dirty="0">
                          <a:solidFill>
                            <a:srgbClr val="9AA6D9"/>
                          </a:solidFill>
                          <a:latin typeface="Courier New" pitchFamily="34" charset="0"/>
                          <a:ea typeface="Courier New" pitchFamily="34" charset="-122"/>
                          <a:cs typeface="Courier New" pitchFamily="34" charset="-120"/>
                        </a:rPr>
                        <a:t>A</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2A3366"/>
                    </a:solidFill>
                  </a:tcPr>
                </a:tc>
                <a:tc>
                  <a:txBody>
                    <a:bodyPr/>
                    <a:lstStyle/>
                    <a:p>
                      <a:pPr algn="ctr" indent="0" marL="0">
                        <a:buNone/>
                      </a:pPr>
                      <a:r>
                        <a:rPr lang="en-US" sz="1300" b="1" dirty="0">
                          <a:solidFill>
                            <a:srgbClr val="9AA6D9"/>
                          </a:solidFill>
                          <a:latin typeface="Courier New" pitchFamily="34" charset="0"/>
                          <a:ea typeface="Courier New" pitchFamily="34" charset="-122"/>
                          <a:cs typeface="Courier New" pitchFamily="34" charset="-120"/>
                        </a:rPr>
                        <a:t>B</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2A3366"/>
                    </a:solidFill>
                  </a:tcPr>
                </a:tc>
              </a:tr>
              <a:tr h="338328">
                <a:tc>
                  <a:txBody>
                    <a:bodyPr/>
                    <a:lstStyle/>
                    <a:p>
                      <a:pPr algn="ctr" indent="0" marL="0">
                        <a:buNone/>
                      </a:pPr>
                      <a:r>
                        <a:rPr lang="en-US" sz="1300" dirty="0">
                          <a:solidFill>
                            <a:srgbClr val="9AA6D9"/>
                          </a:solidFill>
                          <a:latin typeface="Courier New" pitchFamily="34" charset="0"/>
                          <a:ea typeface="Courier New" pitchFamily="34" charset="-122"/>
                          <a:cs typeface="Courier New" pitchFamily="34" charset="-120"/>
                        </a:rPr>
                        <a:t>1</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2A3366"/>
                    </a:solidFill>
                  </a:tcPr>
                </a:tc>
                <a:tc>
                  <a:txBody>
                    <a:bodyPr/>
                    <a:lstStyle/>
                    <a:p>
                      <a:pPr indent="0" marL="0">
                        <a:buNone/>
                      </a:pPr>
                      <a:r>
                        <a:rPr lang="en-US" sz="1300" b="1" dirty="0">
                          <a:solidFill>
                            <a:srgbClr val="A98BFF"/>
                          </a:solidFill>
                          <a:latin typeface="Courier New" pitchFamily="34" charset="0"/>
                          <a:ea typeface="Courier New" pitchFamily="34" charset="-122"/>
                          <a:cs typeface="Courier New" pitchFamily="34" charset="-120"/>
                        </a:rPr>
                        <a:t>ITEM</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c>
                  <a:txBody>
                    <a:bodyPr/>
                    <a:lstStyle/>
                    <a:p>
                      <a:pPr algn="r" indent="0" marL="0">
                        <a:buNone/>
                      </a:pPr>
                      <a:r>
                        <a:rPr lang="en-US" sz="1300" b="1" dirty="0">
                          <a:solidFill>
                            <a:srgbClr val="A98BFF"/>
                          </a:solidFill>
                          <a:latin typeface="Courier New" pitchFamily="34" charset="0"/>
                          <a:ea typeface="Courier New" pitchFamily="34" charset="-122"/>
                          <a:cs typeface="Courier New" pitchFamily="34" charset="-120"/>
                        </a:rPr>
                        <a:t>PRICE (PHP)</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r>
              <a:tr h="338328">
                <a:tc>
                  <a:txBody>
                    <a:bodyPr/>
                    <a:lstStyle/>
                    <a:p>
                      <a:pPr algn="ctr" indent="0" marL="0">
                        <a:buNone/>
                      </a:pPr>
                      <a:r>
                        <a:rPr lang="en-US" sz="1300" dirty="0">
                          <a:solidFill>
                            <a:srgbClr val="9AA6D9"/>
                          </a:solidFill>
                          <a:latin typeface="Courier New" pitchFamily="34" charset="0"/>
                          <a:ea typeface="Courier New" pitchFamily="34" charset="-122"/>
                          <a:cs typeface="Courier New" pitchFamily="34" charset="-120"/>
                        </a:rPr>
                        <a:t>2</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2A3366"/>
                    </a:solidFill>
                  </a:tcPr>
                </a:tc>
                <a:tc>
                  <a:txBody>
                    <a:bodyPr/>
                    <a:lstStyle/>
                    <a:p>
                      <a:pPr indent="0" marL="0">
                        <a:buNone/>
                      </a:pPr>
                      <a:r>
                        <a:rPr lang="en-US" sz="1300" dirty="0">
                          <a:solidFill>
                            <a:srgbClr val="EAF2FF"/>
                          </a:solidFill>
                          <a:latin typeface="Courier New" pitchFamily="34" charset="0"/>
                          <a:ea typeface="Courier New" pitchFamily="34" charset="-122"/>
                          <a:cs typeface="Courier New" pitchFamily="34" charset="-120"/>
                        </a:rPr>
                        <a:t>Pandesal (10 pcs)</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c>
                  <a:txBody>
                    <a:bodyPr/>
                    <a:lstStyle/>
                    <a:p>
                      <a:pPr algn="r" indent="0" marL="0">
                        <a:buNone/>
                      </a:pPr>
                      <a:r>
                        <a:rPr lang="en-US" sz="1300" dirty="0">
                          <a:solidFill>
                            <a:srgbClr val="EAF2FF"/>
                          </a:solidFill>
                          <a:latin typeface="Courier New" pitchFamily="34" charset="0"/>
                          <a:ea typeface="Courier New" pitchFamily="34" charset="-122"/>
                          <a:cs typeface="Courier New" pitchFamily="34" charset="-120"/>
                        </a:rPr>
                        <a:t>50</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r>
              <a:tr h="338328">
                <a:tc>
                  <a:txBody>
                    <a:bodyPr/>
                    <a:lstStyle/>
                    <a:p>
                      <a:pPr algn="ctr" indent="0" marL="0">
                        <a:buNone/>
                      </a:pPr>
                      <a:r>
                        <a:rPr lang="en-US" sz="1300" dirty="0">
                          <a:solidFill>
                            <a:srgbClr val="9AA6D9"/>
                          </a:solidFill>
                          <a:latin typeface="Courier New" pitchFamily="34" charset="0"/>
                          <a:ea typeface="Courier New" pitchFamily="34" charset="-122"/>
                          <a:cs typeface="Courier New" pitchFamily="34" charset="-120"/>
                        </a:rPr>
                        <a:t>3</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2A3366"/>
                    </a:solidFill>
                  </a:tcPr>
                </a:tc>
                <a:tc>
                  <a:txBody>
                    <a:bodyPr/>
                    <a:lstStyle/>
                    <a:p>
                      <a:pPr indent="0" marL="0">
                        <a:buNone/>
                      </a:pPr>
                      <a:r>
                        <a:rPr lang="en-US" sz="1300" dirty="0">
                          <a:solidFill>
                            <a:srgbClr val="EAF2FF"/>
                          </a:solidFill>
                          <a:latin typeface="Courier New" pitchFamily="34" charset="0"/>
                          <a:ea typeface="Courier New" pitchFamily="34" charset="-122"/>
                          <a:cs typeface="Courier New" pitchFamily="34" charset="-120"/>
                        </a:rPr>
                        <a:t>Banana cue</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c>
                  <a:txBody>
                    <a:bodyPr/>
                    <a:lstStyle/>
                    <a:p>
                      <a:pPr algn="r" indent="0" marL="0">
                        <a:buNone/>
                      </a:pPr>
                      <a:r>
                        <a:rPr lang="en-US" sz="1300" dirty="0">
                          <a:solidFill>
                            <a:srgbClr val="EAF2FF"/>
                          </a:solidFill>
                          <a:latin typeface="Courier New" pitchFamily="34" charset="0"/>
                          <a:ea typeface="Courier New" pitchFamily="34" charset="-122"/>
                          <a:cs typeface="Courier New" pitchFamily="34" charset="-120"/>
                        </a:rPr>
                        <a:t>25</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r>
              <a:tr h="338328">
                <a:tc>
                  <a:txBody>
                    <a:bodyPr/>
                    <a:lstStyle/>
                    <a:p>
                      <a:pPr algn="ctr" indent="0" marL="0">
                        <a:buNone/>
                      </a:pPr>
                      <a:r>
                        <a:rPr lang="en-US" sz="1300" dirty="0">
                          <a:solidFill>
                            <a:srgbClr val="9AA6D9"/>
                          </a:solidFill>
                          <a:latin typeface="Courier New" pitchFamily="34" charset="0"/>
                          <a:ea typeface="Courier New" pitchFamily="34" charset="-122"/>
                          <a:cs typeface="Courier New" pitchFamily="34" charset="-120"/>
                        </a:rPr>
                        <a:t>4</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2A3366"/>
                    </a:solidFill>
                  </a:tcPr>
                </a:tc>
                <a:tc>
                  <a:txBody>
                    <a:bodyPr/>
                    <a:lstStyle/>
                    <a:p>
                      <a:pPr indent="0" marL="0">
                        <a:buNone/>
                      </a:pPr>
                      <a:r>
                        <a:rPr lang="en-US" sz="1300" dirty="0">
                          <a:solidFill>
                            <a:srgbClr val="EAF2FF"/>
                          </a:solidFill>
                          <a:latin typeface="Courier New" pitchFamily="34" charset="0"/>
                          <a:ea typeface="Courier New" pitchFamily="34" charset="-122"/>
                          <a:cs typeface="Courier New" pitchFamily="34" charset="-120"/>
                        </a:rPr>
                        <a:t>Softdrink</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c>
                  <a:txBody>
                    <a:bodyPr/>
                    <a:lstStyle/>
                    <a:p>
                      <a:pPr algn="r" indent="0" marL="0">
                        <a:buNone/>
                      </a:pPr>
                      <a:r>
                        <a:rPr lang="en-US" sz="1300" dirty="0">
                          <a:solidFill>
                            <a:srgbClr val="EAF2FF"/>
                          </a:solidFill>
                          <a:latin typeface="Courier New" pitchFamily="34" charset="0"/>
                          <a:ea typeface="Courier New" pitchFamily="34" charset="-122"/>
                          <a:cs typeface="Courier New" pitchFamily="34" charset="-120"/>
                        </a:rPr>
                        <a:t>20</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r>
              <a:tr h="338328">
                <a:tc>
                  <a:txBody>
                    <a:bodyPr/>
                    <a:lstStyle/>
                    <a:p>
                      <a:pPr algn="ctr" indent="0" marL="0">
                        <a:buNone/>
                      </a:pPr>
                      <a:r>
                        <a:rPr lang="en-US" sz="1300" dirty="0">
                          <a:solidFill>
                            <a:srgbClr val="9AA6D9"/>
                          </a:solidFill>
                          <a:latin typeface="Courier New" pitchFamily="34" charset="0"/>
                          <a:ea typeface="Courier New" pitchFamily="34" charset="-122"/>
                          <a:cs typeface="Courier New" pitchFamily="34" charset="-120"/>
                        </a:rPr>
                        <a:t>5</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2A3366"/>
                    </a:solidFill>
                  </a:tcPr>
                </a:tc>
                <a:tc>
                  <a:txBody>
                    <a:bodyPr/>
                    <a:lstStyle/>
                    <a:p>
                      <a:pPr indent="0" marL="0">
                        <a:buNone/>
                      </a:pPr>
                      <a:r>
                        <a:rPr lang="en-US" sz="1300" dirty="0">
                          <a:solidFill>
                            <a:srgbClr val="EAF2FF"/>
                          </a:solidFill>
                          <a:latin typeface="Courier New" pitchFamily="34" charset="0"/>
                          <a:ea typeface="Courier New" pitchFamily="34" charset="-122"/>
                          <a:cs typeface="Courier New" pitchFamily="34" charset="-120"/>
                        </a:rPr>
                        <a:t>Chips</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c>
                  <a:txBody>
                    <a:bodyPr/>
                    <a:lstStyle/>
                    <a:p>
                      <a:pPr algn="r" indent="0" marL="0">
                        <a:buNone/>
                      </a:pPr>
                      <a:r>
                        <a:rPr lang="en-US" sz="1300" dirty="0">
                          <a:solidFill>
                            <a:srgbClr val="EAF2FF"/>
                          </a:solidFill>
                          <a:latin typeface="Courier New" pitchFamily="34" charset="0"/>
                          <a:ea typeface="Courier New" pitchFamily="34" charset="-122"/>
                          <a:cs typeface="Courier New" pitchFamily="34" charset="-120"/>
                        </a:rPr>
                        <a:t>15</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r>
              <a:tr h="338328">
                <a:tc>
                  <a:txBody>
                    <a:bodyPr/>
                    <a:lstStyle/>
                    <a:p>
                      <a:pPr algn="ctr" indent="0" marL="0">
                        <a:buNone/>
                      </a:pPr>
                      <a:r>
                        <a:rPr lang="en-US" sz="1300" dirty="0">
                          <a:solidFill>
                            <a:srgbClr val="9AA6D9"/>
                          </a:solidFill>
                          <a:latin typeface="Courier New" pitchFamily="34" charset="0"/>
                          <a:ea typeface="Courier New" pitchFamily="34" charset="-122"/>
                          <a:cs typeface="Courier New" pitchFamily="34" charset="-120"/>
                        </a:rPr>
                        <a:t>6</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2A3366"/>
                    </a:solidFill>
                  </a:tcPr>
                </a:tc>
                <a:tc>
                  <a:txBody>
                    <a:bodyPr/>
                    <a:lstStyle/>
                    <a:p>
                      <a:pPr indent="0" marL="0">
                        <a:buNone/>
                      </a:pPr>
                      <a:r>
                        <a:rPr lang="en-US" sz="1300" dirty="0">
                          <a:solidFill>
                            <a:srgbClr val="EAF2FF"/>
                          </a:solidFill>
                          <a:latin typeface="Courier New" pitchFamily="34" charset="0"/>
                          <a:ea typeface="Courier New" pitchFamily="34" charset="-122"/>
                          <a:cs typeface="Courier New" pitchFamily="34" charset="-120"/>
                        </a:rPr>
                        <a:t>Candy</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c>
                  <a:txBody>
                    <a:bodyPr/>
                    <a:lstStyle/>
                    <a:p>
                      <a:pPr algn="r" indent="0" marL="0">
                        <a:buNone/>
                      </a:pPr>
                      <a:r>
                        <a:rPr lang="en-US" sz="1300" dirty="0">
                          <a:solidFill>
                            <a:srgbClr val="EAF2FF"/>
                          </a:solidFill>
                          <a:latin typeface="Courier New" pitchFamily="34" charset="0"/>
                          <a:ea typeface="Courier New" pitchFamily="34" charset="-122"/>
                          <a:cs typeface="Courier New" pitchFamily="34" charset="-120"/>
                        </a:rPr>
                        <a:t>5</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r>
              <a:tr h="338328">
                <a:tc>
                  <a:txBody>
                    <a:bodyPr/>
                    <a:lstStyle/>
                    <a:p>
                      <a:pPr algn="ctr" indent="0" marL="0">
                        <a:buNone/>
                      </a:pPr>
                      <a:r>
                        <a:rPr lang="en-US" sz="1300" dirty="0">
                          <a:solidFill>
                            <a:srgbClr val="9AA6D9"/>
                          </a:solidFill>
                          <a:latin typeface="Courier New" pitchFamily="34" charset="0"/>
                          <a:ea typeface="Courier New" pitchFamily="34" charset="-122"/>
                          <a:cs typeface="Courier New" pitchFamily="34" charset="-120"/>
                        </a:rPr>
                        <a:t>7</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2A3366"/>
                    </a:solidFill>
                  </a:tcPr>
                </a:tc>
                <a:tc>
                  <a:txBody>
                    <a:bodyPr/>
                    <a:lstStyle/>
                    <a:p>
                      <a:pPr indent="0" marL="0">
                        <a:buNone/>
                      </a:pPr>
                      <a:r>
                        <a:rPr lang="en-US" sz="1300" b="1" dirty="0">
                          <a:solidFill>
                            <a:srgbClr val="EAF2FF"/>
                          </a:solidFill>
                          <a:latin typeface="Courier New" pitchFamily="34" charset="0"/>
                          <a:ea typeface="Courier New" pitchFamily="34" charset="-122"/>
                          <a:cs typeface="Courier New" pitchFamily="34" charset="-120"/>
                        </a:rPr>
                        <a:t>TOTAL</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c>
                  <a:txBody>
                    <a:bodyPr/>
                    <a:lstStyle/>
                    <a:p>
                      <a:pPr algn="r" indent="0" marL="0">
                        <a:buNone/>
                      </a:pPr>
                      <a:r>
                        <a:rPr lang="en-US" sz="1300" b="1" dirty="0">
                          <a:solidFill>
                            <a:srgbClr val="0A0F24"/>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FFC233"/>
                    </a:solidFill>
                  </a:tcPr>
                </a:tc>
              </a:tr>
            </a:tbl>
          </a:graphicData>
        </a:graphic>
      </p:graphicFrame>
      <p:sp>
        <p:nvSpPr>
          <p:cNvPr id="18" name="Link - Answer A">
            <a:hlinkClick r:id="rId12" action="ppaction://hlinksldjump" highlightClick="1"/>
          </p:cNvPr>
          <p:cNvSpPr txBox="1"/>
          <p:nvPr/>
        </p:nvSpPr>
        <p:spPr>
          <a:xfrm>
            <a:off x="5257800" y="3429000"/>
            <a:ext cx="6473952" cy="603504"/>
          </a:xfrm>
          <a:prstGeom prst="roundRect">
            <a:avLst>
              <a:gd name="adj" fmla="val 15152"/>
            </a:avLst>
          </a:prstGeom>
          <a:solidFill>
            <a:srgbClr val="1A2353"/>
          </a:solidFill>
          <a:ln w="22225">
            <a:solidFill>
              <a:srgbClr val="A98BFF"/>
            </a:solidFill>
          </a:ln>
        </p:spPr>
        <p:txBody>
          <a:bodyPr wrap="square" lIns="863600" tIns="50800" rIns="127000" bIns="50800" rtlCol="0" anchor="ctr"/>
          <a:lstStyle/>
          <a:p>
            <a:pPr algn="l" indent="0" marL="0">
              <a:buNone/>
            </a:pPr>
            <a:r>
              <a:rPr lang="en-US" sz="2000" b="1" dirty="0">
                <a:solidFill>
                  <a:srgbClr val="EAF2FF"/>
                </a:solidFill>
                <a:latin typeface="Courier New" pitchFamily="34" charset="0"/>
                <a:ea typeface="Courier New" pitchFamily="34" charset="-122"/>
                <a:cs typeface="Courier New" pitchFamily="34" charset="-120"/>
              </a:rPr>
              <a:t>PHP 105</a:t>
            </a:r>
            <a:endParaRPr lang="en-US" sz="2000" dirty="0"/>
          </a:p>
        </p:txBody>
      </p:sp>
      <p:sp>
        <p:nvSpPr>
          <p:cNvPr id="19" name="Link - Answer A badge">
            <a:hlinkClick r:id="rId12" action="ppaction://hlinksldjump" highlightClick="1"/>
          </p:cNvPr>
          <p:cNvSpPr txBox="1"/>
          <p:nvPr/>
        </p:nvSpPr>
        <p:spPr>
          <a:xfrm>
            <a:off x="5458968" y="3502152"/>
            <a:ext cx="457200" cy="45720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20" name="Link - Answer B">
            <a:hlinkClick r:id="rId12" action="ppaction://hlinksldjump" highlightClick="1"/>
          </p:cNvPr>
          <p:cNvSpPr txBox="1"/>
          <p:nvPr/>
        </p:nvSpPr>
        <p:spPr>
          <a:xfrm>
            <a:off x="5257800" y="4133088"/>
            <a:ext cx="6473952" cy="603504"/>
          </a:xfrm>
          <a:prstGeom prst="roundRect">
            <a:avLst>
              <a:gd name="adj" fmla="val 15152"/>
            </a:avLst>
          </a:prstGeom>
          <a:solidFill>
            <a:srgbClr val="1A2353"/>
          </a:solidFill>
          <a:ln w="22225">
            <a:solidFill>
              <a:srgbClr val="A98BFF"/>
            </a:solidFill>
          </a:ln>
        </p:spPr>
        <p:txBody>
          <a:bodyPr wrap="square" lIns="863600" tIns="50800" rIns="127000" bIns="50800" rtlCol="0" anchor="ctr"/>
          <a:lstStyle/>
          <a:p>
            <a:pPr algn="l" indent="0" marL="0">
              <a:buNone/>
            </a:pPr>
            <a:r>
              <a:rPr lang="en-US" sz="2000" b="1" dirty="0">
                <a:solidFill>
                  <a:srgbClr val="EAF2FF"/>
                </a:solidFill>
                <a:latin typeface="Courier New" pitchFamily="34" charset="0"/>
                <a:ea typeface="Courier New" pitchFamily="34" charset="-122"/>
                <a:cs typeface="Courier New" pitchFamily="34" charset="-120"/>
              </a:rPr>
              <a:t>PHP 120</a:t>
            </a:r>
            <a:endParaRPr lang="en-US" sz="2000" dirty="0"/>
          </a:p>
        </p:txBody>
      </p:sp>
      <p:sp>
        <p:nvSpPr>
          <p:cNvPr id="21" name="Link - Answer B badge">
            <a:hlinkClick r:id="rId12" action="ppaction://hlinksldjump" highlightClick="1"/>
          </p:cNvPr>
          <p:cNvSpPr txBox="1"/>
          <p:nvPr/>
        </p:nvSpPr>
        <p:spPr>
          <a:xfrm>
            <a:off x="5458968" y="4206240"/>
            <a:ext cx="457200" cy="45720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
        <p:nvSpPr>
          <p:cNvPr id="22" name="Link - Answer C">
            <a:hlinkClick r:id="rId13" action="ppaction://hlinksldjump" highlightClick="1"/>
          </p:cNvPr>
          <p:cNvSpPr txBox="1"/>
          <p:nvPr/>
        </p:nvSpPr>
        <p:spPr>
          <a:xfrm>
            <a:off x="5257800" y="4837176"/>
            <a:ext cx="6473952" cy="603504"/>
          </a:xfrm>
          <a:prstGeom prst="roundRect">
            <a:avLst>
              <a:gd name="adj" fmla="val 15152"/>
            </a:avLst>
          </a:prstGeom>
          <a:solidFill>
            <a:srgbClr val="1A2353"/>
          </a:solidFill>
          <a:ln w="22225">
            <a:solidFill>
              <a:srgbClr val="A98BFF"/>
            </a:solidFill>
          </a:ln>
        </p:spPr>
        <p:txBody>
          <a:bodyPr wrap="square" lIns="863600" tIns="50800" rIns="127000" bIns="50800" rtlCol="0" anchor="ctr"/>
          <a:lstStyle/>
          <a:p>
            <a:pPr algn="l" indent="0" marL="0">
              <a:buNone/>
            </a:pPr>
            <a:r>
              <a:rPr lang="en-US" sz="2000" b="1" dirty="0">
                <a:solidFill>
                  <a:srgbClr val="EAF2FF"/>
                </a:solidFill>
                <a:latin typeface="Courier New" pitchFamily="34" charset="0"/>
                <a:ea typeface="Courier New" pitchFamily="34" charset="-122"/>
                <a:cs typeface="Courier New" pitchFamily="34" charset="-120"/>
              </a:rPr>
              <a:t>PHP 115</a:t>
            </a:r>
            <a:endParaRPr lang="en-US" sz="2000" dirty="0"/>
          </a:p>
        </p:txBody>
      </p:sp>
      <p:sp>
        <p:nvSpPr>
          <p:cNvPr id="23" name="Link - Answer C badge">
            <a:hlinkClick r:id="rId13" action="ppaction://hlinksldjump" highlightClick="1"/>
          </p:cNvPr>
          <p:cNvSpPr txBox="1"/>
          <p:nvPr/>
        </p:nvSpPr>
        <p:spPr>
          <a:xfrm>
            <a:off x="5458968" y="4910328"/>
            <a:ext cx="457200" cy="45720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sp>
        <p:nvSpPr>
          <p:cNvPr id="24" name="Link - Answer D">
            <a:hlinkClick r:id="rId12" action="ppaction://hlinksldjump" highlightClick="1"/>
          </p:cNvPr>
          <p:cNvSpPr txBox="1"/>
          <p:nvPr/>
        </p:nvSpPr>
        <p:spPr>
          <a:xfrm>
            <a:off x="5257800" y="5541264"/>
            <a:ext cx="6473952" cy="603504"/>
          </a:xfrm>
          <a:prstGeom prst="roundRect">
            <a:avLst>
              <a:gd name="adj" fmla="val 15152"/>
            </a:avLst>
          </a:prstGeom>
          <a:solidFill>
            <a:srgbClr val="1A2353"/>
          </a:solidFill>
          <a:ln w="22225">
            <a:solidFill>
              <a:srgbClr val="A98BFF"/>
            </a:solidFill>
          </a:ln>
        </p:spPr>
        <p:txBody>
          <a:bodyPr wrap="square" lIns="863600" tIns="50800" rIns="127000" bIns="50800" rtlCol="0" anchor="ctr"/>
          <a:lstStyle/>
          <a:p>
            <a:pPr algn="l" indent="0" marL="0">
              <a:buNone/>
            </a:pPr>
            <a:r>
              <a:rPr lang="en-US" sz="2000" b="1" dirty="0">
                <a:solidFill>
                  <a:srgbClr val="EAF2FF"/>
                </a:solidFill>
                <a:latin typeface="Courier New" pitchFamily="34" charset="0"/>
                <a:ea typeface="Courier New" pitchFamily="34" charset="-122"/>
                <a:cs typeface="Courier New" pitchFamily="34" charset="-120"/>
              </a:rPr>
              <a:t>PHP 125</a:t>
            </a:r>
            <a:endParaRPr lang="en-US" sz="2000" dirty="0"/>
          </a:p>
        </p:txBody>
      </p:sp>
      <p:sp>
        <p:nvSpPr>
          <p:cNvPr id="25" name="Link - Answer D badge">
            <a:hlinkClick r:id="rId12" action="ppaction://hlinksldjump" highlightClick="1"/>
          </p:cNvPr>
          <p:cNvSpPr txBox="1"/>
          <p:nvPr/>
        </p:nvSpPr>
        <p:spPr>
          <a:xfrm>
            <a:off x="5458968" y="5614416"/>
            <a:ext cx="457200" cy="45720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spTree>
  </p:cSld>
  <p:clrMapOvr>
    <a:masterClrMapping/>
  </p:clrMapOvr>
  <p:transition spd="med" advClick="0">
    <p:fade/>
  </p:transition>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A98BFF"/>
                </a:solidFill>
                <a:latin typeface="Courier New" pitchFamily="34" charset="0"/>
                <a:ea typeface="Courier New" pitchFamily="34" charset="-122"/>
                <a:cs typeface="Courier New" pitchFamily="34" charset="-120"/>
              </a:rPr>
              <a:t>&gt; SECTOR 03 // FUN ZONE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1"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2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A98BFF"/>
            </a:solidFill>
            <a:prstDash val="solid"/>
          </a:ln>
          <a:effectLst>
            <a:outerShdw sx="100000" sy="100000" kx="0" ky="0" algn="bl" rotWithShape="0" blurRad="203200" dist="50800" dir="5400000">
              <a:srgbClr val="A98BFF">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Kai buys merienda at the sari-sari store. The vault opens with the TOTAL. How much is it?</a:t>
            </a:r>
            <a:endParaRPr lang="en-US" sz="220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457200" y="3429000"/>
          <a:ext cx="4480560" cy="914400"/>
        </p:xfrm>
        <a:graphic>
          <a:graphicData uri="http://schemas.openxmlformats.org/drawingml/2006/table">
            <a:tbl>
              <a:tblPr/>
              <a:tblGrid>
                <a:gridCol w="548640"/>
                <a:gridCol w="2148840"/>
                <a:gridCol w="1783080"/>
              </a:tblGrid>
              <a:tr h="338328">
                <a:tc>
                  <a:txBody>
                    <a:bodyPr/>
                    <a:lstStyle/>
                    <a:p>
                      <a:pPr indent="0" marL="0">
                        <a:buNone/>
                      </a:pP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2A3366"/>
                    </a:solidFill>
                  </a:tcPr>
                </a:tc>
                <a:tc>
                  <a:txBody>
                    <a:bodyPr/>
                    <a:lstStyle/>
                    <a:p>
                      <a:pPr algn="ctr" indent="0" marL="0">
                        <a:buNone/>
                      </a:pPr>
                      <a:r>
                        <a:rPr lang="en-US" sz="1300" b="1" dirty="0">
                          <a:solidFill>
                            <a:srgbClr val="9AA6D9"/>
                          </a:solidFill>
                          <a:latin typeface="Courier New" pitchFamily="34" charset="0"/>
                          <a:ea typeface="Courier New" pitchFamily="34" charset="-122"/>
                          <a:cs typeface="Courier New" pitchFamily="34" charset="-120"/>
                        </a:rPr>
                        <a:t>A</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2A3366"/>
                    </a:solidFill>
                  </a:tcPr>
                </a:tc>
                <a:tc>
                  <a:txBody>
                    <a:bodyPr/>
                    <a:lstStyle/>
                    <a:p>
                      <a:pPr algn="ctr" indent="0" marL="0">
                        <a:buNone/>
                      </a:pPr>
                      <a:r>
                        <a:rPr lang="en-US" sz="1300" b="1" dirty="0">
                          <a:solidFill>
                            <a:srgbClr val="9AA6D9"/>
                          </a:solidFill>
                          <a:latin typeface="Courier New" pitchFamily="34" charset="0"/>
                          <a:ea typeface="Courier New" pitchFamily="34" charset="-122"/>
                          <a:cs typeface="Courier New" pitchFamily="34" charset="-120"/>
                        </a:rPr>
                        <a:t>B</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2A3366"/>
                    </a:solidFill>
                  </a:tcPr>
                </a:tc>
              </a:tr>
              <a:tr h="338328">
                <a:tc>
                  <a:txBody>
                    <a:bodyPr/>
                    <a:lstStyle/>
                    <a:p>
                      <a:pPr algn="ctr" indent="0" marL="0">
                        <a:buNone/>
                      </a:pPr>
                      <a:r>
                        <a:rPr lang="en-US" sz="1300" dirty="0">
                          <a:solidFill>
                            <a:srgbClr val="9AA6D9"/>
                          </a:solidFill>
                          <a:latin typeface="Courier New" pitchFamily="34" charset="0"/>
                          <a:ea typeface="Courier New" pitchFamily="34" charset="-122"/>
                          <a:cs typeface="Courier New" pitchFamily="34" charset="-120"/>
                        </a:rPr>
                        <a:t>1</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2A3366"/>
                    </a:solidFill>
                  </a:tcPr>
                </a:tc>
                <a:tc>
                  <a:txBody>
                    <a:bodyPr/>
                    <a:lstStyle/>
                    <a:p>
                      <a:pPr indent="0" marL="0">
                        <a:buNone/>
                      </a:pPr>
                      <a:r>
                        <a:rPr lang="en-US" sz="1300" b="1" dirty="0">
                          <a:solidFill>
                            <a:srgbClr val="A98BFF"/>
                          </a:solidFill>
                          <a:latin typeface="Courier New" pitchFamily="34" charset="0"/>
                          <a:ea typeface="Courier New" pitchFamily="34" charset="-122"/>
                          <a:cs typeface="Courier New" pitchFamily="34" charset="-120"/>
                        </a:rPr>
                        <a:t>ITEM</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c>
                  <a:txBody>
                    <a:bodyPr/>
                    <a:lstStyle/>
                    <a:p>
                      <a:pPr algn="r" indent="0" marL="0">
                        <a:buNone/>
                      </a:pPr>
                      <a:r>
                        <a:rPr lang="en-US" sz="1300" b="1" dirty="0">
                          <a:solidFill>
                            <a:srgbClr val="A98BFF"/>
                          </a:solidFill>
                          <a:latin typeface="Courier New" pitchFamily="34" charset="0"/>
                          <a:ea typeface="Courier New" pitchFamily="34" charset="-122"/>
                          <a:cs typeface="Courier New" pitchFamily="34" charset="-120"/>
                        </a:rPr>
                        <a:t>PRICE (PHP)</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r>
              <a:tr h="338328">
                <a:tc>
                  <a:txBody>
                    <a:bodyPr/>
                    <a:lstStyle/>
                    <a:p>
                      <a:pPr algn="ctr" indent="0" marL="0">
                        <a:buNone/>
                      </a:pPr>
                      <a:r>
                        <a:rPr lang="en-US" sz="1300" dirty="0">
                          <a:solidFill>
                            <a:srgbClr val="9AA6D9"/>
                          </a:solidFill>
                          <a:latin typeface="Courier New" pitchFamily="34" charset="0"/>
                          <a:ea typeface="Courier New" pitchFamily="34" charset="-122"/>
                          <a:cs typeface="Courier New" pitchFamily="34" charset="-120"/>
                        </a:rPr>
                        <a:t>2</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2A3366"/>
                    </a:solidFill>
                  </a:tcPr>
                </a:tc>
                <a:tc>
                  <a:txBody>
                    <a:bodyPr/>
                    <a:lstStyle/>
                    <a:p>
                      <a:pPr indent="0" marL="0">
                        <a:buNone/>
                      </a:pPr>
                      <a:r>
                        <a:rPr lang="en-US" sz="1300" dirty="0">
                          <a:solidFill>
                            <a:srgbClr val="EAF2FF"/>
                          </a:solidFill>
                          <a:latin typeface="Courier New" pitchFamily="34" charset="0"/>
                          <a:ea typeface="Courier New" pitchFamily="34" charset="-122"/>
                          <a:cs typeface="Courier New" pitchFamily="34" charset="-120"/>
                        </a:rPr>
                        <a:t>Pandesal (10 pcs)</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c>
                  <a:txBody>
                    <a:bodyPr/>
                    <a:lstStyle/>
                    <a:p>
                      <a:pPr algn="r" indent="0" marL="0">
                        <a:buNone/>
                      </a:pPr>
                      <a:r>
                        <a:rPr lang="en-US" sz="1300" dirty="0">
                          <a:solidFill>
                            <a:srgbClr val="EAF2FF"/>
                          </a:solidFill>
                          <a:latin typeface="Courier New" pitchFamily="34" charset="0"/>
                          <a:ea typeface="Courier New" pitchFamily="34" charset="-122"/>
                          <a:cs typeface="Courier New" pitchFamily="34" charset="-120"/>
                        </a:rPr>
                        <a:t>50</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r>
              <a:tr h="338328">
                <a:tc>
                  <a:txBody>
                    <a:bodyPr/>
                    <a:lstStyle/>
                    <a:p>
                      <a:pPr algn="ctr" indent="0" marL="0">
                        <a:buNone/>
                      </a:pPr>
                      <a:r>
                        <a:rPr lang="en-US" sz="1300" dirty="0">
                          <a:solidFill>
                            <a:srgbClr val="9AA6D9"/>
                          </a:solidFill>
                          <a:latin typeface="Courier New" pitchFamily="34" charset="0"/>
                          <a:ea typeface="Courier New" pitchFamily="34" charset="-122"/>
                          <a:cs typeface="Courier New" pitchFamily="34" charset="-120"/>
                        </a:rPr>
                        <a:t>3</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2A3366"/>
                    </a:solidFill>
                  </a:tcPr>
                </a:tc>
                <a:tc>
                  <a:txBody>
                    <a:bodyPr/>
                    <a:lstStyle/>
                    <a:p>
                      <a:pPr indent="0" marL="0">
                        <a:buNone/>
                      </a:pPr>
                      <a:r>
                        <a:rPr lang="en-US" sz="1300" dirty="0">
                          <a:solidFill>
                            <a:srgbClr val="EAF2FF"/>
                          </a:solidFill>
                          <a:latin typeface="Courier New" pitchFamily="34" charset="0"/>
                          <a:ea typeface="Courier New" pitchFamily="34" charset="-122"/>
                          <a:cs typeface="Courier New" pitchFamily="34" charset="-120"/>
                        </a:rPr>
                        <a:t>Banana cue</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c>
                  <a:txBody>
                    <a:bodyPr/>
                    <a:lstStyle/>
                    <a:p>
                      <a:pPr algn="r" indent="0" marL="0">
                        <a:buNone/>
                      </a:pPr>
                      <a:r>
                        <a:rPr lang="en-US" sz="1300" dirty="0">
                          <a:solidFill>
                            <a:srgbClr val="EAF2FF"/>
                          </a:solidFill>
                          <a:latin typeface="Courier New" pitchFamily="34" charset="0"/>
                          <a:ea typeface="Courier New" pitchFamily="34" charset="-122"/>
                          <a:cs typeface="Courier New" pitchFamily="34" charset="-120"/>
                        </a:rPr>
                        <a:t>25</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r>
              <a:tr h="338328">
                <a:tc>
                  <a:txBody>
                    <a:bodyPr/>
                    <a:lstStyle/>
                    <a:p>
                      <a:pPr algn="ctr" indent="0" marL="0">
                        <a:buNone/>
                      </a:pPr>
                      <a:r>
                        <a:rPr lang="en-US" sz="1300" dirty="0">
                          <a:solidFill>
                            <a:srgbClr val="9AA6D9"/>
                          </a:solidFill>
                          <a:latin typeface="Courier New" pitchFamily="34" charset="0"/>
                          <a:ea typeface="Courier New" pitchFamily="34" charset="-122"/>
                          <a:cs typeface="Courier New" pitchFamily="34" charset="-120"/>
                        </a:rPr>
                        <a:t>4</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2A3366"/>
                    </a:solidFill>
                  </a:tcPr>
                </a:tc>
                <a:tc>
                  <a:txBody>
                    <a:bodyPr/>
                    <a:lstStyle/>
                    <a:p>
                      <a:pPr indent="0" marL="0">
                        <a:buNone/>
                      </a:pPr>
                      <a:r>
                        <a:rPr lang="en-US" sz="1300" dirty="0">
                          <a:solidFill>
                            <a:srgbClr val="EAF2FF"/>
                          </a:solidFill>
                          <a:latin typeface="Courier New" pitchFamily="34" charset="0"/>
                          <a:ea typeface="Courier New" pitchFamily="34" charset="-122"/>
                          <a:cs typeface="Courier New" pitchFamily="34" charset="-120"/>
                        </a:rPr>
                        <a:t>Softdrink</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c>
                  <a:txBody>
                    <a:bodyPr/>
                    <a:lstStyle/>
                    <a:p>
                      <a:pPr algn="r" indent="0" marL="0">
                        <a:buNone/>
                      </a:pPr>
                      <a:r>
                        <a:rPr lang="en-US" sz="1300" dirty="0">
                          <a:solidFill>
                            <a:srgbClr val="EAF2FF"/>
                          </a:solidFill>
                          <a:latin typeface="Courier New" pitchFamily="34" charset="0"/>
                          <a:ea typeface="Courier New" pitchFamily="34" charset="-122"/>
                          <a:cs typeface="Courier New" pitchFamily="34" charset="-120"/>
                        </a:rPr>
                        <a:t>20</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r>
              <a:tr h="338328">
                <a:tc>
                  <a:txBody>
                    <a:bodyPr/>
                    <a:lstStyle/>
                    <a:p>
                      <a:pPr algn="ctr" indent="0" marL="0">
                        <a:buNone/>
                      </a:pPr>
                      <a:r>
                        <a:rPr lang="en-US" sz="1300" dirty="0">
                          <a:solidFill>
                            <a:srgbClr val="9AA6D9"/>
                          </a:solidFill>
                          <a:latin typeface="Courier New" pitchFamily="34" charset="0"/>
                          <a:ea typeface="Courier New" pitchFamily="34" charset="-122"/>
                          <a:cs typeface="Courier New" pitchFamily="34" charset="-120"/>
                        </a:rPr>
                        <a:t>5</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2A3366"/>
                    </a:solidFill>
                  </a:tcPr>
                </a:tc>
                <a:tc>
                  <a:txBody>
                    <a:bodyPr/>
                    <a:lstStyle/>
                    <a:p>
                      <a:pPr indent="0" marL="0">
                        <a:buNone/>
                      </a:pPr>
                      <a:r>
                        <a:rPr lang="en-US" sz="1300" dirty="0">
                          <a:solidFill>
                            <a:srgbClr val="EAF2FF"/>
                          </a:solidFill>
                          <a:latin typeface="Courier New" pitchFamily="34" charset="0"/>
                          <a:ea typeface="Courier New" pitchFamily="34" charset="-122"/>
                          <a:cs typeface="Courier New" pitchFamily="34" charset="-120"/>
                        </a:rPr>
                        <a:t>Chips</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c>
                  <a:txBody>
                    <a:bodyPr/>
                    <a:lstStyle/>
                    <a:p>
                      <a:pPr algn="r" indent="0" marL="0">
                        <a:buNone/>
                      </a:pPr>
                      <a:r>
                        <a:rPr lang="en-US" sz="1300" dirty="0">
                          <a:solidFill>
                            <a:srgbClr val="EAF2FF"/>
                          </a:solidFill>
                          <a:latin typeface="Courier New" pitchFamily="34" charset="0"/>
                          <a:ea typeface="Courier New" pitchFamily="34" charset="-122"/>
                          <a:cs typeface="Courier New" pitchFamily="34" charset="-120"/>
                        </a:rPr>
                        <a:t>15</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r>
              <a:tr h="338328">
                <a:tc>
                  <a:txBody>
                    <a:bodyPr/>
                    <a:lstStyle/>
                    <a:p>
                      <a:pPr algn="ctr" indent="0" marL="0">
                        <a:buNone/>
                      </a:pPr>
                      <a:r>
                        <a:rPr lang="en-US" sz="1300" dirty="0">
                          <a:solidFill>
                            <a:srgbClr val="9AA6D9"/>
                          </a:solidFill>
                          <a:latin typeface="Courier New" pitchFamily="34" charset="0"/>
                          <a:ea typeface="Courier New" pitchFamily="34" charset="-122"/>
                          <a:cs typeface="Courier New" pitchFamily="34" charset="-120"/>
                        </a:rPr>
                        <a:t>6</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2A3366"/>
                    </a:solidFill>
                  </a:tcPr>
                </a:tc>
                <a:tc>
                  <a:txBody>
                    <a:bodyPr/>
                    <a:lstStyle/>
                    <a:p>
                      <a:pPr indent="0" marL="0">
                        <a:buNone/>
                      </a:pPr>
                      <a:r>
                        <a:rPr lang="en-US" sz="1300" dirty="0">
                          <a:solidFill>
                            <a:srgbClr val="EAF2FF"/>
                          </a:solidFill>
                          <a:latin typeface="Courier New" pitchFamily="34" charset="0"/>
                          <a:ea typeface="Courier New" pitchFamily="34" charset="-122"/>
                          <a:cs typeface="Courier New" pitchFamily="34" charset="-120"/>
                        </a:rPr>
                        <a:t>Candy</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c>
                  <a:txBody>
                    <a:bodyPr/>
                    <a:lstStyle/>
                    <a:p>
                      <a:pPr algn="r" indent="0" marL="0">
                        <a:buNone/>
                      </a:pPr>
                      <a:r>
                        <a:rPr lang="en-US" sz="1300" dirty="0">
                          <a:solidFill>
                            <a:srgbClr val="EAF2FF"/>
                          </a:solidFill>
                          <a:latin typeface="Courier New" pitchFamily="34" charset="0"/>
                          <a:ea typeface="Courier New" pitchFamily="34" charset="-122"/>
                          <a:cs typeface="Courier New" pitchFamily="34" charset="-120"/>
                        </a:rPr>
                        <a:t>5</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r>
              <a:tr h="338328">
                <a:tc>
                  <a:txBody>
                    <a:bodyPr/>
                    <a:lstStyle/>
                    <a:p>
                      <a:pPr algn="ctr" indent="0" marL="0">
                        <a:buNone/>
                      </a:pPr>
                      <a:r>
                        <a:rPr lang="en-US" sz="1300" dirty="0">
                          <a:solidFill>
                            <a:srgbClr val="9AA6D9"/>
                          </a:solidFill>
                          <a:latin typeface="Courier New" pitchFamily="34" charset="0"/>
                          <a:ea typeface="Courier New" pitchFamily="34" charset="-122"/>
                          <a:cs typeface="Courier New" pitchFamily="34" charset="-120"/>
                        </a:rPr>
                        <a:t>7</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2A3366"/>
                    </a:solidFill>
                  </a:tcPr>
                </a:tc>
                <a:tc>
                  <a:txBody>
                    <a:bodyPr/>
                    <a:lstStyle/>
                    <a:p>
                      <a:pPr indent="0" marL="0">
                        <a:buNone/>
                      </a:pPr>
                      <a:r>
                        <a:rPr lang="en-US" sz="1300" b="1" dirty="0">
                          <a:solidFill>
                            <a:srgbClr val="EAF2FF"/>
                          </a:solidFill>
                          <a:latin typeface="Courier New" pitchFamily="34" charset="0"/>
                          <a:ea typeface="Courier New" pitchFamily="34" charset="-122"/>
                          <a:cs typeface="Courier New" pitchFamily="34" charset="-120"/>
                        </a:rPr>
                        <a:t>TOTAL</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0E1433"/>
                    </a:solidFill>
                  </a:tcPr>
                </a:tc>
                <a:tc>
                  <a:txBody>
                    <a:bodyPr/>
                    <a:lstStyle/>
                    <a:p>
                      <a:pPr algn="r" indent="0" marL="0">
                        <a:buNone/>
                      </a:pPr>
                      <a:r>
                        <a:rPr lang="en-US" sz="1300" b="1" dirty="0">
                          <a:solidFill>
                            <a:srgbClr val="0A0F24"/>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marL="91440" marR="91440" marT="0" marB="0" anchor="ctr">
                    <a:lnL w="9525" cap="flat" cmpd="sng" algn="ctr">
                      <a:solidFill>
                        <a:srgbClr val="3A4370"/>
                      </a:solidFill>
                      <a:prstDash val="solid"/>
                      <a:round/>
                      <a:headEnd type="none" w="med" len="med"/>
                      <a:tailEnd type="none" w="med" len="med"/>
                    </a:lnL>
                    <a:lnR w="9525" cap="flat" cmpd="sng" algn="ctr">
                      <a:solidFill>
                        <a:srgbClr val="3A4370"/>
                      </a:solidFill>
                      <a:prstDash val="solid"/>
                      <a:round/>
                      <a:headEnd type="none" w="med" len="med"/>
                      <a:tailEnd type="none" w="med" len="med"/>
                    </a:lnR>
                    <a:lnT w="9525" cap="flat" cmpd="sng" algn="ctr">
                      <a:solidFill>
                        <a:srgbClr val="3A4370"/>
                      </a:solidFill>
                      <a:prstDash val="solid"/>
                      <a:round/>
                      <a:headEnd type="none" w="med" len="med"/>
                      <a:tailEnd type="none" w="med" len="med"/>
                    </a:lnT>
                    <a:lnB w="9525" cap="flat" cmpd="sng" algn="ctr">
                      <a:solidFill>
                        <a:srgbClr val="3A4370"/>
                      </a:solidFill>
                      <a:prstDash val="solid"/>
                      <a:round/>
                      <a:headEnd type="none" w="med" len="med"/>
                      <a:tailEnd type="none" w="med" len="med"/>
                    </a:lnB>
                    <a:solidFill>
                      <a:srgbClr val="FFC233"/>
                    </a:solidFill>
                  </a:tcPr>
                </a:tc>
              </a:tr>
            </a:tbl>
          </a:graphicData>
        </a:graphic>
      </p:graphicFrame>
      <p:sp>
        <p:nvSpPr>
          <p:cNvPr id="18" name="Link - Answer A">
            <a:hlinkClick r:id="rId12" action="ppaction://hlinksldjump" highlightClick="1"/>
          </p:cNvPr>
          <p:cNvSpPr txBox="1"/>
          <p:nvPr/>
        </p:nvSpPr>
        <p:spPr>
          <a:xfrm>
            <a:off x="5257800" y="3429000"/>
            <a:ext cx="6473952" cy="603504"/>
          </a:xfrm>
          <a:prstGeom prst="roundRect">
            <a:avLst>
              <a:gd name="adj" fmla="val 15152"/>
            </a:avLst>
          </a:prstGeom>
          <a:solidFill>
            <a:srgbClr val="1A2353"/>
          </a:solidFill>
          <a:ln w="22225">
            <a:solidFill>
              <a:srgbClr val="A98BFF"/>
            </a:solidFill>
          </a:ln>
        </p:spPr>
        <p:txBody>
          <a:bodyPr wrap="square" lIns="863600" tIns="50800" rIns="127000" bIns="50800" rtlCol="0" anchor="ctr"/>
          <a:lstStyle/>
          <a:p>
            <a:pPr algn="l" indent="0" marL="0">
              <a:buNone/>
            </a:pPr>
            <a:r>
              <a:rPr lang="en-US" sz="2000" b="1" dirty="0">
                <a:solidFill>
                  <a:srgbClr val="EAF2FF"/>
                </a:solidFill>
                <a:latin typeface="Courier New" pitchFamily="34" charset="0"/>
                <a:ea typeface="Courier New" pitchFamily="34" charset="-122"/>
                <a:cs typeface="Courier New" pitchFamily="34" charset="-120"/>
              </a:rPr>
              <a:t>PHP 105</a:t>
            </a:r>
            <a:endParaRPr lang="en-US" sz="2000" dirty="0"/>
          </a:p>
        </p:txBody>
      </p:sp>
      <p:sp>
        <p:nvSpPr>
          <p:cNvPr id="19" name="Link - Answer A badge">
            <a:hlinkClick r:id="rId12" action="ppaction://hlinksldjump" highlightClick="1"/>
          </p:cNvPr>
          <p:cNvSpPr txBox="1"/>
          <p:nvPr/>
        </p:nvSpPr>
        <p:spPr>
          <a:xfrm>
            <a:off x="5458968" y="3502152"/>
            <a:ext cx="457200" cy="45720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20" name="Link - Answer B">
            <a:hlinkClick r:id="rId12" action="ppaction://hlinksldjump" highlightClick="1"/>
          </p:cNvPr>
          <p:cNvSpPr txBox="1"/>
          <p:nvPr/>
        </p:nvSpPr>
        <p:spPr>
          <a:xfrm>
            <a:off x="5257800" y="4133088"/>
            <a:ext cx="6473952" cy="603504"/>
          </a:xfrm>
          <a:prstGeom prst="roundRect">
            <a:avLst>
              <a:gd name="adj" fmla="val 15152"/>
            </a:avLst>
          </a:prstGeom>
          <a:solidFill>
            <a:srgbClr val="1A2353"/>
          </a:solidFill>
          <a:ln w="22225">
            <a:solidFill>
              <a:srgbClr val="A98BFF"/>
            </a:solidFill>
          </a:ln>
        </p:spPr>
        <p:txBody>
          <a:bodyPr wrap="square" lIns="863600" tIns="50800" rIns="127000" bIns="50800" rtlCol="0" anchor="ctr"/>
          <a:lstStyle/>
          <a:p>
            <a:pPr algn="l" indent="0" marL="0">
              <a:buNone/>
            </a:pPr>
            <a:r>
              <a:rPr lang="en-US" sz="2000" b="1" dirty="0">
                <a:solidFill>
                  <a:srgbClr val="EAF2FF"/>
                </a:solidFill>
                <a:latin typeface="Courier New" pitchFamily="34" charset="0"/>
                <a:ea typeface="Courier New" pitchFamily="34" charset="-122"/>
                <a:cs typeface="Courier New" pitchFamily="34" charset="-120"/>
              </a:rPr>
              <a:t>PHP 120</a:t>
            </a:r>
            <a:endParaRPr lang="en-US" sz="2000" dirty="0"/>
          </a:p>
        </p:txBody>
      </p:sp>
      <p:sp>
        <p:nvSpPr>
          <p:cNvPr id="21" name="Link - Answer B badge">
            <a:hlinkClick r:id="rId12" action="ppaction://hlinksldjump" highlightClick="1"/>
          </p:cNvPr>
          <p:cNvSpPr txBox="1"/>
          <p:nvPr/>
        </p:nvSpPr>
        <p:spPr>
          <a:xfrm>
            <a:off x="5458968" y="4206240"/>
            <a:ext cx="457200" cy="45720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
        <p:nvSpPr>
          <p:cNvPr id="22" name="Link - Answer C">
            <a:hlinkClick r:id="rId13" action="ppaction://hlinksldjump" highlightClick="1"/>
          </p:cNvPr>
          <p:cNvSpPr txBox="1"/>
          <p:nvPr/>
        </p:nvSpPr>
        <p:spPr>
          <a:xfrm>
            <a:off x="5257800" y="4837176"/>
            <a:ext cx="6473952" cy="603504"/>
          </a:xfrm>
          <a:prstGeom prst="roundRect">
            <a:avLst>
              <a:gd name="adj" fmla="val 15152"/>
            </a:avLst>
          </a:prstGeom>
          <a:solidFill>
            <a:srgbClr val="1A2353"/>
          </a:solidFill>
          <a:ln w="22225">
            <a:solidFill>
              <a:srgbClr val="A98BFF"/>
            </a:solidFill>
          </a:ln>
        </p:spPr>
        <p:txBody>
          <a:bodyPr wrap="square" lIns="863600" tIns="50800" rIns="127000" bIns="50800" rtlCol="0" anchor="ctr"/>
          <a:lstStyle/>
          <a:p>
            <a:pPr algn="l" indent="0" marL="0">
              <a:buNone/>
            </a:pPr>
            <a:r>
              <a:rPr lang="en-US" sz="2000" b="1" dirty="0">
                <a:solidFill>
                  <a:srgbClr val="EAF2FF"/>
                </a:solidFill>
                <a:latin typeface="Courier New" pitchFamily="34" charset="0"/>
                <a:ea typeface="Courier New" pitchFamily="34" charset="-122"/>
                <a:cs typeface="Courier New" pitchFamily="34" charset="-120"/>
              </a:rPr>
              <a:t>PHP 115</a:t>
            </a:r>
            <a:endParaRPr lang="en-US" sz="2000" dirty="0"/>
          </a:p>
        </p:txBody>
      </p:sp>
      <p:sp>
        <p:nvSpPr>
          <p:cNvPr id="23" name="Link - Answer C badge">
            <a:hlinkClick r:id="rId13" action="ppaction://hlinksldjump" highlightClick="1"/>
          </p:cNvPr>
          <p:cNvSpPr txBox="1"/>
          <p:nvPr/>
        </p:nvSpPr>
        <p:spPr>
          <a:xfrm>
            <a:off x="5458968" y="4910328"/>
            <a:ext cx="457200" cy="45720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sp>
        <p:nvSpPr>
          <p:cNvPr id="24" name="Link - Answer D">
            <a:hlinkClick r:id="rId12" action="ppaction://hlinksldjump" highlightClick="1"/>
          </p:cNvPr>
          <p:cNvSpPr txBox="1"/>
          <p:nvPr/>
        </p:nvSpPr>
        <p:spPr>
          <a:xfrm>
            <a:off x="5257800" y="5541264"/>
            <a:ext cx="6473952" cy="603504"/>
          </a:xfrm>
          <a:prstGeom prst="roundRect">
            <a:avLst>
              <a:gd name="adj" fmla="val 15152"/>
            </a:avLst>
          </a:prstGeom>
          <a:solidFill>
            <a:srgbClr val="1A2353"/>
          </a:solidFill>
          <a:ln w="22225">
            <a:solidFill>
              <a:srgbClr val="A98BFF"/>
            </a:solidFill>
          </a:ln>
        </p:spPr>
        <p:txBody>
          <a:bodyPr wrap="square" lIns="863600" tIns="50800" rIns="127000" bIns="50800" rtlCol="0" anchor="ctr"/>
          <a:lstStyle/>
          <a:p>
            <a:pPr algn="l" indent="0" marL="0">
              <a:buNone/>
            </a:pPr>
            <a:r>
              <a:rPr lang="en-US" sz="2000" b="1" dirty="0">
                <a:solidFill>
                  <a:srgbClr val="EAF2FF"/>
                </a:solidFill>
                <a:latin typeface="Courier New" pitchFamily="34" charset="0"/>
                <a:ea typeface="Courier New" pitchFamily="34" charset="-122"/>
                <a:cs typeface="Courier New" pitchFamily="34" charset="-120"/>
              </a:rPr>
              <a:t>PHP 125</a:t>
            </a:r>
            <a:endParaRPr lang="en-US" sz="2000" dirty="0"/>
          </a:p>
        </p:txBody>
      </p:sp>
      <p:sp>
        <p:nvSpPr>
          <p:cNvPr id="25" name="Link - Answer D badge">
            <a:hlinkClick r:id="rId12" action="ppaction://hlinksldjump" highlightClick="1"/>
          </p:cNvPr>
          <p:cNvSpPr txBox="1"/>
          <p:nvPr/>
        </p:nvSpPr>
        <p:spPr>
          <a:xfrm>
            <a:off x="5458968" y="5614416"/>
            <a:ext cx="457200" cy="45720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spTree>
  </p:cSld>
  <p:clrMapOvr>
    <a:masterClrMapping/>
  </p:clrMapOvr>
  <p:transition spd="med" advClick="0">
    <p:fade/>
  </p:transition>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A98BFF"/>
                </a:solidFill>
                <a:latin typeface="Courier New" pitchFamily="34" charset="0"/>
                <a:ea typeface="Courier New" pitchFamily="34" charset="-122"/>
                <a:cs typeface="Courier New" pitchFamily="34" charset="-120"/>
              </a:rPr>
              <a:t>&gt; SECTOR 03 // FUN ZONE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C. PHP 115</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50 + 25 + 20 + 15 + 5 = 115, so the total is PHP 115. Tip: add the big numbers first (50 + 25 = 75), then add the rest (75 + 20 + 15 + 5 = 115).</a:t>
            </a:r>
            <a:endParaRPr lang="en-US" sz="1800" dirty="0"/>
          </a:p>
        </p:txBody>
      </p:sp>
      <p:sp>
        <p:nvSpPr>
          <p:cNvPr id="20" name="Text 9"/>
          <p:cNvSpPr txBox="1"/>
          <p:nvPr/>
        </p:nvSpPr>
        <p:spPr>
          <a:xfrm>
            <a:off x="2743200" y="4846320"/>
            <a:ext cx="3657600" cy="274320"/>
          </a:xfrm>
          <a:prstGeom prst="rect">
            <a:avLst/>
          </a:prstGeom>
          <a:noFill/>
          <a:ln/>
        </p:spPr>
        <p:txBody>
          <a:bodyPr wrap="square" lIns="0" tIns="0" rIns="0" bIns="0" rtlCol="0" anchor="t"/>
          <a:lstStyle/>
          <a:p>
            <a:pPr indent="0" marL="0">
              <a:buNone/>
            </a:pPr>
            <a:r>
              <a:rPr lang="en-US" sz="1100" b="1" dirty="0">
                <a:solidFill>
                  <a:srgbClr val="9AA6D9"/>
                </a:solidFill>
                <a:latin typeface="Courier New" pitchFamily="34" charset="0"/>
                <a:ea typeface="Courier New" pitchFamily="34" charset="-122"/>
                <a:cs typeface="Courier New" pitchFamily="34" charset="-120"/>
              </a:rPr>
              <a:t>SECTOR PROGRESS</a:t>
            </a:r>
            <a:endParaRPr lang="en-US" sz="1100" dirty="0"/>
          </a:p>
        </p:txBody>
      </p:sp>
      <p:sp>
        <p:nvSpPr>
          <p:cNvPr id="21" name="Shape 10"/>
          <p:cNvSpPr/>
          <p:nvPr/>
        </p:nvSpPr>
        <p:spPr>
          <a:xfrm>
            <a:off x="2743200" y="5230368"/>
            <a:ext cx="777240" cy="274320"/>
          </a:xfrm>
          <a:prstGeom prst="roundRect">
            <a:avLst>
              <a:gd name="adj" fmla="val 20000"/>
            </a:avLst>
          </a:prstGeom>
          <a:solidFill>
            <a:srgbClr val="4BF0A0"/>
          </a:solidFill>
          <a:ln w="12700">
            <a:solidFill>
              <a:srgbClr val="4BF0A0"/>
            </a:solidFill>
            <a:prstDash val="solid"/>
          </a:ln>
        </p:spPr>
      </p:sp>
      <p:sp>
        <p:nvSpPr>
          <p:cNvPr id="22" name="Shape 11"/>
          <p:cNvSpPr/>
          <p:nvPr/>
        </p:nvSpPr>
        <p:spPr>
          <a:xfrm>
            <a:off x="3657600" y="5230368"/>
            <a:ext cx="777240" cy="274320"/>
          </a:xfrm>
          <a:prstGeom prst="roundRect">
            <a:avLst>
              <a:gd name="adj" fmla="val 20000"/>
            </a:avLst>
          </a:prstGeom>
          <a:solidFill>
            <a:srgbClr val="4BF0A0"/>
          </a:solidFill>
          <a:ln w="12700">
            <a:solidFill>
              <a:srgbClr val="4BF0A0"/>
            </a:solidFill>
            <a:prstDash val="solid"/>
          </a:ln>
        </p:spPr>
      </p:sp>
      <p:sp>
        <p:nvSpPr>
          <p:cNvPr id="23" name="Shape 12"/>
          <p:cNvSpPr/>
          <p:nvPr/>
        </p:nvSpPr>
        <p:spPr>
          <a:xfrm>
            <a:off x="4572000" y="5230368"/>
            <a:ext cx="777240" cy="274320"/>
          </a:xfrm>
          <a:prstGeom prst="roundRect">
            <a:avLst>
              <a:gd name="adj" fmla="val 20000"/>
            </a:avLst>
          </a:prstGeom>
          <a:solidFill>
            <a:srgbClr val="1A2353"/>
          </a:solidFill>
          <a:ln w="12700">
            <a:solidFill>
              <a:srgbClr val="3A4370"/>
            </a:solidFill>
            <a:prstDash val="solid"/>
          </a:ln>
        </p:spPr>
      </p:sp>
      <p:sp>
        <p:nvSpPr>
          <p:cNvPr id="24" name="Text 13"/>
          <p:cNvSpPr txBox="1"/>
          <p:nvPr/>
        </p:nvSpPr>
        <p:spPr>
          <a:xfrm>
            <a:off x="5577840" y="5193792"/>
            <a:ext cx="2743200" cy="347472"/>
          </a:xfrm>
          <a:prstGeom prst="rect">
            <a:avLst/>
          </a:prstGeom>
          <a:noFill/>
          <a:ln/>
        </p:spPr>
        <p:txBody>
          <a:bodyPr wrap="square" lIns="0" tIns="0" rIns="0" bIns="0" rtlCol="0" anchor="ctr"/>
          <a:lstStyle/>
          <a:p>
            <a:pPr indent="0" marL="0">
              <a:buNone/>
            </a:pPr>
            <a:r>
              <a:rPr lang="en-US" sz="1200" dirty="0">
                <a:solidFill>
                  <a:srgbClr val="4BF0A0"/>
                </a:solidFill>
                <a:latin typeface="Courier New" pitchFamily="34" charset="0"/>
                <a:ea typeface="Courier New" pitchFamily="34" charset="-122"/>
                <a:cs typeface="Courier New" pitchFamily="34" charset="-120"/>
              </a:rPr>
              <a:t>2 of 3 cleared</a:t>
            </a:r>
            <a:endParaRPr lang="en-US" sz="1200" dirty="0"/>
          </a:p>
        </p:txBody>
      </p:sp>
      <p:sp>
        <p:nvSpPr>
          <p:cNvPr id="25" name="Link - CONTINUE">
            <a:hlinkClick r:id="rId13"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4" name="snd_correct.wav"/>
      </p:stSnd>
    </p:sndAc>
  </p:transition>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A98BFF"/>
                </a:solidFill>
                <a:latin typeface="Courier New" pitchFamily="34" charset="0"/>
                <a:ea typeface="Courier New" pitchFamily="34" charset="-122"/>
                <a:cs typeface="Courier New" pitchFamily="34" charset="-120"/>
              </a:rPr>
              <a:t>&gt; SECTOR 03 // FUN ZONE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C. PHP 115</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50 + 25 + 20 + 15 + 5 = 115, so the total is PHP 115. Tip: add the big numbers first (50 + 25 = 75), then add the rest (75 + 20 + 15 + 5 = 115).</a:t>
            </a:r>
            <a:endParaRPr lang="en-US" sz="1800" dirty="0"/>
          </a:p>
        </p:txBody>
      </p:sp>
      <p:sp>
        <p:nvSpPr>
          <p:cNvPr id="20" name="Text 9"/>
          <p:cNvSpPr txBox="1"/>
          <p:nvPr/>
        </p:nvSpPr>
        <p:spPr>
          <a:xfrm>
            <a:off x="2743200" y="4846320"/>
            <a:ext cx="3657600" cy="274320"/>
          </a:xfrm>
          <a:prstGeom prst="rect">
            <a:avLst/>
          </a:prstGeom>
          <a:noFill/>
          <a:ln/>
        </p:spPr>
        <p:txBody>
          <a:bodyPr wrap="square" lIns="0" tIns="0" rIns="0" bIns="0" rtlCol="0" anchor="t"/>
          <a:lstStyle/>
          <a:p>
            <a:pPr indent="0" marL="0">
              <a:buNone/>
            </a:pPr>
            <a:r>
              <a:rPr lang="en-US" sz="1100" b="1" dirty="0">
                <a:solidFill>
                  <a:srgbClr val="9AA6D9"/>
                </a:solidFill>
                <a:latin typeface="Courier New" pitchFamily="34" charset="0"/>
                <a:ea typeface="Courier New" pitchFamily="34" charset="-122"/>
                <a:cs typeface="Courier New" pitchFamily="34" charset="-120"/>
              </a:rPr>
              <a:t>SECTOR PROGRESS</a:t>
            </a:r>
            <a:endParaRPr lang="en-US" sz="1100" dirty="0"/>
          </a:p>
        </p:txBody>
      </p:sp>
      <p:sp>
        <p:nvSpPr>
          <p:cNvPr id="21" name="Shape 10"/>
          <p:cNvSpPr/>
          <p:nvPr/>
        </p:nvSpPr>
        <p:spPr>
          <a:xfrm>
            <a:off x="2743200" y="5230368"/>
            <a:ext cx="777240" cy="274320"/>
          </a:xfrm>
          <a:prstGeom prst="roundRect">
            <a:avLst>
              <a:gd name="adj" fmla="val 20000"/>
            </a:avLst>
          </a:prstGeom>
          <a:solidFill>
            <a:srgbClr val="4BF0A0"/>
          </a:solidFill>
          <a:ln w="12700">
            <a:solidFill>
              <a:srgbClr val="4BF0A0"/>
            </a:solidFill>
            <a:prstDash val="solid"/>
          </a:ln>
        </p:spPr>
      </p:sp>
      <p:sp>
        <p:nvSpPr>
          <p:cNvPr id="22" name="Shape 11"/>
          <p:cNvSpPr/>
          <p:nvPr/>
        </p:nvSpPr>
        <p:spPr>
          <a:xfrm>
            <a:off x="3657600" y="5230368"/>
            <a:ext cx="777240" cy="274320"/>
          </a:xfrm>
          <a:prstGeom prst="roundRect">
            <a:avLst>
              <a:gd name="adj" fmla="val 20000"/>
            </a:avLst>
          </a:prstGeom>
          <a:solidFill>
            <a:srgbClr val="4BF0A0"/>
          </a:solidFill>
          <a:ln w="12700">
            <a:solidFill>
              <a:srgbClr val="4BF0A0"/>
            </a:solidFill>
            <a:prstDash val="solid"/>
          </a:ln>
        </p:spPr>
      </p:sp>
      <p:sp>
        <p:nvSpPr>
          <p:cNvPr id="23" name="Shape 12"/>
          <p:cNvSpPr/>
          <p:nvPr/>
        </p:nvSpPr>
        <p:spPr>
          <a:xfrm>
            <a:off x="4572000" y="5230368"/>
            <a:ext cx="777240" cy="274320"/>
          </a:xfrm>
          <a:prstGeom prst="roundRect">
            <a:avLst>
              <a:gd name="adj" fmla="val 20000"/>
            </a:avLst>
          </a:prstGeom>
          <a:solidFill>
            <a:srgbClr val="1A2353"/>
          </a:solidFill>
          <a:ln w="12700">
            <a:solidFill>
              <a:srgbClr val="3A4370"/>
            </a:solidFill>
            <a:prstDash val="solid"/>
          </a:ln>
        </p:spPr>
      </p:sp>
      <p:sp>
        <p:nvSpPr>
          <p:cNvPr id="24" name="Text 13"/>
          <p:cNvSpPr txBox="1"/>
          <p:nvPr/>
        </p:nvSpPr>
        <p:spPr>
          <a:xfrm>
            <a:off x="5577840" y="5193792"/>
            <a:ext cx="2743200" cy="347472"/>
          </a:xfrm>
          <a:prstGeom prst="rect">
            <a:avLst/>
          </a:prstGeom>
          <a:noFill/>
          <a:ln/>
        </p:spPr>
        <p:txBody>
          <a:bodyPr wrap="square" lIns="0" tIns="0" rIns="0" bIns="0" rtlCol="0" anchor="ctr"/>
          <a:lstStyle/>
          <a:p>
            <a:pPr indent="0" marL="0">
              <a:buNone/>
            </a:pPr>
            <a:r>
              <a:rPr lang="en-US" sz="1200" dirty="0">
                <a:solidFill>
                  <a:srgbClr val="4BF0A0"/>
                </a:solidFill>
                <a:latin typeface="Courier New" pitchFamily="34" charset="0"/>
                <a:ea typeface="Courier New" pitchFamily="34" charset="-122"/>
                <a:cs typeface="Courier New" pitchFamily="34" charset="-120"/>
              </a:rPr>
              <a:t>2 of 3 cleared</a:t>
            </a:r>
            <a:endParaRPr lang="en-US" sz="1200" dirty="0"/>
          </a:p>
        </p:txBody>
      </p:sp>
      <p:sp>
        <p:nvSpPr>
          <p:cNvPr id="25" name="Link - CONTINUE">
            <a:hlinkClick r:id="rId13"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4" name="snd_correct.wav"/>
      </p:stSnd>
    </p:sndAc>
  </p:transition>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A98BFF"/>
                </a:solidFill>
                <a:latin typeface="Courier New" pitchFamily="34" charset="0"/>
                <a:ea typeface="Courier New" pitchFamily="34" charset="-122"/>
                <a:cs typeface="Courier New" pitchFamily="34" charset="-120"/>
              </a:rPr>
              <a:t>&gt; SECTOR 03 // FUN ZONE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C. PHP 115</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50 + 25 + 20 + 15 + 5 = 115, so the total is PHP 115. Tip: add the big numbers first (50 + 25 = 75), then add the rest (75 + 20 + 15 + 5 = 115).</a:t>
            </a:r>
            <a:endParaRPr lang="en-US" sz="1800" dirty="0"/>
          </a:p>
        </p:txBody>
      </p:sp>
      <p:sp>
        <p:nvSpPr>
          <p:cNvPr id="20" name="Text 9"/>
          <p:cNvSpPr txBox="1"/>
          <p:nvPr/>
        </p:nvSpPr>
        <p:spPr>
          <a:xfrm>
            <a:off x="2743200" y="4846320"/>
            <a:ext cx="3657600" cy="274320"/>
          </a:xfrm>
          <a:prstGeom prst="rect">
            <a:avLst/>
          </a:prstGeom>
          <a:noFill/>
          <a:ln/>
        </p:spPr>
        <p:txBody>
          <a:bodyPr wrap="square" lIns="0" tIns="0" rIns="0" bIns="0" rtlCol="0" anchor="t"/>
          <a:lstStyle/>
          <a:p>
            <a:pPr indent="0" marL="0">
              <a:buNone/>
            </a:pPr>
            <a:r>
              <a:rPr lang="en-US" sz="1100" b="1" dirty="0">
                <a:solidFill>
                  <a:srgbClr val="9AA6D9"/>
                </a:solidFill>
                <a:latin typeface="Courier New" pitchFamily="34" charset="0"/>
                <a:ea typeface="Courier New" pitchFamily="34" charset="-122"/>
                <a:cs typeface="Courier New" pitchFamily="34" charset="-120"/>
              </a:rPr>
              <a:t>SECTOR PROGRESS</a:t>
            </a:r>
            <a:endParaRPr lang="en-US" sz="1100" dirty="0"/>
          </a:p>
        </p:txBody>
      </p:sp>
      <p:sp>
        <p:nvSpPr>
          <p:cNvPr id="21" name="Shape 10"/>
          <p:cNvSpPr/>
          <p:nvPr/>
        </p:nvSpPr>
        <p:spPr>
          <a:xfrm>
            <a:off x="2743200" y="5230368"/>
            <a:ext cx="777240" cy="274320"/>
          </a:xfrm>
          <a:prstGeom prst="roundRect">
            <a:avLst>
              <a:gd name="adj" fmla="val 20000"/>
            </a:avLst>
          </a:prstGeom>
          <a:solidFill>
            <a:srgbClr val="4BF0A0"/>
          </a:solidFill>
          <a:ln w="12700">
            <a:solidFill>
              <a:srgbClr val="4BF0A0"/>
            </a:solidFill>
            <a:prstDash val="solid"/>
          </a:ln>
        </p:spPr>
      </p:sp>
      <p:sp>
        <p:nvSpPr>
          <p:cNvPr id="22" name="Shape 11"/>
          <p:cNvSpPr/>
          <p:nvPr/>
        </p:nvSpPr>
        <p:spPr>
          <a:xfrm>
            <a:off x="3657600" y="5230368"/>
            <a:ext cx="777240" cy="274320"/>
          </a:xfrm>
          <a:prstGeom prst="roundRect">
            <a:avLst>
              <a:gd name="adj" fmla="val 20000"/>
            </a:avLst>
          </a:prstGeom>
          <a:solidFill>
            <a:srgbClr val="4BF0A0"/>
          </a:solidFill>
          <a:ln w="12700">
            <a:solidFill>
              <a:srgbClr val="4BF0A0"/>
            </a:solidFill>
            <a:prstDash val="solid"/>
          </a:ln>
        </p:spPr>
      </p:sp>
      <p:sp>
        <p:nvSpPr>
          <p:cNvPr id="23" name="Shape 12"/>
          <p:cNvSpPr/>
          <p:nvPr/>
        </p:nvSpPr>
        <p:spPr>
          <a:xfrm>
            <a:off x="4572000" y="5230368"/>
            <a:ext cx="777240" cy="274320"/>
          </a:xfrm>
          <a:prstGeom prst="roundRect">
            <a:avLst>
              <a:gd name="adj" fmla="val 20000"/>
            </a:avLst>
          </a:prstGeom>
          <a:solidFill>
            <a:srgbClr val="1A2353"/>
          </a:solidFill>
          <a:ln w="12700">
            <a:solidFill>
              <a:srgbClr val="3A4370"/>
            </a:solidFill>
            <a:prstDash val="solid"/>
          </a:ln>
        </p:spPr>
      </p:sp>
      <p:sp>
        <p:nvSpPr>
          <p:cNvPr id="24" name="Text 13"/>
          <p:cNvSpPr txBox="1"/>
          <p:nvPr/>
        </p:nvSpPr>
        <p:spPr>
          <a:xfrm>
            <a:off x="5577840" y="5193792"/>
            <a:ext cx="2743200" cy="347472"/>
          </a:xfrm>
          <a:prstGeom prst="rect">
            <a:avLst/>
          </a:prstGeom>
          <a:noFill/>
          <a:ln/>
        </p:spPr>
        <p:txBody>
          <a:bodyPr wrap="square" lIns="0" tIns="0" rIns="0" bIns="0" rtlCol="0" anchor="ctr"/>
          <a:lstStyle/>
          <a:p>
            <a:pPr indent="0" marL="0">
              <a:buNone/>
            </a:pPr>
            <a:r>
              <a:rPr lang="en-US" sz="1200" dirty="0">
                <a:solidFill>
                  <a:srgbClr val="4BF0A0"/>
                </a:solidFill>
                <a:latin typeface="Courier New" pitchFamily="34" charset="0"/>
                <a:ea typeface="Courier New" pitchFamily="34" charset="-122"/>
                <a:cs typeface="Courier New" pitchFamily="34" charset="-120"/>
              </a:rPr>
              <a:t>2 of 3 cleared</a:t>
            </a:r>
            <a:endParaRPr lang="en-US" sz="1200" dirty="0"/>
          </a:p>
        </p:txBody>
      </p:sp>
      <p:sp>
        <p:nvSpPr>
          <p:cNvPr id="25" name="Link - CONTINUE">
            <a:hlinkClick r:id="rId13"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4" name="snd_correct.wav"/>
      </p:stSnd>
    </p:sndAc>
  </p:transition>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A98BFF"/>
                </a:solidFill>
                <a:latin typeface="Courier New" pitchFamily="34" charset="0"/>
                <a:ea typeface="Courier New" pitchFamily="34" charset="-122"/>
                <a:cs typeface="Courier New" pitchFamily="34" charset="-120"/>
              </a:rPr>
              <a:t>&gt; SECTOR 03 // FUN ZONE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6"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ExclamationTriangle_F72585.png">    </p:cNvPr>
          <p:cNvPicPr>
            <a:picLocks noChangeAspect="1"/>
          </p:cNvPicPr>
          <p:nvPr/>
        </p:nvPicPr>
        <p:blipFill>
          <a:blip r:embed="rId8"/>
          <a:stretch>
            <a:fillRect/>
          </a:stretch>
        </p:blipFill>
        <p:spPr>
          <a:xfrm>
            <a:off x="457200" y="1005840"/>
            <a:ext cx="603504" cy="603504"/>
          </a:xfrm>
          <a:prstGeom prst="rect">
            <a:avLst/>
          </a:prstGeom>
        </p:spPr>
      </p:pic>
      <p:sp>
        <p:nvSpPr>
          <p:cNvPr id="14" name="Text 4"/>
          <p:cNvSpPr txBox="1"/>
          <p:nvPr/>
        </p:nvSpPr>
        <p:spPr>
          <a:xfrm>
            <a:off x="1234440" y="914400"/>
            <a:ext cx="7498080" cy="777240"/>
          </a:xfrm>
          <a:prstGeom prst="rect">
            <a:avLst/>
          </a:prstGeom>
          <a:noFill/>
          <a:ln/>
        </p:spPr>
        <p:txBody>
          <a:bodyPr wrap="square" lIns="0" tIns="0" rIns="0" bIns="0" rtlCol="0" anchor="ctr"/>
          <a:lstStyle/>
          <a:p>
            <a:pPr indent="0" marL="0">
              <a:buNone/>
            </a:pPr>
            <a:r>
              <a:rPr lang="en-US" sz="3400" dirty="0">
                <a:solidFill>
                  <a:srgbClr val="F72585"/>
                </a:solidFill>
                <a:latin typeface="Arial Black" pitchFamily="34" charset="0"/>
                <a:ea typeface="Arial Black" pitchFamily="34" charset="-122"/>
                <a:cs typeface="Arial Black" pitchFamily="34" charset="-120"/>
              </a:rPr>
              <a:t>GLITCH DETECTED!</a:t>
            </a:r>
            <a:endParaRPr lang="en-US" sz="3400" dirty="0"/>
          </a:p>
        </p:txBody>
      </p:sp>
      <p:sp>
        <p:nvSpPr>
          <p:cNvPr id="15" name="Text 5"/>
          <p:cNvSpPr txBox="1"/>
          <p:nvPr/>
        </p:nvSpPr>
        <p:spPr>
          <a:xfrm>
            <a:off x="457200" y="1719072"/>
            <a:ext cx="8138160" cy="457200"/>
          </a:xfrm>
          <a:prstGeom prst="rect">
            <a:avLst/>
          </a:prstGeom>
          <a:noFill/>
          <a:ln/>
        </p:spPr>
        <p:txBody>
          <a:bodyPr wrap="square" lIns="0" tIns="0" rIns="0" bIns="0" rtlCol="0" anchor="ctr"/>
          <a:lstStyle/>
          <a:p>
            <a:pPr indent="0" marL="0">
              <a:buNone/>
            </a:pPr>
            <a:r>
              <a:rPr lang="en-US" sz="1500" b="1" dirty="0">
                <a:solidFill>
                  <a:srgbClr val="FF8FC7"/>
                </a:solidFill>
                <a:latin typeface="Courier New" pitchFamily="34" charset="0"/>
                <a:ea typeface="Courier New" pitchFamily="34" charset="-122"/>
                <a:cs typeface="Courier New" pitchFamily="34" charset="-120"/>
              </a:rPr>
              <a:t>NULL: "Click, click, CRASH! I love wrong answers!"</a:t>
            </a:r>
            <a:endParaRPr lang="en-US" sz="1500" dirty="0"/>
          </a:p>
        </p:txBody>
      </p:sp>
      <p:sp>
        <p:nvSpPr>
          <p:cNvPr id="16" name="Shape 6"/>
          <p:cNvSpPr/>
          <p:nvPr/>
        </p:nvSpPr>
        <p:spPr>
          <a:xfrm>
            <a:off x="457200" y="2331720"/>
            <a:ext cx="8138160" cy="1188720"/>
          </a:xfrm>
          <a:prstGeom prst="roundRect">
            <a:avLst>
              <a:gd name="adj" fmla="val 9231"/>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7" name="Text 7"/>
          <p:cNvSpPr txBox="1"/>
          <p:nvPr/>
        </p:nvSpPr>
        <p:spPr>
          <a:xfrm>
            <a:off x="731520" y="2331720"/>
            <a:ext cx="2743200" cy="1188720"/>
          </a:xfrm>
          <a:prstGeom prst="rect">
            <a:avLst/>
          </a:prstGeom>
          <a:noFill/>
          <a:ln/>
        </p:spPr>
        <p:txBody>
          <a:bodyPr wrap="square" lIns="0" tIns="0" rIns="0" bIns="0" rtlCol="0" anchor="ctr"/>
          <a:lstStyle/>
          <a:p>
            <a:pPr indent="0" marL="0">
              <a:buNone/>
            </a:pPr>
            <a:r>
              <a:rPr lang="en-US" sz="2400" dirty="0">
                <a:solidFill>
                  <a:srgbClr val="F72585"/>
                </a:solidFill>
                <a:latin typeface="Arial Black" pitchFamily="34" charset="0"/>
                <a:ea typeface="Arial Black" pitchFamily="34" charset="-122"/>
                <a:cs typeface="Arial Black" pitchFamily="34" charset="-120"/>
              </a:rPr>
              <a:t>-1 SHIELD</a:t>
            </a:r>
            <a:endParaRPr lang="en-US" sz="2400" dirty="0"/>
          </a:p>
        </p:txBody>
      </p:sp>
      <p:pic>
        <p:nvPicPr>
          <p:cNvPr id="18" name="Image 8" descr="/tmp/claude-0/-home-user-ashton212123/6ae88841-e158-5430-ba3a-d930461fce9f/scratchpad/build/assets/shield.png">    </p:cNvPr>
          <p:cNvPicPr>
            <a:picLocks noChangeAspect="1"/>
          </p:cNvPicPr>
          <p:nvPr/>
        </p:nvPicPr>
        <p:blipFill>
          <a:blip r:embed="rId9"/>
          <a:stretch>
            <a:fillRect/>
          </a:stretch>
        </p:blipFill>
        <p:spPr>
          <a:xfrm>
            <a:off x="3566160" y="2560320"/>
            <a:ext cx="731520" cy="731520"/>
          </a:xfrm>
          <a:prstGeom prst="rect">
            <a:avLst/>
          </a:prstGeom>
        </p:spPr>
      </p:pic>
      <p:pic>
        <p:nvPicPr>
          <p:cNvPr id="19" name="Image 9" descr="/tmp/claude-0/-home-user-ashton212123/6ae88841-e158-5430-ba3a-d930461fce9f/scratchpad/build/assets/shield.png">    </p:cNvPr>
          <p:cNvPicPr>
            <a:picLocks noChangeAspect="1"/>
          </p:cNvPicPr>
          <p:nvPr/>
        </p:nvPicPr>
        <p:blipFill>
          <a:blip r:embed="rId10"/>
          <a:stretch>
            <a:fillRect/>
          </a:stretch>
        </p:blipFill>
        <p:spPr>
          <a:xfrm>
            <a:off x="4434840" y="2560320"/>
            <a:ext cx="731520" cy="731520"/>
          </a:xfrm>
          <a:prstGeom prst="rect">
            <a:avLst/>
          </a:prstGeom>
        </p:spPr>
      </p:pic>
      <p:pic>
        <p:nvPicPr>
          <p:cNvPr id="20" name="Image 10" descr="/tmp/claude-0/-home-user-ashton212123/6ae88841-e158-5430-ba3a-d930461fce9f/scratchpad/build/assets/shield_empty.png">    </p:cNvPr>
          <p:cNvPicPr>
            <a:picLocks noChangeAspect="1"/>
          </p:cNvPicPr>
          <p:nvPr/>
        </p:nvPicPr>
        <p:blipFill>
          <a:blip r:embed="rId11"/>
          <a:stretch>
            <a:fillRect/>
          </a:stretch>
        </p:blipFill>
        <p:spPr>
          <a:xfrm>
            <a:off x="5303520" y="2560320"/>
            <a:ext cx="731520" cy="731520"/>
          </a:xfrm>
          <a:prstGeom prst="rect">
            <a:avLst/>
          </a:prstGeom>
        </p:spPr>
      </p:pic>
      <p:sp>
        <p:nvSpPr>
          <p:cNvPr id="21" name="Text 8"/>
          <p:cNvSpPr txBox="1"/>
          <p:nvPr/>
        </p:nvSpPr>
        <p:spPr>
          <a:xfrm>
            <a:off x="6263640" y="2331720"/>
            <a:ext cx="2103120" cy="1188720"/>
          </a:xfrm>
          <a:prstGeom prst="rect">
            <a:avLst/>
          </a:prstGeom>
          <a:noFill/>
          <a:ln/>
        </p:spPr>
        <p:txBody>
          <a:bodyPr wrap="square" lIns="0" tIns="0" rIns="0" bIns="0" rtlCol="0" anchor="ctr"/>
          <a:lstStyle/>
          <a:p>
            <a:pPr indent="0" marL="0">
              <a:buNone/>
            </a:pPr>
            <a:r>
              <a:rPr lang="en-US" sz="1800" b="1" dirty="0">
                <a:solidFill>
                  <a:srgbClr val="EAF2FF"/>
                </a:solidFill>
                <a:latin typeface="Courier New" pitchFamily="34" charset="0"/>
                <a:ea typeface="Courier New" pitchFamily="34" charset="-122"/>
                <a:cs typeface="Courier New" pitchFamily="34" charset="-120"/>
              </a:rPr>
              <a:t>2 LEFT</a:t>
            </a:r>
            <a:endParaRPr lang="en-US" sz="1800" dirty="0"/>
          </a:p>
        </p:txBody>
      </p:sp>
      <p:sp>
        <p:nvSpPr>
          <p:cNvPr id="22" name="Shape 9"/>
          <p:cNvSpPr/>
          <p:nvPr/>
        </p:nvSpPr>
        <p:spPr>
          <a:xfrm>
            <a:off x="457200" y="3749040"/>
            <a:ext cx="8138160" cy="1417320"/>
          </a:xfrm>
          <a:prstGeom prst="roundRect">
            <a:avLst>
              <a:gd name="adj" fmla="val 7742"/>
            </a:avLst>
          </a:prstGeom>
          <a:solidFill>
            <a:srgbClr val="121A3F">
              <a:alpha val="94000"/>
            </a:srgbClr>
          </a:solidFill>
          <a:ln w="19050">
            <a:solidFill>
              <a:srgbClr val="FFC233"/>
            </a:solidFill>
            <a:prstDash val="solid"/>
          </a:ln>
        </p:spPr>
      </p:sp>
      <p:pic>
        <p:nvPicPr>
          <p:cNvPr id="23" name="Image 11" descr="/tmp/claude-0/-home-user-ashton212123/6ae88841-e158-5430-ba3a-d930461fce9f/scratchpad/build/assets/icons/FaLightbulb_FFC233.png">    </p:cNvPr>
          <p:cNvPicPr>
            <a:picLocks noChangeAspect="1"/>
          </p:cNvPicPr>
          <p:nvPr/>
        </p:nvPicPr>
        <p:blipFill>
          <a:blip r:embed="rId12"/>
          <a:stretch>
            <a:fillRect/>
          </a:stretch>
        </p:blipFill>
        <p:spPr>
          <a:xfrm>
            <a:off x="731520" y="3931920"/>
            <a:ext cx="384048" cy="384048"/>
          </a:xfrm>
          <a:prstGeom prst="rect">
            <a:avLst/>
          </a:prstGeom>
        </p:spPr>
      </p:pic>
      <p:sp>
        <p:nvSpPr>
          <p:cNvPr id="24" name="Text 10"/>
          <p:cNvSpPr txBox="1"/>
          <p:nvPr/>
        </p:nvSpPr>
        <p:spPr>
          <a:xfrm>
            <a:off x="1234440" y="3931920"/>
            <a:ext cx="3657600" cy="384048"/>
          </a:xfrm>
          <a:prstGeom prst="rect">
            <a:avLst/>
          </a:prstGeom>
          <a:noFill/>
          <a:ln/>
        </p:spPr>
        <p:txBody>
          <a:bodyPr wrap="square" lIns="0" tIns="0" rIns="0" bIns="0" rtlCol="0" anchor="ctr"/>
          <a:lstStyle/>
          <a:p>
            <a:pPr indent="0" marL="0">
              <a:buNone/>
            </a:pPr>
            <a:r>
              <a:rPr lang="en-US" sz="1200" b="1" dirty="0">
                <a:solidFill>
                  <a:srgbClr val="FFC233"/>
                </a:solidFill>
                <a:latin typeface="Courier New" pitchFamily="34" charset="0"/>
                <a:ea typeface="Courier New" pitchFamily="34" charset="-122"/>
                <a:cs typeface="Courier New" pitchFamily="34" charset="-120"/>
              </a:rPr>
              <a:t>BYTE'S HINT</a:t>
            </a:r>
            <a:endParaRPr lang="en-US" sz="1200" dirty="0"/>
          </a:p>
        </p:txBody>
      </p:sp>
      <p:sp>
        <p:nvSpPr>
          <p:cNvPr id="25" name="Text 11"/>
          <p:cNvSpPr txBox="1"/>
          <p:nvPr/>
        </p:nvSpPr>
        <p:spPr>
          <a:xfrm>
            <a:off x="731520" y="4389120"/>
            <a:ext cx="7635240" cy="68580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Add the prices two at a time, then double-check your answer.</a:t>
            </a:r>
            <a:endParaRPr lang="en-US" sz="1800" dirty="0"/>
          </a:p>
        </p:txBody>
      </p:sp>
      <p:pic>
        <p:nvPicPr>
          <p:cNvPr id="26" name="Image 12" descr="/tmp/claude-0/-home-user-ashton212123/6ae88841-e158-5430-ba3a-d930461fce9f/scratchpad/build/assets/null_glitch.png">    </p:cNvPr>
          <p:cNvPicPr>
            <a:picLocks noChangeAspect="1"/>
          </p:cNvPicPr>
          <p:nvPr/>
        </p:nvPicPr>
        <p:blipFill>
          <a:blip r:embed="rId13"/>
          <a:stretch>
            <a:fillRect/>
          </a:stretch>
        </p:blipFill>
        <p:spPr>
          <a:xfrm>
            <a:off x="8915400" y="1554480"/>
            <a:ext cx="2834640" cy="2240280"/>
          </a:xfrm>
          <a:prstGeom prst="rect">
            <a:avLst/>
          </a:prstGeom>
        </p:spPr>
      </p:pic>
      <p:sp>
        <p:nvSpPr>
          <p:cNvPr id="27" name="Link - TRY AGAIN">
            <a:hlinkClick r:id="rId17" action="ppaction://hlinksldjump" highlightClick="1"/>
          </p:cNvPr>
          <p:cNvSpPr txBox="1"/>
          <p:nvPr/>
        </p:nvSpPr>
        <p:spPr>
          <a:xfrm>
            <a:off x="457200" y="5440680"/>
            <a:ext cx="3108960" cy="731520"/>
          </a:xfrm>
          <a:prstGeom prst="roundRect">
            <a:avLst>
              <a:gd name="adj" fmla="val 12500"/>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TRY AGAIN</a:t>
            </a:r>
            <a:endParaRPr lang="en-US" sz="1600" dirty="0"/>
          </a:p>
        </p:txBody>
      </p:sp>
      <p:sp>
        <p:nvSpPr>
          <p:cNvPr id="28" name="Text 13"/>
          <p:cNvSpPr txBox="1"/>
          <p:nvPr/>
        </p:nvSpPr>
        <p:spPr>
          <a:xfrm>
            <a:off x="3794760" y="5440680"/>
            <a:ext cx="4846320" cy="731520"/>
          </a:xfrm>
          <a:prstGeom prst="rect">
            <a:avLst/>
          </a:prstGeom>
          <a:noFill/>
          <a:ln/>
        </p:spPr>
        <p:txBody>
          <a:bodyPr wrap="square" lIns="0" tIns="0" rIns="0" bIns="0" rtlCol="0" anchor="ctr"/>
          <a:lstStyle/>
          <a:p>
            <a:pPr indent="0" marL="0">
              <a:buNone/>
            </a:pPr>
            <a:r>
              <a:rPr lang="en-US" sz="1200" dirty="0">
                <a:solidFill>
                  <a:srgbClr val="9AA6D9"/>
                </a:solidFill>
                <a:latin typeface="Courier New" pitchFamily="34" charset="0"/>
                <a:ea typeface="Courier New" pitchFamily="34" charset="-122"/>
                <a:cs typeface="Courier New" pitchFamily="34" charset="-120"/>
              </a:rPr>
              <a:t>Retry the same question with one less shield.</a:t>
            </a:r>
            <a:endParaRPr lang="en-US" sz="1200" dirty="0"/>
          </a:p>
        </p:txBody>
      </p:sp>
    </p:spTree>
  </p:cSld>
  <p:clrMapOvr>
    <a:masterClrMapping/>
  </p:clrMapOvr>
  <p:transition spd="med" advClick="0">
    <p:fade/>
    <p:sndAc>
      <p:stSnd>
        <p:snd r:embed="rId18" name="snd_wrong.wav"/>
      </p:stSnd>
    </p:sndAc>
  </p:transition>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A98BFF"/>
                </a:solidFill>
                <a:latin typeface="Courier New" pitchFamily="34" charset="0"/>
                <a:ea typeface="Courier New" pitchFamily="34" charset="-122"/>
                <a:cs typeface="Courier New" pitchFamily="34" charset="-120"/>
              </a:rPr>
              <a:t>&gt; SECTOR 03 // FUN ZONE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6"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ExclamationTriangle_F72585.png">    </p:cNvPr>
          <p:cNvPicPr>
            <a:picLocks noChangeAspect="1"/>
          </p:cNvPicPr>
          <p:nvPr/>
        </p:nvPicPr>
        <p:blipFill>
          <a:blip r:embed="rId8"/>
          <a:stretch>
            <a:fillRect/>
          </a:stretch>
        </p:blipFill>
        <p:spPr>
          <a:xfrm>
            <a:off x="457200" y="1005840"/>
            <a:ext cx="603504" cy="603504"/>
          </a:xfrm>
          <a:prstGeom prst="rect">
            <a:avLst/>
          </a:prstGeom>
        </p:spPr>
      </p:pic>
      <p:sp>
        <p:nvSpPr>
          <p:cNvPr id="14" name="Text 4"/>
          <p:cNvSpPr txBox="1"/>
          <p:nvPr/>
        </p:nvSpPr>
        <p:spPr>
          <a:xfrm>
            <a:off x="1234440" y="914400"/>
            <a:ext cx="7498080" cy="777240"/>
          </a:xfrm>
          <a:prstGeom prst="rect">
            <a:avLst/>
          </a:prstGeom>
          <a:noFill/>
          <a:ln/>
        </p:spPr>
        <p:txBody>
          <a:bodyPr wrap="square" lIns="0" tIns="0" rIns="0" bIns="0" rtlCol="0" anchor="ctr"/>
          <a:lstStyle/>
          <a:p>
            <a:pPr indent="0" marL="0">
              <a:buNone/>
            </a:pPr>
            <a:r>
              <a:rPr lang="en-US" sz="3400" dirty="0">
                <a:solidFill>
                  <a:srgbClr val="F72585"/>
                </a:solidFill>
                <a:latin typeface="Arial Black" pitchFamily="34" charset="0"/>
                <a:ea typeface="Arial Black" pitchFamily="34" charset="-122"/>
                <a:cs typeface="Arial Black" pitchFamily="34" charset="-120"/>
              </a:rPr>
              <a:t>GLITCH DETECTED!</a:t>
            </a:r>
            <a:endParaRPr lang="en-US" sz="3400" dirty="0"/>
          </a:p>
        </p:txBody>
      </p:sp>
      <p:sp>
        <p:nvSpPr>
          <p:cNvPr id="15" name="Text 5"/>
          <p:cNvSpPr txBox="1"/>
          <p:nvPr/>
        </p:nvSpPr>
        <p:spPr>
          <a:xfrm>
            <a:off x="457200" y="1719072"/>
            <a:ext cx="8138160" cy="457200"/>
          </a:xfrm>
          <a:prstGeom prst="rect">
            <a:avLst/>
          </a:prstGeom>
          <a:noFill/>
          <a:ln/>
        </p:spPr>
        <p:txBody>
          <a:bodyPr wrap="square" lIns="0" tIns="0" rIns="0" bIns="0" rtlCol="0" anchor="ctr"/>
          <a:lstStyle/>
          <a:p>
            <a:pPr indent="0" marL="0">
              <a:buNone/>
            </a:pPr>
            <a:r>
              <a:rPr lang="en-US" sz="1500" b="1" dirty="0">
                <a:solidFill>
                  <a:srgbClr val="FF8FC7"/>
                </a:solidFill>
                <a:latin typeface="Courier New" pitchFamily="34" charset="0"/>
                <a:ea typeface="Courier New" pitchFamily="34" charset="-122"/>
                <a:cs typeface="Courier New" pitchFamily="34" charset="-120"/>
              </a:rPr>
              <a:t>NULL: "Your shield just crashed. Want to try again?"</a:t>
            </a:r>
            <a:endParaRPr lang="en-US" sz="1500" dirty="0"/>
          </a:p>
        </p:txBody>
      </p:sp>
      <p:sp>
        <p:nvSpPr>
          <p:cNvPr id="16" name="Shape 6"/>
          <p:cNvSpPr/>
          <p:nvPr/>
        </p:nvSpPr>
        <p:spPr>
          <a:xfrm>
            <a:off x="457200" y="2331720"/>
            <a:ext cx="8138160" cy="1188720"/>
          </a:xfrm>
          <a:prstGeom prst="roundRect">
            <a:avLst>
              <a:gd name="adj" fmla="val 9231"/>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7" name="Text 7"/>
          <p:cNvSpPr txBox="1"/>
          <p:nvPr/>
        </p:nvSpPr>
        <p:spPr>
          <a:xfrm>
            <a:off x="731520" y="2331720"/>
            <a:ext cx="2743200" cy="1188720"/>
          </a:xfrm>
          <a:prstGeom prst="rect">
            <a:avLst/>
          </a:prstGeom>
          <a:noFill/>
          <a:ln/>
        </p:spPr>
        <p:txBody>
          <a:bodyPr wrap="square" lIns="0" tIns="0" rIns="0" bIns="0" rtlCol="0" anchor="ctr"/>
          <a:lstStyle/>
          <a:p>
            <a:pPr indent="0" marL="0">
              <a:buNone/>
            </a:pPr>
            <a:r>
              <a:rPr lang="en-US" sz="2400" dirty="0">
                <a:solidFill>
                  <a:srgbClr val="F72585"/>
                </a:solidFill>
                <a:latin typeface="Arial Black" pitchFamily="34" charset="0"/>
                <a:ea typeface="Arial Black" pitchFamily="34" charset="-122"/>
                <a:cs typeface="Arial Black" pitchFamily="34" charset="-120"/>
              </a:rPr>
              <a:t>-1 SHIELD</a:t>
            </a:r>
            <a:endParaRPr lang="en-US" sz="2400" dirty="0"/>
          </a:p>
        </p:txBody>
      </p:sp>
      <p:pic>
        <p:nvPicPr>
          <p:cNvPr id="18" name="Image 8" descr="/tmp/claude-0/-home-user-ashton212123/6ae88841-e158-5430-ba3a-d930461fce9f/scratchpad/build/assets/shield.png">    </p:cNvPr>
          <p:cNvPicPr>
            <a:picLocks noChangeAspect="1"/>
          </p:cNvPicPr>
          <p:nvPr/>
        </p:nvPicPr>
        <p:blipFill>
          <a:blip r:embed="rId9"/>
          <a:stretch>
            <a:fillRect/>
          </a:stretch>
        </p:blipFill>
        <p:spPr>
          <a:xfrm>
            <a:off x="3566160" y="2560320"/>
            <a:ext cx="731520" cy="731520"/>
          </a:xfrm>
          <a:prstGeom prst="rect">
            <a:avLst/>
          </a:prstGeom>
        </p:spPr>
      </p:pic>
      <p:pic>
        <p:nvPicPr>
          <p:cNvPr id="19" name="Image 9" descr="/tmp/claude-0/-home-user-ashton212123/6ae88841-e158-5430-ba3a-d930461fce9f/scratchpad/build/assets/shield_empty.png">    </p:cNvPr>
          <p:cNvPicPr>
            <a:picLocks noChangeAspect="1"/>
          </p:cNvPicPr>
          <p:nvPr/>
        </p:nvPicPr>
        <p:blipFill>
          <a:blip r:embed="rId10"/>
          <a:stretch>
            <a:fillRect/>
          </a:stretch>
        </p:blipFill>
        <p:spPr>
          <a:xfrm>
            <a:off x="4434840" y="2560320"/>
            <a:ext cx="731520" cy="731520"/>
          </a:xfrm>
          <a:prstGeom prst="rect">
            <a:avLst/>
          </a:prstGeom>
        </p:spPr>
      </p:pic>
      <p:pic>
        <p:nvPicPr>
          <p:cNvPr id="20" name="Image 10" descr="/tmp/claude-0/-home-user-ashton212123/6ae88841-e158-5430-ba3a-d930461fce9f/scratchpad/build/assets/shield_empty.png">    </p:cNvPr>
          <p:cNvPicPr>
            <a:picLocks noChangeAspect="1"/>
          </p:cNvPicPr>
          <p:nvPr/>
        </p:nvPicPr>
        <p:blipFill>
          <a:blip r:embed="rId11"/>
          <a:stretch>
            <a:fillRect/>
          </a:stretch>
        </p:blipFill>
        <p:spPr>
          <a:xfrm>
            <a:off x="5303520" y="2560320"/>
            <a:ext cx="731520" cy="731520"/>
          </a:xfrm>
          <a:prstGeom prst="rect">
            <a:avLst/>
          </a:prstGeom>
        </p:spPr>
      </p:pic>
      <p:sp>
        <p:nvSpPr>
          <p:cNvPr id="21" name="Text 8"/>
          <p:cNvSpPr txBox="1"/>
          <p:nvPr/>
        </p:nvSpPr>
        <p:spPr>
          <a:xfrm>
            <a:off x="6263640" y="2331720"/>
            <a:ext cx="2103120" cy="1188720"/>
          </a:xfrm>
          <a:prstGeom prst="rect">
            <a:avLst/>
          </a:prstGeom>
          <a:noFill/>
          <a:ln/>
        </p:spPr>
        <p:txBody>
          <a:bodyPr wrap="square" lIns="0" tIns="0" rIns="0" bIns="0" rtlCol="0" anchor="ctr"/>
          <a:lstStyle/>
          <a:p>
            <a:pPr indent="0" marL="0">
              <a:buNone/>
            </a:pPr>
            <a:r>
              <a:rPr lang="en-US" sz="1800" b="1" dirty="0">
                <a:solidFill>
                  <a:srgbClr val="F72585"/>
                </a:solidFill>
                <a:latin typeface="Courier New" pitchFamily="34" charset="0"/>
                <a:ea typeface="Courier New" pitchFamily="34" charset="-122"/>
                <a:cs typeface="Courier New" pitchFamily="34" charset="-120"/>
              </a:rPr>
              <a:t>1 LEFT</a:t>
            </a:r>
            <a:endParaRPr lang="en-US" sz="1800" dirty="0"/>
          </a:p>
        </p:txBody>
      </p:sp>
      <p:sp>
        <p:nvSpPr>
          <p:cNvPr id="22" name="Shape 9"/>
          <p:cNvSpPr/>
          <p:nvPr/>
        </p:nvSpPr>
        <p:spPr>
          <a:xfrm>
            <a:off x="457200" y="3749040"/>
            <a:ext cx="8138160" cy="1417320"/>
          </a:xfrm>
          <a:prstGeom prst="roundRect">
            <a:avLst>
              <a:gd name="adj" fmla="val 7742"/>
            </a:avLst>
          </a:prstGeom>
          <a:solidFill>
            <a:srgbClr val="121A3F">
              <a:alpha val="94000"/>
            </a:srgbClr>
          </a:solidFill>
          <a:ln w="19050">
            <a:solidFill>
              <a:srgbClr val="FFC233"/>
            </a:solidFill>
            <a:prstDash val="solid"/>
          </a:ln>
        </p:spPr>
      </p:sp>
      <p:pic>
        <p:nvPicPr>
          <p:cNvPr id="23" name="Image 11" descr="/tmp/claude-0/-home-user-ashton212123/6ae88841-e158-5430-ba3a-d930461fce9f/scratchpad/build/assets/icons/FaLightbulb_FFC233.png">    </p:cNvPr>
          <p:cNvPicPr>
            <a:picLocks noChangeAspect="1"/>
          </p:cNvPicPr>
          <p:nvPr/>
        </p:nvPicPr>
        <p:blipFill>
          <a:blip r:embed="rId12"/>
          <a:stretch>
            <a:fillRect/>
          </a:stretch>
        </p:blipFill>
        <p:spPr>
          <a:xfrm>
            <a:off x="731520" y="3931920"/>
            <a:ext cx="384048" cy="384048"/>
          </a:xfrm>
          <a:prstGeom prst="rect">
            <a:avLst/>
          </a:prstGeom>
        </p:spPr>
      </p:pic>
      <p:sp>
        <p:nvSpPr>
          <p:cNvPr id="24" name="Text 10"/>
          <p:cNvSpPr txBox="1"/>
          <p:nvPr/>
        </p:nvSpPr>
        <p:spPr>
          <a:xfrm>
            <a:off x="1234440" y="3931920"/>
            <a:ext cx="3657600" cy="384048"/>
          </a:xfrm>
          <a:prstGeom prst="rect">
            <a:avLst/>
          </a:prstGeom>
          <a:noFill/>
          <a:ln/>
        </p:spPr>
        <p:txBody>
          <a:bodyPr wrap="square" lIns="0" tIns="0" rIns="0" bIns="0" rtlCol="0" anchor="ctr"/>
          <a:lstStyle/>
          <a:p>
            <a:pPr indent="0" marL="0">
              <a:buNone/>
            </a:pPr>
            <a:r>
              <a:rPr lang="en-US" sz="1200" b="1" dirty="0">
                <a:solidFill>
                  <a:srgbClr val="FFC233"/>
                </a:solidFill>
                <a:latin typeface="Courier New" pitchFamily="34" charset="0"/>
                <a:ea typeface="Courier New" pitchFamily="34" charset="-122"/>
                <a:cs typeface="Courier New" pitchFamily="34" charset="-120"/>
              </a:rPr>
              <a:t>BYTE'S HINT</a:t>
            </a:r>
            <a:endParaRPr lang="en-US" sz="1200" dirty="0"/>
          </a:p>
        </p:txBody>
      </p:sp>
      <p:sp>
        <p:nvSpPr>
          <p:cNvPr id="25" name="Text 11"/>
          <p:cNvSpPr txBox="1"/>
          <p:nvPr/>
        </p:nvSpPr>
        <p:spPr>
          <a:xfrm>
            <a:off x="731520" y="4389120"/>
            <a:ext cx="7635240" cy="68580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Add the prices two at a time, then double-check your answer.</a:t>
            </a:r>
            <a:endParaRPr lang="en-US" sz="1800" dirty="0"/>
          </a:p>
        </p:txBody>
      </p:sp>
      <p:pic>
        <p:nvPicPr>
          <p:cNvPr id="26" name="Image 12" descr="/tmp/claude-0/-home-user-ashton212123/6ae88841-e158-5430-ba3a-d930461fce9f/scratchpad/build/assets/null_glitch.png">    </p:cNvPr>
          <p:cNvPicPr>
            <a:picLocks noChangeAspect="1"/>
          </p:cNvPicPr>
          <p:nvPr/>
        </p:nvPicPr>
        <p:blipFill>
          <a:blip r:embed="rId13"/>
          <a:stretch>
            <a:fillRect/>
          </a:stretch>
        </p:blipFill>
        <p:spPr>
          <a:xfrm>
            <a:off x="8915400" y="1554480"/>
            <a:ext cx="2834640" cy="2240280"/>
          </a:xfrm>
          <a:prstGeom prst="rect">
            <a:avLst/>
          </a:prstGeom>
        </p:spPr>
      </p:pic>
      <p:sp>
        <p:nvSpPr>
          <p:cNvPr id="27" name="Link - TRY AGAIN">
            <a:hlinkClick r:id="rId17" action="ppaction://hlinksldjump" highlightClick="1"/>
          </p:cNvPr>
          <p:cNvSpPr txBox="1"/>
          <p:nvPr/>
        </p:nvSpPr>
        <p:spPr>
          <a:xfrm>
            <a:off x="457200" y="5440680"/>
            <a:ext cx="3108960" cy="731520"/>
          </a:xfrm>
          <a:prstGeom prst="roundRect">
            <a:avLst>
              <a:gd name="adj" fmla="val 12500"/>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TRY AGAIN</a:t>
            </a:r>
            <a:endParaRPr lang="en-US" sz="1600" dirty="0"/>
          </a:p>
        </p:txBody>
      </p:sp>
      <p:sp>
        <p:nvSpPr>
          <p:cNvPr id="28" name="Text 13"/>
          <p:cNvSpPr txBox="1"/>
          <p:nvPr/>
        </p:nvSpPr>
        <p:spPr>
          <a:xfrm>
            <a:off x="3794760" y="5440680"/>
            <a:ext cx="4846320" cy="731520"/>
          </a:xfrm>
          <a:prstGeom prst="rect">
            <a:avLst/>
          </a:prstGeom>
          <a:noFill/>
          <a:ln/>
        </p:spPr>
        <p:txBody>
          <a:bodyPr wrap="square" lIns="0" tIns="0" rIns="0" bIns="0" rtlCol="0" anchor="ctr"/>
          <a:lstStyle/>
          <a:p>
            <a:pPr indent="0" marL="0">
              <a:buNone/>
            </a:pPr>
            <a:r>
              <a:rPr lang="en-US" sz="1200" b="1" dirty="0">
                <a:solidFill>
                  <a:srgbClr val="F72585"/>
                </a:solidFill>
                <a:latin typeface="Courier New" pitchFamily="34" charset="0"/>
                <a:ea typeface="Courier New" pitchFamily="34" charset="-122"/>
                <a:cs typeface="Courier New" pitchFamily="34" charset="-120"/>
              </a:rPr>
              <a:t>Careful! This is your LAST shield.</a:t>
            </a:r>
            <a:endParaRPr lang="en-US" sz="1200" dirty="0"/>
          </a:p>
        </p:txBody>
      </p:sp>
    </p:spTree>
  </p:cSld>
  <p:clrMapOvr>
    <a:masterClrMapping/>
  </p:clrMapOvr>
  <p:transition spd="med" advClick="0">
    <p:fade/>
    <p:sndAc>
      <p:stSnd>
        <p:snd r:embed="rId18" name="snd_wrong.wav"/>
      </p:stSnd>
    </p:sndAc>
  </p:transition>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A98BFF"/>
                </a:solidFill>
                <a:latin typeface="Courier New" pitchFamily="34" charset="0"/>
                <a:ea typeface="Courier New" pitchFamily="34" charset="-122"/>
                <a:cs typeface="Courier New" pitchFamily="34" charset="-120"/>
              </a:rPr>
              <a:t>&gt; SECTOR 03 // FUN ZONE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1"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3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A98BFF"/>
            </a:solidFill>
            <a:prstDash val="solid"/>
          </a:ln>
          <a:effectLst>
            <a:outerShdw sx="100000" sy="100000" kx="0" ky="0" algn="bl" rotWithShape="0" blurRad="203200" dist="50800" dir="5400000">
              <a:srgbClr val="A98BFF">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What ingredient is most commonly used to give the Filipino dish sinigang its sour taste?</a:t>
            </a:r>
            <a:endParaRPr lang="en-US" sz="2200" dirty="0"/>
          </a:p>
        </p:txBody>
      </p:sp>
      <p:sp>
        <p:nvSpPr>
          <p:cNvPr id="17" name="Link - Answer A">
            <a:hlinkClick r:id="rId12" action="ppaction://hlinksldjump" highlightClick="1"/>
          </p:cNvPr>
          <p:cNvSpPr txBox="1"/>
          <p:nvPr/>
        </p:nvSpPr>
        <p:spPr>
          <a:xfrm>
            <a:off x="457200" y="3474720"/>
            <a:ext cx="5486400" cy="1234440"/>
          </a:xfrm>
          <a:prstGeom prst="roundRect">
            <a:avLst>
              <a:gd name="adj" fmla="val 7407"/>
            </a:avLst>
          </a:prstGeom>
          <a:solidFill>
            <a:srgbClr val="1A2353"/>
          </a:solidFill>
          <a:ln w="22225">
            <a:solidFill>
              <a:srgbClr val="A98BFF"/>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Coconut milk</a:t>
            </a:r>
            <a:endParaRPr lang="en-US" sz="1800" dirty="0"/>
          </a:p>
        </p:txBody>
      </p:sp>
      <p:sp>
        <p:nvSpPr>
          <p:cNvPr id="18" name="Link - Answer A badge">
            <a:hlinkClick r:id="rId12" action="ppaction://hlinksldjump" highlightClick="1"/>
          </p:cNvPr>
          <p:cNvSpPr txBox="1"/>
          <p:nvPr/>
        </p:nvSpPr>
        <p:spPr>
          <a:xfrm>
            <a:off x="658368" y="3817620"/>
            <a:ext cx="548640" cy="54864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19" name="Link - Answer B">
            <a:hlinkClick r:id="rId12" action="ppaction://hlinksldjump" highlightClick="1"/>
          </p:cNvPr>
          <p:cNvSpPr txBox="1"/>
          <p:nvPr/>
        </p:nvSpPr>
        <p:spPr>
          <a:xfrm>
            <a:off x="6245352" y="3474720"/>
            <a:ext cx="5486400" cy="1234440"/>
          </a:xfrm>
          <a:prstGeom prst="roundRect">
            <a:avLst>
              <a:gd name="adj" fmla="val 7407"/>
            </a:avLst>
          </a:prstGeom>
          <a:solidFill>
            <a:srgbClr val="1A2353"/>
          </a:solidFill>
          <a:ln w="22225">
            <a:solidFill>
              <a:srgbClr val="A98BFF"/>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Soy sauce</a:t>
            </a:r>
            <a:endParaRPr lang="en-US" sz="1800" dirty="0"/>
          </a:p>
        </p:txBody>
      </p:sp>
      <p:sp>
        <p:nvSpPr>
          <p:cNvPr id="20" name="Link - Answer B badge">
            <a:hlinkClick r:id="rId12" action="ppaction://hlinksldjump" highlightClick="1"/>
          </p:cNvPr>
          <p:cNvSpPr txBox="1"/>
          <p:nvPr/>
        </p:nvSpPr>
        <p:spPr>
          <a:xfrm>
            <a:off x="6446520" y="3817620"/>
            <a:ext cx="548640" cy="54864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
        <p:nvSpPr>
          <p:cNvPr id="21" name="Link - Answer C">
            <a:hlinkClick r:id="rId12" action="ppaction://hlinksldjump" highlightClick="1"/>
          </p:cNvPr>
          <p:cNvSpPr txBox="1"/>
          <p:nvPr/>
        </p:nvSpPr>
        <p:spPr>
          <a:xfrm>
            <a:off x="457200" y="4892040"/>
            <a:ext cx="5486400" cy="1234440"/>
          </a:xfrm>
          <a:prstGeom prst="roundRect">
            <a:avLst>
              <a:gd name="adj" fmla="val 7407"/>
            </a:avLst>
          </a:prstGeom>
          <a:solidFill>
            <a:srgbClr val="1A2353"/>
          </a:solidFill>
          <a:ln w="22225">
            <a:solidFill>
              <a:srgbClr val="A98BFF"/>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Sugar</a:t>
            </a:r>
            <a:endParaRPr lang="en-US" sz="1800" dirty="0"/>
          </a:p>
        </p:txBody>
      </p:sp>
      <p:sp>
        <p:nvSpPr>
          <p:cNvPr id="22" name="Link - Answer C badge">
            <a:hlinkClick r:id="rId12" action="ppaction://hlinksldjump" highlightClick="1"/>
          </p:cNvPr>
          <p:cNvSpPr txBox="1"/>
          <p:nvPr/>
        </p:nvSpPr>
        <p:spPr>
          <a:xfrm>
            <a:off x="658368" y="5234940"/>
            <a:ext cx="548640" cy="54864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sp>
        <p:nvSpPr>
          <p:cNvPr id="23" name="Link - Answer D">
            <a:hlinkClick r:id="rId13" action="ppaction://hlinksldjump" highlightClick="1"/>
          </p:cNvPr>
          <p:cNvSpPr txBox="1"/>
          <p:nvPr/>
        </p:nvSpPr>
        <p:spPr>
          <a:xfrm>
            <a:off x="6245352" y="4892040"/>
            <a:ext cx="5486400" cy="1234440"/>
          </a:xfrm>
          <a:prstGeom prst="roundRect">
            <a:avLst>
              <a:gd name="adj" fmla="val 7407"/>
            </a:avLst>
          </a:prstGeom>
          <a:solidFill>
            <a:srgbClr val="1A2353"/>
          </a:solidFill>
          <a:ln w="22225">
            <a:solidFill>
              <a:srgbClr val="A98BFF"/>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Tamarind (sampalok)</a:t>
            </a:r>
            <a:endParaRPr lang="en-US" sz="1800" dirty="0"/>
          </a:p>
        </p:txBody>
      </p:sp>
      <p:sp>
        <p:nvSpPr>
          <p:cNvPr id="24" name="Link - Answer D badge">
            <a:hlinkClick r:id="rId13" action="ppaction://hlinksldjump" highlightClick="1"/>
          </p:cNvPr>
          <p:cNvSpPr txBox="1"/>
          <p:nvPr/>
        </p:nvSpPr>
        <p:spPr>
          <a:xfrm>
            <a:off x="6446520" y="5234940"/>
            <a:ext cx="548640" cy="54864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spTree>
  </p:cSld>
  <p:clrMapOvr>
    <a:masterClrMapping/>
  </p:clrMapOvr>
  <p:transition spd="med" advClick="0">
    <p:fade/>
  </p:transition>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A98BFF"/>
                </a:solidFill>
                <a:latin typeface="Courier New" pitchFamily="34" charset="0"/>
                <a:ea typeface="Courier New" pitchFamily="34" charset="-122"/>
                <a:cs typeface="Courier New" pitchFamily="34" charset="-120"/>
              </a:rPr>
              <a:t>&gt; SECTOR 03 // FUN ZONE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1"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3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A98BFF"/>
            </a:solidFill>
            <a:prstDash val="solid"/>
          </a:ln>
          <a:effectLst>
            <a:outerShdw sx="100000" sy="100000" kx="0" ky="0" algn="bl" rotWithShape="0" blurRad="203200" dist="50800" dir="5400000">
              <a:srgbClr val="A98BFF">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What ingredient is most commonly used to give the Filipino dish sinigang its sour taste?</a:t>
            </a:r>
            <a:endParaRPr lang="en-US" sz="2200" dirty="0"/>
          </a:p>
        </p:txBody>
      </p:sp>
      <p:sp>
        <p:nvSpPr>
          <p:cNvPr id="17" name="Link - Answer A">
            <a:hlinkClick r:id="rId12" action="ppaction://hlinksldjump" highlightClick="1"/>
          </p:cNvPr>
          <p:cNvSpPr txBox="1"/>
          <p:nvPr/>
        </p:nvSpPr>
        <p:spPr>
          <a:xfrm>
            <a:off x="457200" y="3474720"/>
            <a:ext cx="5486400" cy="1234440"/>
          </a:xfrm>
          <a:prstGeom prst="roundRect">
            <a:avLst>
              <a:gd name="adj" fmla="val 7407"/>
            </a:avLst>
          </a:prstGeom>
          <a:solidFill>
            <a:srgbClr val="1A2353"/>
          </a:solidFill>
          <a:ln w="22225">
            <a:solidFill>
              <a:srgbClr val="A98BFF"/>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Coconut milk</a:t>
            </a:r>
            <a:endParaRPr lang="en-US" sz="1800" dirty="0"/>
          </a:p>
        </p:txBody>
      </p:sp>
      <p:sp>
        <p:nvSpPr>
          <p:cNvPr id="18" name="Link - Answer A badge">
            <a:hlinkClick r:id="rId12" action="ppaction://hlinksldjump" highlightClick="1"/>
          </p:cNvPr>
          <p:cNvSpPr txBox="1"/>
          <p:nvPr/>
        </p:nvSpPr>
        <p:spPr>
          <a:xfrm>
            <a:off x="658368" y="3817620"/>
            <a:ext cx="548640" cy="54864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19" name="Link - Answer B">
            <a:hlinkClick r:id="rId12" action="ppaction://hlinksldjump" highlightClick="1"/>
          </p:cNvPr>
          <p:cNvSpPr txBox="1"/>
          <p:nvPr/>
        </p:nvSpPr>
        <p:spPr>
          <a:xfrm>
            <a:off x="6245352" y="3474720"/>
            <a:ext cx="5486400" cy="1234440"/>
          </a:xfrm>
          <a:prstGeom prst="roundRect">
            <a:avLst>
              <a:gd name="adj" fmla="val 7407"/>
            </a:avLst>
          </a:prstGeom>
          <a:solidFill>
            <a:srgbClr val="1A2353"/>
          </a:solidFill>
          <a:ln w="22225">
            <a:solidFill>
              <a:srgbClr val="A98BFF"/>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Soy sauce</a:t>
            </a:r>
            <a:endParaRPr lang="en-US" sz="1800" dirty="0"/>
          </a:p>
        </p:txBody>
      </p:sp>
      <p:sp>
        <p:nvSpPr>
          <p:cNvPr id="20" name="Link - Answer B badge">
            <a:hlinkClick r:id="rId12" action="ppaction://hlinksldjump" highlightClick="1"/>
          </p:cNvPr>
          <p:cNvSpPr txBox="1"/>
          <p:nvPr/>
        </p:nvSpPr>
        <p:spPr>
          <a:xfrm>
            <a:off x="6446520" y="3817620"/>
            <a:ext cx="548640" cy="54864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
        <p:nvSpPr>
          <p:cNvPr id="21" name="Link - Answer C">
            <a:hlinkClick r:id="rId12" action="ppaction://hlinksldjump" highlightClick="1"/>
          </p:cNvPr>
          <p:cNvSpPr txBox="1"/>
          <p:nvPr/>
        </p:nvSpPr>
        <p:spPr>
          <a:xfrm>
            <a:off x="457200" y="4892040"/>
            <a:ext cx="5486400" cy="1234440"/>
          </a:xfrm>
          <a:prstGeom prst="roundRect">
            <a:avLst>
              <a:gd name="adj" fmla="val 7407"/>
            </a:avLst>
          </a:prstGeom>
          <a:solidFill>
            <a:srgbClr val="1A2353"/>
          </a:solidFill>
          <a:ln w="22225">
            <a:solidFill>
              <a:srgbClr val="A98BFF"/>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Sugar</a:t>
            </a:r>
            <a:endParaRPr lang="en-US" sz="1800" dirty="0"/>
          </a:p>
        </p:txBody>
      </p:sp>
      <p:sp>
        <p:nvSpPr>
          <p:cNvPr id="22" name="Link - Answer C badge">
            <a:hlinkClick r:id="rId12" action="ppaction://hlinksldjump" highlightClick="1"/>
          </p:cNvPr>
          <p:cNvSpPr txBox="1"/>
          <p:nvPr/>
        </p:nvSpPr>
        <p:spPr>
          <a:xfrm>
            <a:off x="658368" y="5234940"/>
            <a:ext cx="548640" cy="54864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sp>
        <p:nvSpPr>
          <p:cNvPr id="23" name="Link - Answer D">
            <a:hlinkClick r:id="rId13" action="ppaction://hlinksldjump" highlightClick="1"/>
          </p:cNvPr>
          <p:cNvSpPr txBox="1"/>
          <p:nvPr/>
        </p:nvSpPr>
        <p:spPr>
          <a:xfrm>
            <a:off x="6245352" y="4892040"/>
            <a:ext cx="5486400" cy="1234440"/>
          </a:xfrm>
          <a:prstGeom prst="roundRect">
            <a:avLst>
              <a:gd name="adj" fmla="val 7407"/>
            </a:avLst>
          </a:prstGeom>
          <a:solidFill>
            <a:srgbClr val="1A2353"/>
          </a:solidFill>
          <a:ln w="22225">
            <a:solidFill>
              <a:srgbClr val="A98BFF"/>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Tamarind (sampalok)</a:t>
            </a:r>
            <a:endParaRPr lang="en-US" sz="1800" dirty="0"/>
          </a:p>
        </p:txBody>
      </p:sp>
      <p:sp>
        <p:nvSpPr>
          <p:cNvPr id="24" name="Link - Answer D badge">
            <a:hlinkClick r:id="rId13" action="ppaction://hlinksldjump" highlightClick="1"/>
          </p:cNvPr>
          <p:cNvSpPr txBox="1"/>
          <p:nvPr/>
        </p:nvSpPr>
        <p:spPr>
          <a:xfrm>
            <a:off x="6446520" y="5234940"/>
            <a:ext cx="548640" cy="54864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spTree>
  </p:cSld>
  <p:clrMapOvr>
    <a:masterClrMapping/>
  </p:clrMapOvr>
  <p:transition spd="med" advClick="0">
    <p:fade/>
  </p:transition>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A98BFF"/>
                </a:solidFill>
                <a:latin typeface="Courier New" pitchFamily="34" charset="0"/>
                <a:ea typeface="Courier New" pitchFamily="34" charset="-122"/>
                <a:cs typeface="Courier New" pitchFamily="34" charset="-120"/>
              </a:rPr>
              <a:t>&gt; SECTOR 03 // FUN ZONE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1"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3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A98BFF"/>
            </a:solidFill>
            <a:prstDash val="solid"/>
          </a:ln>
          <a:effectLst>
            <a:outerShdw sx="100000" sy="100000" kx="0" ky="0" algn="bl" rotWithShape="0" blurRad="203200" dist="50800" dir="5400000">
              <a:srgbClr val="A98BFF">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What ingredient is most commonly used to give the Filipino dish sinigang its sour taste?</a:t>
            </a:r>
            <a:endParaRPr lang="en-US" sz="2200" dirty="0"/>
          </a:p>
        </p:txBody>
      </p:sp>
      <p:sp>
        <p:nvSpPr>
          <p:cNvPr id="17" name="Link - Answer A">
            <a:hlinkClick r:id="rId12" action="ppaction://hlinksldjump" highlightClick="1"/>
          </p:cNvPr>
          <p:cNvSpPr txBox="1"/>
          <p:nvPr/>
        </p:nvSpPr>
        <p:spPr>
          <a:xfrm>
            <a:off x="457200" y="3474720"/>
            <a:ext cx="5486400" cy="1234440"/>
          </a:xfrm>
          <a:prstGeom prst="roundRect">
            <a:avLst>
              <a:gd name="adj" fmla="val 7407"/>
            </a:avLst>
          </a:prstGeom>
          <a:solidFill>
            <a:srgbClr val="1A2353"/>
          </a:solidFill>
          <a:ln w="22225">
            <a:solidFill>
              <a:srgbClr val="A98BFF"/>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Coconut milk</a:t>
            </a:r>
            <a:endParaRPr lang="en-US" sz="1800" dirty="0"/>
          </a:p>
        </p:txBody>
      </p:sp>
      <p:sp>
        <p:nvSpPr>
          <p:cNvPr id="18" name="Link - Answer A badge">
            <a:hlinkClick r:id="rId12" action="ppaction://hlinksldjump" highlightClick="1"/>
          </p:cNvPr>
          <p:cNvSpPr txBox="1"/>
          <p:nvPr/>
        </p:nvSpPr>
        <p:spPr>
          <a:xfrm>
            <a:off x="658368" y="3817620"/>
            <a:ext cx="548640" cy="54864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19" name="Link - Answer B">
            <a:hlinkClick r:id="rId12" action="ppaction://hlinksldjump" highlightClick="1"/>
          </p:cNvPr>
          <p:cNvSpPr txBox="1"/>
          <p:nvPr/>
        </p:nvSpPr>
        <p:spPr>
          <a:xfrm>
            <a:off x="6245352" y="3474720"/>
            <a:ext cx="5486400" cy="1234440"/>
          </a:xfrm>
          <a:prstGeom prst="roundRect">
            <a:avLst>
              <a:gd name="adj" fmla="val 7407"/>
            </a:avLst>
          </a:prstGeom>
          <a:solidFill>
            <a:srgbClr val="1A2353"/>
          </a:solidFill>
          <a:ln w="22225">
            <a:solidFill>
              <a:srgbClr val="A98BFF"/>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Soy sauce</a:t>
            </a:r>
            <a:endParaRPr lang="en-US" sz="1800" dirty="0"/>
          </a:p>
        </p:txBody>
      </p:sp>
      <p:sp>
        <p:nvSpPr>
          <p:cNvPr id="20" name="Link - Answer B badge">
            <a:hlinkClick r:id="rId12" action="ppaction://hlinksldjump" highlightClick="1"/>
          </p:cNvPr>
          <p:cNvSpPr txBox="1"/>
          <p:nvPr/>
        </p:nvSpPr>
        <p:spPr>
          <a:xfrm>
            <a:off x="6446520" y="3817620"/>
            <a:ext cx="548640" cy="54864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
        <p:nvSpPr>
          <p:cNvPr id="21" name="Link - Answer C">
            <a:hlinkClick r:id="rId12" action="ppaction://hlinksldjump" highlightClick="1"/>
          </p:cNvPr>
          <p:cNvSpPr txBox="1"/>
          <p:nvPr/>
        </p:nvSpPr>
        <p:spPr>
          <a:xfrm>
            <a:off x="457200" y="4892040"/>
            <a:ext cx="5486400" cy="1234440"/>
          </a:xfrm>
          <a:prstGeom prst="roundRect">
            <a:avLst>
              <a:gd name="adj" fmla="val 7407"/>
            </a:avLst>
          </a:prstGeom>
          <a:solidFill>
            <a:srgbClr val="1A2353"/>
          </a:solidFill>
          <a:ln w="22225">
            <a:solidFill>
              <a:srgbClr val="A98BFF"/>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Sugar</a:t>
            </a:r>
            <a:endParaRPr lang="en-US" sz="1800" dirty="0"/>
          </a:p>
        </p:txBody>
      </p:sp>
      <p:sp>
        <p:nvSpPr>
          <p:cNvPr id="22" name="Link - Answer C badge">
            <a:hlinkClick r:id="rId12" action="ppaction://hlinksldjump" highlightClick="1"/>
          </p:cNvPr>
          <p:cNvSpPr txBox="1"/>
          <p:nvPr/>
        </p:nvSpPr>
        <p:spPr>
          <a:xfrm>
            <a:off x="658368" y="5234940"/>
            <a:ext cx="548640" cy="54864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sp>
        <p:nvSpPr>
          <p:cNvPr id="23" name="Link - Answer D">
            <a:hlinkClick r:id="rId13" action="ppaction://hlinksldjump" highlightClick="1"/>
          </p:cNvPr>
          <p:cNvSpPr txBox="1"/>
          <p:nvPr/>
        </p:nvSpPr>
        <p:spPr>
          <a:xfrm>
            <a:off x="6245352" y="4892040"/>
            <a:ext cx="5486400" cy="1234440"/>
          </a:xfrm>
          <a:prstGeom prst="roundRect">
            <a:avLst>
              <a:gd name="adj" fmla="val 7407"/>
            </a:avLst>
          </a:prstGeom>
          <a:solidFill>
            <a:srgbClr val="1A2353"/>
          </a:solidFill>
          <a:ln w="22225">
            <a:solidFill>
              <a:srgbClr val="A98BFF"/>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Tamarind (sampalok)</a:t>
            </a:r>
            <a:endParaRPr lang="en-US" sz="1800" dirty="0"/>
          </a:p>
        </p:txBody>
      </p:sp>
      <p:sp>
        <p:nvSpPr>
          <p:cNvPr id="24" name="Link - Answer D badge">
            <a:hlinkClick r:id="rId13" action="ppaction://hlinksldjump" highlightClick="1"/>
          </p:cNvPr>
          <p:cNvSpPr txBox="1"/>
          <p:nvPr/>
        </p:nvSpPr>
        <p:spPr>
          <a:xfrm>
            <a:off x="6446520" y="5234940"/>
            <a:ext cx="548640" cy="548640"/>
          </a:xfrm>
          <a:prstGeom prst="ellipse">
            <a:avLst/>
          </a:prstGeom>
          <a:solidFill>
            <a:srgbClr val="A98BFF"/>
          </a:solidFill>
          <a:ln w="12700">
            <a:solidFill>
              <a:srgbClr val="A98BFF"/>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spTree>
  </p:cSld>
  <p:clrMapOvr>
    <a:masterClrMapping/>
  </p:clrMapOvr>
  <p:transition spd="med" advClick="0">
    <p:fade/>
  </p:transition>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A98BFF"/>
                </a:solidFill>
                <a:latin typeface="Courier New" pitchFamily="34" charset="0"/>
                <a:ea typeface="Courier New" pitchFamily="34" charset="-122"/>
                <a:cs typeface="Courier New" pitchFamily="34" charset="-120"/>
              </a:rPr>
              <a:t>&gt; SECTOR 03 // FUN ZONE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3"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D. Tamarind (sampalok)</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Sinigang gets its famous sour taste from tamarind (sampalok). Some versions use guava, kamias, or green mango instead. Coconut milk is used in dishes like ginataan.</a:t>
            </a:r>
            <a:endParaRPr lang="en-US" sz="1800" dirty="0"/>
          </a:p>
        </p:txBody>
      </p:sp>
      <p:sp>
        <p:nvSpPr>
          <p:cNvPr id="20" name="Shape 9"/>
          <p:cNvSpPr/>
          <p:nvPr/>
        </p:nvSpPr>
        <p:spPr>
          <a:xfrm>
            <a:off x="2743200" y="4709160"/>
            <a:ext cx="6035040" cy="1463040"/>
          </a:xfrm>
          <a:prstGeom prst="roundRect">
            <a:avLst>
              <a:gd name="adj" fmla="val 7500"/>
            </a:avLst>
          </a:prstGeom>
          <a:solidFill>
            <a:srgbClr val="121A3F">
              <a:alpha val="94000"/>
            </a:srgbClr>
          </a:solidFill>
          <a:ln w="25400">
            <a:solidFill>
              <a:srgbClr val="FFC233"/>
            </a:solidFill>
            <a:prstDash val="solid"/>
          </a:ln>
          <a:effectLst>
            <a:outerShdw sx="100000" sy="100000" kx="0" ky="0" algn="bl" rotWithShape="0" blurRad="203200" dist="50800" dir="5400000">
              <a:srgbClr val="FFC233">
                <a:alpha val="45000"/>
              </a:srgbClr>
            </a:outerShdw>
          </a:effectLst>
        </p:spPr>
      </p:sp>
      <p:pic>
        <p:nvPicPr>
          <p:cNvPr id="21" name="Image 9" descr="/tmp/claude-0/-home-user-ashton212123/6ae88841-e158-5430-ba3a-d930461fce9f/scratchpad/build/assets/chip.png">    </p:cNvPr>
          <p:cNvPicPr>
            <a:picLocks noChangeAspect="1"/>
          </p:cNvPicPr>
          <p:nvPr/>
        </p:nvPicPr>
        <p:blipFill>
          <a:blip r:embed="rId10"/>
          <a:stretch>
            <a:fillRect/>
          </a:stretch>
        </p:blipFill>
        <p:spPr>
          <a:xfrm>
            <a:off x="3017520" y="5010912"/>
            <a:ext cx="914400" cy="841248"/>
          </a:xfrm>
          <a:prstGeom prst="rect">
            <a:avLst/>
          </a:prstGeom>
        </p:spPr>
      </p:pic>
      <p:sp>
        <p:nvSpPr>
          <p:cNvPr id="22" name="Text 10"/>
          <p:cNvSpPr txBox="1"/>
          <p:nvPr/>
        </p:nvSpPr>
        <p:spPr>
          <a:xfrm>
            <a:off x="4114800" y="4864608"/>
            <a:ext cx="3200400" cy="548640"/>
          </a:xfrm>
          <a:prstGeom prst="rect">
            <a:avLst/>
          </a:prstGeom>
          <a:noFill/>
          <a:ln/>
        </p:spPr>
        <p:txBody>
          <a:bodyPr wrap="square" lIns="0" tIns="0" rIns="0" bIns="0" rtlCol="0" anchor="ctr"/>
          <a:lstStyle/>
          <a:p>
            <a:pPr indent="0" marL="0">
              <a:buNone/>
            </a:pPr>
            <a:r>
              <a:rPr lang="en-US" sz="1400" dirty="0">
                <a:solidFill>
                  <a:srgbClr val="FFC233"/>
                </a:solidFill>
                <a:latin typeface="Arial Black" pitchFamily="34" charset="0"/>
                <a:ea typeface="Arial Black" pitchFamily="34" charset="-122"/>
                <a:cs typeface="Arial Black" pitchFamily="34" charset="-120"/>
              </a:rPr>
              <a:t>CODE FRAGMENT 3 OF 4 FOUND!</a:t>
            </a:r>
            <a:endParaRPr lang="en-US" sz="1400" dirty="0"/>
          </a:p>
        </p:txBody>
      </p:sp>
      <p:sp>
        <p:nvSpPr>
          <p:cNvPr id="23" name="Text 11"/>
          <p:cNvSpPr txBox="1"/>
          <p:nvPr/>
        </p:nvSpPr>
        <p:spPr>
          <a:xfrm>
            <a:off x="4114800" y="5413248"/>
            <a:ext cx="3108960" cy="640080"/>
          </a:xfrm>
          <a:prstGeom prst="rect">
            <a:avLst/>
          </a:prstGeom>
          <a:noFill/>
          <a:ln/>
        </p:spPr>
        <p:txBody>
          <a:bodyPr wrap="square" lIns="0" tIns="0" rIns="0" bIns="0" rtlCol="0" anchor="t"/>
          <a:lstStyle/>
          <a:p>
            <a:pPr indent="0" marL="0">
              <a:buNone/>
            </a:pPr>
            <a:r>
              <a:rPr lang="en-US" sz="1300" dirty="0">
                <a:solidFill>
                  <a:srgbClr val="9AA6D9"/>
                </a:solidFill>
                <a:latin typeface="Calibri" pitchFamily="34" charset="0"/>
                <a:ea typeface="Calibri" pitchFamily="34" charset="-122"/>
                <a:cs typeface="Calibri" pitchFamily="34" charset="-120"/>
              </a:rPr>
              <a:t>Write it down. You will need it at the ESC Gate!</a:t>
            </a:r>
            <a:endParaRPr lang="en-US" sz="1300" dirty="0"/>
          </a:p>
        </p:txBody>
      </p:sp>
      <p:sp>
        <p:nvSpPr>
          <p:cNvPr id="24" name="Text 12"/>
          <p:cNvSpPr txBox="1"/>
          <p:nvPr/>
        </p:nvSpPr>
        <p:spPr>
          <a:xfrm>
            <a:off x="7498080" y="4892040"/>
            <a:ext cx="1097280" cy="1097280"/>
          </a:xfrm>
          <a:prstGeom prst="roundRect">
            <a:avLst>
              <a:gd name="adj" fmla="val 8333"/>
            </a:avLst>
          </a:prstGeom>
          <a:solidFill>
            <a:srgbClr val="0A0F24"/>
          </a:solidFill>
          <a:ln w="25400">
            <a:solidFill>
              <a:srgbClr val="FFC233"/>
            </a:solidFill>
          </a:ln>
        </p:spPr>
        <p:txBody>
          <a:bodyPr wrap="square" lIns="0" tIns="0" rIns="0" bIns="0" rtlCol="0" anchor="ctr"/>
          <a:lstStyle/>
          <a:p>
            <a:pPr algn="ctr" indent="0" marL="0">
              <a:buNone/>
            </a:pPr>
            <a:r>
              <a:rPr lang="en-US" sz="5400" b="1" dirty="0">
                <a:solidFill>
                  <a:srgbClr val="FFC233"/>
                </a:solidFill>
                <a:latin typeface="Courier New" pitchFamily="34" charset="0"/>
                <a:ea typeface="Courier New" pitchFamily="34" charset="-122"/>
                <a:cs typeface="Courier New" pitchFamily="34" charset="-120"/>
              </a:rPr>
              <a:t>1</a:t>
            </a:r>
            <a:endParaRPr lang="en-US" sz="5400" dirty="0"/>
          </a:p>
        </p:txBody>
      </p:sp>
      <p:sp>
        <p:nvSpPr>
          <p:cNvPr id="25" name="Link - CONTINUE">
            <a:hlinkClick r:id="rId14"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5" name="snd_correct.wav"/>
      </p:stSnd>
    </p:sndAc>
  </p:transition>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A98BFF"/>
                </a:solidFill>
                <a:latin typeface="Courier New" pitchFamily="34" charset="0"/>
                <a:ea typeface="Courier New" pitchFamily="34" charset="-122"/>
                <a:cs typeface="Courier New" pitchFamily="34" charset="-120"/>
              </a:rPr>
              <a:t>&gt; SECTOR 03 // FUN ZONE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3"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D. Tamarind (sampalok)</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Sinigang gets its famous sour taste from tamarind (sampalok). Some versions use guava, kamias, or green mango instead. Coconut milk is used in dishes like ginataan.</a:t>
            </a:r>
            <a:endParaRPr lang="en-US" sz="1800" dirty="0"/>
          </a:p>
        </p:txBody>
      </p:sp>
      <p:sp>
        <p:nvSpPr>
          <p:cNvPr id="20" name="Shape 9"/>
          <p:cNvSpPr/>
          <p:nvPr/>
        </p:nvSpPr>
        <p:spPr>
          <a:xfrm>
            <a:off x="2743200" y="4709160"/>
            <a:ext cx="6035040" cy="1463040"/>
          </a:xfrm>
          <a:prstGeom prst="roundRect">
            <a:avLst>
              <a:gd name="adj" fmla="val 7500"/>
            </a:avLst>
          </a:prstGeom>
          <a:solidFill>
            <a:srgbClr val="121A3F">
              <a:alpha val="94000"/>
            </a:srgbClr>
          </a:solidFill>
          <a:ln w="25400">
            <a:solidFill>
              <a:srgbClr val="FFC233"/>
            </a:solidFill>
            <a:prstDash val="solid"/>
          </a:ln>
          <a:effectLst>
            <a:outerShdw sx="100000" sy="100000" kx="0" ky="0" algn="bl" rotWithShape="0" blurRad="203200" dist="50800" dir="5400000">
              <a:srgbClr val="FFC233">
                <a:alpha val="45000"/>
              </a:srgbClr>
            </a:outerShdw>
          </a:effectLst>
        </p:spPr>
      </p:sp>
      <p:pic>
        <p:nvPicPr>
          <p:cNvPr id="21" name="Image 9" descr="/tmp/claude-0/-home-user-ashton212123/6ae88841-e158-5430-ba3a-d930461fce9f/scratchpad/build/assets/chip.png">    </p:cNvPr>
          <p:cNvPicPr>
            <a:picLocks noChangeAspect="1"/>
          </p:cNvPicPr>
          <p:nvPr/>
        </p:nvPicPr>
        <p:blipFill>
          <a:blip r:embed="rId10"/>
          <a:stretch>
            <a:fillRect/>
          </a:stretch>
        </p:blipFill>
        <p:spPr>
          <a:xfrm>
            <a:off x="3017520" y="5010912"/>
            <a:ext cx="914400" cy="841248"/>
          </a:xfrm>
          <a:prstGeom prst="rect">
            <a:avLst/>
          </a:prstGeom>
        </p:spPr>
      </p:pic>
      <p:sp>
        <p:nvSpPr>
          <p:cNvPr id="22" name="Text 10"/>
          <p:cNvSpPr txBox="1"/>
          <p:nvPr/>
        </p:nvSpPr>
        <p:spPr>
          <a:xfrm>
            <a:off x="4114800" y="4864608"/>
            <a:ext cx="3200400" cy="548640"/>
          </a:xfrm>
          <a:prstGeom prst="rect">
            <a:avLst/>
          </a:prstGeom>
          <a:noFill/>
          <a:ln/>
        </p:spPr>
        <p:txBody>
          <a:bodyPr wrap="square" lIns="0" tIns="0" rIns="0" bIns="0" rtlCol="0" anchor="ctr"/>
          <a:lstStyle/>
          <a:p>
            <a:pPr indent="0" marL="0">
              <a:buNone/>
            </a:pPr>
            <a:r>
              <a:rPr lang="en-US" sz="1400" dirty="0">
                <a:solidFill>
                  <a:srgbClr val="FFC233"/>
                </a:solidFill>
                <a:latin typeface="Arial Black" pitchFamily="34" charset="0"/>
                <a:ea typeface="Arial Black" pitchFamily="34" charset="-122"/>
                <a:cs typeface="Arial Black" pitchFamily="34" charset="-120"/>
              </a:rPr>
              <a:t>CODE FRAGMENT 3 OF 4 FOUND!</a:t>
            </a:r>
            <a:endParaRPr lang="en-US" sz="1400" dirty="0"/>
          </a:p>
        </p:txBody>
      </p:sp>
      <p:sp>
        <p:nvSpPr>
          <p:cNvPr id="23" name="Text 11"/>
          <p:cNvSpPr txBox="1"/>
          <p:nvPr/>
        </p:nvSpPr>
        <p:spPr>
          <a:xfrm>
            <a:off x="4114800" y="5413248"/>
            <a:ext cx="3108960" cy="640080"/>
          </a:xfrm>
          <a:prstGeom prst="rect">
            <a:avLst/>
          </a:prstGeom>
          <a:noFill/>
          <a:ln/>
        </p:spPr>
        <p:txBody>
          <a:bodyPr wrap="square" lIns="0" tIns="0" rIns="0" bIns="0" rtlCol="0" anchor="t"/>
          <a:lstStyle/>
          <a:p>
            <a:pPr indent="0" marL="0">
              <a:buNone/>
            </a:pPr>
            <a:r>
              <a:rPr lang="en-US" sz="1300" dirty="0">
                <a:solidFill>
                  <a:srgbClr val="9AA6D9"/>
                </a:solidFill>
                <a:latin typeface="Calibri" pitchFamily="34" charset="0"/>
                <a:ea typeface="Calibri" pitchFamily="34" charset="-122"/>
                <a:cs typeface="Calibri" pitchFamily="34" charset="-120"/>
              </a:rPr>
              <a:t>Write it down. You will need it at the ESC Gate!</a:t>
            </a:r>
            <a:endParaRPr lang="en-US" sz="1300" dirty="0"/>
          </a:p>
        </p:txBody>
      </p:sp>
      <p:sp>
        <p:nvSpPr>
          <p:cNvPr id="24" name="Text 12"/>
          <p:cNvSpPr txBox="1"/>
          <p:nvPr/>
        </p:nvSpPr>
        <p:spPr>
          <a:xfrm>
            <a:off x="7498080" y="4892040"/>
            <a:ext cx="1097280" cy="1097280"/>
          </a:xfrm>
          <a:prstGeom prst="roundRect">
            <a:avLst>
              <a:gd name="adj" fmla="val 8333"/>
            </a:avLst>
          </a:prstGeom>
          <a:solidFill>
            <a:srgbClr val="0A0F24"/>
          </a:solidFill>
          <a:ln w="25400">
            <a:solidFill>
              <a:srgbClr val="FFC233"/>
            </a:solidFill>
          </a:ln>
        </p:spPr>
        <p:txBody>
          <a:bodyPr wrap="square" lIns="0" tIns="0" rIns="0" bIns="0" rtlCol="0" anchor="ctr"/>
          <a:lstStyle/>
          <a:p>
            <a:pPr algn="ctr" indent="0" marL="0">
              <a:buNone/>
            </a:pPr>
            <a:r>
              <a:rPr lang="en-US" sz="5400" b="1" dirty="0">
                <a:solidFill>
                  <a:srgbClr val="FFC233"/>
                </a:solidFill>
                <a:latin typeface="Courier New" pitchFamily="34" charset="0"/>
                <a:ea typeface="Courier New" pitchFamily="34" charset="-122"/>
                <a:cs typeface="Courier New" pitchFamily="34" charset="-120"/>
              </a:rPr>
              <a:t>1</a:t>
            </a:r>
            <a:endParaRPr lang="en-US" sz="5400" dirty="0"/>
          </a:p>
        </p:txBody>
      </p:sp>
      <p:sp>
        <p:nvSpPr>
          <p:cNvPr id="25" name="Link - CONTINUE">
            <a:hlinkClick r:id="rId14"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5" name="snd_correct.wav"/>
      </p:stSnd>
    </p:sndAc>
  </p:transition>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A98BFF"/>
                </a:solidFill>
                <a:latin typeface="Courier New" pitchFamily="34" charset="0"/>
                <a:ea typeface="Courier New" pitchFamily="34" charset="-122"/>
                <a:cs typeface="Courier New" pitchFamily="34" charset="-120"/>
              </a:rPr>
              <a:t>&gt; SECTOR 03 // FUN ZONE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3"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D. Tamarind (sampalok)</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Sinigang gets its famous sour taste from tamarind (sampalok). Some versions use guava, kamias, or green mango instead. Coconut milk is used in dishes like ginataan.</a:t>
            </a:r>
            <a:endParaRPr lang="en-US" sz="1800" dirty="0"/>
          </a:p>
        </p:txBody>
      </p:sp>
      <p:sp>
        <p:nvSpPr>
          <p:cNvPr id="20" name="Shape 9"/>
          <p:cNvSpPr/>
          <p:nvPr/>
        </p:nvSpPr>
        <p:spPr>
          <a:xfrm>
            <a:off x="2743200" y="4709160"/>
            <a:ext cx="6035040" cy="1463040"/>
          </a:xfrm>
          <a:prstGeom prst="roundRect">
            <a:avLst>
              <a:gd name="adj" fmla="val 7500"/>
            </a:avLst>
          </a:prstGeom>
          <a:solidFill>
            <a:srgbClr val="121A3F">
              <a:alpha val="94000"/>
            </a:srgbClr>
          </a:solidFill>
          <a:ln w="25400">
            <a:solidFill>
              <a:srgbClr val="FFC233"/>
            </a:solidFill>
            <a:prstDash val="solid"/>
          </a:ln>
          <a:effectLst>
            <a:outerShdw sx="100000" sy="100000" kx="0" ky="0" algn="bl" rotWithShape="0" blurRad="203200" dist="50800" dir="5400000">
              <a:srgbClr val="FFC233">
                <a:alpha val="45000"/>
              </a:srgbClr>
            </a:outerShdw>
          </a:effectLst>
        </p:spPr>
      </p:sp>
      <p:pic>
        <p:nvPicPr>
          <p:cNvPr id="21" name="Image 9" descr="/tmp/claude-0/-home-user-ashton212123/6ae88841-e158-5430-ba3a-d930461fce9f/scratchpad/build/assets/chip.png">    </p:cNvPr>
          <p:cNvPicPr>
            <a:picLocks noChangeAspect="1"/>
          </p:cNvPicPr>
          <p:nvPr/>
        </p:nvPicPr>
        <p:blipFill>
          <a:blip r:embed="rId10"/>
          <a:stretch>
            <a:fillRect/>
          </a:stretch>
        </p:blipFill>
        <p:spPr>
          <a:xfrm>
            <a:off x="3017520" y="5010912"/>
            <a:ext cx="914400" cy="841248"/>
          </a:xfrm>
          <a:prstGeom prst="rect">
            <a:avLst/>
          </a:prstGeom>
        </p:spPr>
      </p:pic>
      <p:sp>
        <p:nvSpPr>
          <p:cNvPr id="22" name="Text 10"/>
          <p:cNvSpPr txBox="1"/>
          <p:nvPr/>
        </p:nvSpPr>
        <p:spPr>
          <a:xfrm>
            <a:off x="4114800" y="4864608"/>
            <a:ext cx="3200400" cy="548640"/>
          </a:xfrm>
          <a:prstGeom prst="rect">
            <a:avLst/>
          </a:prstGeom>
          <a:noFill/>
          <a:ln/>
        </p:spPr>
        <p:txBody>
          <a:bodyPr wrap="square" lIns="0" tIns="0" rIns="0" bIns="0" rtlCol="0" anchor="ctr"/>
          <a:lstStyle/>
          <a:p>
            <a:pPr indent="0" marL="0">
              <a:buNone/>
            </a:pPr>
            <a:r>
              <a:rPr lang="en-US" sz="1400" dirty="0">
                <a:solidFill>
                  <a:srgbClr val="FFC233"/>
                </a:solidFill>
                <a:latin typeface="Arial Black" pitchFamily="34" charset="0"/>
                <a:ea typeface="Arial Black" pitchFamily="34" charset="-122"/>
                <a:cs typeface="Arial Black" pitchFamily="34" charset="-120"/>
              </a:rPr>
              <a:t>CODE FRAGMENT 3 OF 4 FOUND!</a:t>
            </a:r>
            <a:endParaRPr lang="en-US" sz="1400" dirty="0"/>
          </a:p>
        </p:txBody>
      </p:sp>
      <p:sp>
        <p:nvSpPr>
          <p:cNvPr id="23" name="Text 11"/>
          <p:cNvSpPr txBox="1"/>
          <p:nvPr/>
        </p:nvSpPr>
        <p:spPr>
          <a:xfrm>
            <a:off x="4114800" y="5413248"/>
            <a:ext cx="3108960" cy="640080"/>
          </a:xfrm>
          <a:prstGeom prst="rect">
            <a:avLst/>
          </a:prstGeom>
          <a:noFill/>
          <a:ln/>
        </p:spPr>
        <p:txBody>
          <a:bodyPr wrap="square" lIns="0" tIns="0" rIns="0" bIns="0" rtlCol="0" anchor="t"/>
          <a:lstStyle/>
          <a:p>
            <a:pPr indent="0" marL="0">
              <a:buNone/>
            </a:pPr>
            <a:r>
              <a:rPr lang="en-US" sz="1300" dirty="0">
                <a:solidFill>
                  <a:srgbClr val="9AA6D9"/>
                </a:solidFill>
                <a:latin typeface="Calibri" pitchFamily="34" charset="0"/>
                <a:ea typeface="Calibri" pitchFamily="34" charset="-122"/>
                <a:cs typeface="Calibri" pitchFamily="34" charset="-120"/>
              </a:rPr>
              <a:t>Write it down. You will need it at the ESC Gate!</a:t>
            </a:r>
            <a:endParaRPr lang="en-US" sz="1300" dirty="0"/>
          </a:p>
        </p:txBody>
      </p:sp>
      <p:sp>
        <p:nvSpPr>
          <p:cNvPr id="24" name="Text 12"/>
          <p:cNvSpPr txBox="1"/>
          <p:nvPr/>
        </p:nvSpPr>
        <p:spPr>
          <a:xfrm>
            <a:off x="7498080" y="4892040"/>
            <a:ext cx="1097280" cy="1097280"/>
          </a:xfrm>
          <a:prstGeom prst="roundRect">
            <a:avLst>
              <a:gd name="adj" fmla="val 8333"/>
            </a:avLst>
          </a:prstGeom>
          <a:solidFill>
            <a:srgbClr val="0A0F24"/>
          </a:solidFill>
          <a:ln w="25400">
            <a:solidFill>
              <a:srgbClr val="FFC233"/>
            </a:solidFill>
          </a:ln>
        </p:spPr>
        <p:txBody>
          <a:bodyPr wrap="square" lIns="0" tIns="0" rIns="0" bIns="0" rtlCol="0" anchor="ctr"/>
          <a:lstStyle/>
          <a:p>
            <a:pPr algn="ctr" indent="0" marL="0">
              <a:buNone/>
            </a:pPr>
            <a:r>
              <a:rPr lang="en-US" sz="5400" b="1" dirty="0">
                <a:solidFill>
                  <a:srgbClr val="FFC233"/>
                </a:solidFill>
                <a:latin typeface="Courier New" pitchFamily="34" charset="0"/>
                <a:ea typeface="Courier New" pitchFamily="34" charset="-122"/>
                <a:cs typeface="Courier New" pitchFamily="34" charset="-120"/>
              </a:rPr>
              <a:t>1</a:t>
            </a:r>
            <a:endParaRPr lang="en-US" sz="5400" dirty="0"/>
          </a:p>
        </p:txBody>
      </p:sp>
      <p:sp>
        <p:nvSpPr>
          <p:cNvPr id="25" name="Link - CONTINUE">
            <a:hlinkClick r:id="rId14"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5" name="snd_correct.wav"/>
      </p:stSnd>
    </p:sndAc>
  </p:transition>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A98BFF"/>
                </a:solidFill>
                <a:latin typeface="Courier New" pitchFamily="34" charset="0"/>
                <a:ea typeface="Courier New" pitchFamily="34" charset="-122"/>
                <a:cs typeface="Courier New" pitchFamily="34" charset="-120"/>
              </a:rPr>
              <a:t>&gt; SECTOR 03 // FUN ZONE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6"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ExclamationTriangle_F72585.png">    </p:cNvPr>
          <p:cNvPicPr>
            <a:picLocks noChangeAspect="1"/>
          </p:cNvPicPr>
          <p:nvPr/>
        </p:nvPicPr>
        <p:blipFill>
          <a:blip r:embed="rId8"/>
          <a:stretch>
            <a:fillRect/>
          </a:stretch>
        </p:blipFill>
        <p:spPr>
          <a:xfrm>
            <a:off x="457200" y="1005840"/>
            <a:ext cx="603504" cy="603504"/>
          </a:xfrm>
          <a:prstGeom prst="rect">
            <a:avLst/>
          </a:prstGeom>
        </p:spPr>
      </p:pic>
      <p:sp>
        <p:nvSpPr>
          <p:cNvPr id="14" name="Text 4"/>
          <p:cNvSpPr txBox="1"/>
          <p:nvPr/>
        </p:nvSpPr>
        <p:spPr>
          <a:xfrm>
            <a:off x="1234440" y="914400"/>
            <a:ext cx="7498080" cy="777240"/>
          </a:xfrm>
          <a:prstGeom prst="rect">
            <a:avLst/>
          </a:prstGeom>
          <a:noFill/>
          <a:ln/>
        </p:spPr>
        <p:txBody>
          <a:bodyPr wrap="square" lIns="0" tIns="0" rIns="0" bIns="0" rtlCol="0" anchor="ctr"/>
          <a:lstStyle/>
          <a:p>
            <a:pPr indent="0" marL="0">
              <a:buNone/>
            </a:pPr>
            <a:r>
              <a:rPr lang="en-US" sz="3400" dirty="0">
                <a:solidFill>
                  <a:srgbClr val="F72585"/>
                </a:solidFill>
                <a:latin typeface="Arial Black" pitchFamily="34" charset="0"/>
                <a:ea typeface="Arial Black" pitchFamily="34" charset="-122"/>
                <a:cs typeface="Arial Black" pitchFamily="34" charset="-120"/>
              </a:rPr>
              <a:t>GLITCH DETECTED!</a:t>
            </a:r>
            <a:endParaRPr lang="en-US" sz="3400" dirty="0"/>
          </a:p>
        </p:txBody>
      </p:sp>
      <p:sp>
        <p:nvSpPr>
          <p:cNvPr id="15" name="Text 5"/>
          <p:cNvSpPr txBox="1"/>
          <p:nvPr/>
        </p:nvSpPr>
        <p:spPr>
          <a:xfrm>
            <a:off x="457200" y="1719072"/>
            <a:ext cx="8138160" cy="457200"/>
          </a:xfrm>
          <a:prstGeom prst="rect">
            <a:avLst/>
          </a:prstGeom>
          <a:noFill/>
          <a:ln/>
        </p:spPr>
        <p:txBody>
          <a:bodyPr wrap="square" lIns="0" tIns="0" rIns="0" bIns="0" rtlCol="0" anchor="ctr"/>
          <a:lstStyle/>
          <a:p>
            <a:pPr indent="0" marL="0">
              <a:buNone/>
            </a:pPr>
            <a:r>
              <a:rPr lang="en-US" sz="1500" b="1" dirty="0">
                <a:solidFill>
                  <a:srgbClr val="FF8FC7"/>
                </a:solidFill>
                <a:latin typeface="Courier New" pitchFamily="34" charset="0"/>
                <a:ea typeface="Courier New" pitchFamily="34" charset="-122"/>
                <a:cs typeface="Courier New" pitchFamily="34" charset="-120"/>
              </a:rPr>
              <a:t>NULL: "That shield is now MY shield. Hehehe!"</a:t>
            </a:r>
            <a:endParaRPr lang="en-US" sz="1500" dirty="0"/>
          </a:p>
        </p:txBody>
      </p:sp>
      <p:sp>
        <p:nvSpPr>
          <p:cNvPr id="16" name="Shape 6"/>
          <p:cNvSpPr/>
          <p:nvPr/>
        </p:nvSpPr>
        <p:spPr>
          <a:xfrm>
            <a:off x="457200" y="2331720"/>
            <a:ext cx="8138160" cy="1188720"/>
          </a:xfrm>
          <a:prstGeom prst="roundRect">
            <a:avLst>
              <a:gd name="adj" fmla="val 9231"/>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7" name="Text 7"/>
          <p:cNvSpPr txBox="1"/>
          <p:nvPr/>
        </p:nvSpPr>
        <p:spPr>
          <a:xfrm>
            <a:off x="731520" y="2331720"/>
            <a:ext cx="2743200" cy="1188720"/>
          </a:xfrm>
          <a:prstGeom prst="rect">
            <a:avLst/>
          </a:prstGeom>
          <a:noFill/>
          <a:ln/>
        </p:spPr>
        <p:txBody>
          <a:bodyPr wrap="square" lIns="0" tIns="0" rIns="0" bIns="0" rtlCol="0" anchor="ctr"/>
          <a:lstStyle/>
          <a:p>
            <a:pPr indent="0" marL="0">
              <a:buNone/>
            </a:pPr>
            <a:r>
              <a:rPr lang="en-US" sz="2400" dirty="0">
                <a:solidFill>
                  <a:srgbClr val="F72585"/>
                </a:solidFill>
                <a:latin typeface="Arial Black" pitchFamily="34" charset="0"/>
                <a:ea typeface="Arial Black" pitchFamily="34" charset="-122"/>
                <a:cs typeface="Arial Black" pitchFamily="34" charset="-120"/>
              </a:rPr>
              <a:t>-1 SHIELD</a:t>
            </a:r>
            <a:endParaRPr lang="en-US" sz="2400" dirty="0"/>
          </a:p>
        </p:txBody>
      </p:sp>
      <p:pic>
        <p:nvPicPr>
          <p:cNvPr id="18" name="Image 8" descr="/tmp/claude-0/-home-user-ashton212123/6ae88841-e158-5430-ba3a-d930461fce9f/scratchpad/build/assets/shield.png">    </p:cNvPr>
          <p:cNvPicPr>
            <a:picLocks noChangeAspect="1"/>
          </p:cNvPicPr>
          <p:nvPr/>
        </p:nvPicPr>
        <p:blipFill>
          <a:blip r:embed="rId9"/>
          <a:stretch>
            <a:fillRect/>
          </a:stretch>
        </p:blipFill>
        <p:spPr>
          <a:xfrm>
            <a:off x="3566160" y="2560320"/>
            <a:ext cx="731520" cy="731520"/>
          </a:xfrm>
          <a:prstGeom prst="rect">
            <a:avLst/>
          </a:prstGeom>
        </p:spPr>
      </p:pic>
      <p:pic>
        <p:nvPicPr>
          <p:cNvPr id="19" name="Image 9" descr="/tmp/claude-0/-home-user-ashton212123/6ae88841-e158-5430-ba3a-d930461fce9f/scratchpad/build/assets/shield.png">    </p:cNvPr>
          <p:cNvPicPr>
            <a:picLocks noChangeAspect="1"/>
          </p:cNvPicPr>
          <p:nvPr/>
        </p:nvPicPr>
        <p:blipFill>
          <a:blip r:embed="rId10"/>
          <a:stretch>
            <a:fillRect/>
          </a:stretch>
        </p:blipFill>
        <p:spPr>
          <a:xfrm>
            <a:off x="4434840" y="2560320"/>
            <a:ext cx="731520" cy="731520"/>
          </a:xfrm>
          <a:prstGeom prst="rect">
            <a:avLst/>
          </a:prstGeom>
        </p:spPr>
      </p:pic>
      <p:pic>
        <p:nvPicPr>
          <p:cNvPr id="20" name="Image 10" descr="/tmp/claude-0/-home-user-ashton212123/6ae88841-e158-5430-ba3a-d930461fce9f/scratchpad/build/assets/shield_empty.png">    </p:cNvPr>
          <p:cNvPicPr>
            <a:picLocks noChangeAspect="1"/>
          </p:cNvPicPr>
          <p:nvPr/>
        </p:nvPicPr>
        <p:blipFill>
          <a:blip r:embed="rId11"/>
          <a:stretch>
            <a:fillRect/>
          </a:stretch>
        </p:blipFill>
        <p:spPr>
          <a:xfrm>
            <a:off x="5303520" y="2560320"/>
            <a:ext cx="731520" cy="731520"/>
          </a:xfrm>
          <a:prstGeom prst="rect">
            <a:avLst/>
          </a:prstGeom>
        </p:spPr>
      </p:pic>
      <p:sp>
        <p:nvSpPr>
          <p:cNvPr id="21" name="Text 8"/>
          <p:cNvSpPr txBox="1"/>
          <p:nvPr/>
        </p:nvSpPr>
        <p:spPr>
          <a:xfrm>
            <a:off x="6263640" y="2331720"/>
            <a:ext cx="2103120" cy="1188720"/>
          </a:xfrm>
          <a:prstGeom prst="rect">
            <a:avLst/>
          </a:prstGeom>
          <a:noFill/>
          <a:ln/>
        </p:spPr>
        <p:txBody>
          <a:bodyPr wrap="square" lIns="0" tIns="0" rIns="0" bIns="0" rtlCol="0" anchor="ctr"/>
          <a:lstStyle/>
          <a:p>
            <a:pPr indent="0" marL="0">
              <a:buNone/>
            </a:pPr>
            <a:r>
              <a:rPr lang="en-US" sz="1800" b="1" dirty="0">
                <a:solidFill>
                  <a:srgbClr val="EAF2FF"/>
                </a:solidFill>
                <a:latin typeface="Courier New" pitchFamily="34" charset="0"/>
                <a:ea typeface="Courier New" pitchFamily="34" charset="-122"/>
                <a:cs typeface="Courier New" pitchFamily="34" charset="-120"/>
              </a:rPr>
              <a:t>2 LEFT</a:t>
            </a:r>
            <a:endParaRPr lang="en-US" sz="1800" dirty="0"/>
          </a:p>
        </p:txBody>
      </p:sp>
      <p:sp>
        <p:nvSpPr>
          <p:cNvPr id="22" name="Shape 9"/>
          <p:cNvSpPr/>
          <p:nvPr/>
        </p:nvSpPr>
        <p:spPr>
          <a:xfrm>
            <a:off x="457200" y="3749040"/>
            <a:ext cx="8138160" cy="1417320"/>
          </a:xfrm>
          <a:prstGeom prst="roundRect">
            <a:avLst>
              <a:gd name="adj" fmla="val 7742"/>
            </a:avLst>
          </a:prstGeom>
          <a:solidFill>
            <a:srgbClr val="121A3F">
              <a:alpha val="94000"/>
            </a:srgbClr>
          </a:solidFill>
          <a:ln w="19050">
            <a:solidFill>
              <a:srgbClr val="FFC233"/>
            </a:solidFill>
            <a:prstDash val="solid"/>
          </a:ln>
        </p:spPr>
      </p:sp>
      <p:pic>
        <p:nvPicPr>
          <p:cNvPr id="23" name="Image 11" descr="/tmp/claude-0/-home-user-ashton212123/6ae88841-e158-5430-ba3a-d930461fce9f/scratchpad/build/assets/icons/FaLightbulb_FFC233.png">    </p:cNvPr>
          <p:cNvPicPr>
            <a:picLocks noChangeAspect="1"/>
          </p:cNvPicPr>
          <p:nvPr/>
        </p:nvPicPr>
        <p:blipFill>
          <a:blip r:embed="rId12"/>
          <a:stretch>
            <a:fillRect/>
          </a:stretch>
        </p:blipFill>
        <p:spPr>
          <a:xfrm>
            <a:off x="731520" y="3931920"/>
            <a:ext cx="384048" cy="384048"/>
          </a:xfrm>
          <a:prstGeom prst="rect">
            <a:avLst/>
          </a:prstGeom>
        </p:spPr>
      </p:pic>
      <p:sp>
        <p:nvSpPr>
          <p:cNvPr id="24" name="Text 10"/>
          <p:cNvSpPr txBox="1"/>
          <p:nvPr/>
        </p:nvSpPr>
        <p:spPr>
          <a:xfrm>
            <a:off x="1234440" y="3931920"/>
            <a:ext cx="3657600" cy="384048"/>
          </a:xfrm>
          <a:prstGeom prst="rect">
            <a:avLst/>
          </a:prstGeom>
          <a:noFill/>
          <a:ln/>
        </p:spPr>
        <p:txBody>
          <a:bodyPr wrap="square" lIns="0" tIns="0" rIns="0" bIns="0" rtlCol="0" anchor="ctr"/>
          <a:lstStyle/>
          <a:p>
            <a:pPr indent="0" marL="0">
              <a:buNone/>
            </a:pPr>
            <a:r>
              <a:rPr lang="en-US" sz="1200" b="1" dirty="0">
                <a:solidFill>
                  <a:srgbClr val="FFC233"/>
                </a:solidFill>
                <a:latin typeface="Courier New" pitchFamily="34" charset="0"/>
                <a:ea typeface="Courier New" pitchFamily="34" charset="-122"/>
                <a:cs typeface="Courier New" pitchFamily="34" charset="-120"/>
              </a:rPr>
              <a:t>BYTE'S HINT</a:t>
            </a:r>
            <a:endParaRPr lang="en-US" sz="1200" dirty="0"/>
          </a:p>
        </p:txBody>
      </p:sp>
      <p:sp>
        <p:nvSpPr>
          <p:cNvPr id="25" name="Text 11"/>
          <p:cNvSpPr txBox="1"/>
          <p:nvPr/>
        </p:nvSpPr>
        <p:spPr>
          <a:xfrm>
            <a:off x="731520" y="4389120"/>
            <a:ext cx="7635240" cy="68580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It grows in brown, curved pods, and kids love it as candy too!</a:t>
            </a:r>
            <a:endParaRPr lang="en-US" sz="1800" dirty="0"/>
          </a:p>
        </p:txBody>
      </p:sp>
      <p:pic>
        <p:nvPicPr>
          <p:cNvPr id="26" name="Image 12" descr="/tmp/claude-0/-home-user-ashton212123/6ae88841-e158-5430-ba3a-d930461fce9f/scratchpad/build/assets/null_glitch.png">    </p:cNvPr>
          <p:cNvPicPr>
            <a:picLocks noChangeAspect="1"/>
          </p:cNvPicPr>
          <p:nvPr/>
        </p:nvPicPr>
        <p:blipFill>
          <a:blip r:embed="rId13"/>
          <a:stretch>
            <a:fillRect/>
          </a:stretch>
        </p:blipFill>
        <p:spPr>
          <a:xfrm>
            <a:off x="8915400" y="1554480"/>
            <a:ext cx="2834640" cy="2240280"/>
          </a:xfrm>
          <a:prstGeom prst="rect">
            <a:avLst/>
          </a:prstGeom>
        </p:spPr>
      </p:pic>
      <p:sp>
        <p:nvSpPr>
          <p:cNvPr id="27" name="Link - TRY AGAIN">
            <a:hlinkClick r:id="rId17" action="ppaction://hlinksldjump" highlightClick="1"/>
          </p:cNvPr>
          <p:cNvSpPr txBox="1"/>
          <p:nvPr/>
        </p:nvSpPr>
        <p:spPr>
          <a:xfrm>
            <a:off x="457200" y="5440680"/>
            <a:ext cx="3108960" cy="731520"/>
          </a:xfrm>
          <a:prstGeom prst="roundRect">
            <a:avLst>
              <a:gd name="adj" fmla="val 12500"/>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TRY AGAIN</a:t>
            </a:r>
            <a:endParaRPr lang="en-US" sz="1600" dirty="0"/>
          </a:p>
        </p:txBody>
      </p:sp>
      <p:sp>
        <p:nvSpPr>
          <p:cNvPr id="28" name="Text 13"/>
          <p:cNvSpPr txBox="1"/>
          <p:nvPr/>
        </p:nvSpPr>
        <p:spPr>
          <a:xfrm>
            <a:off x="3794760" y="5440680"/>
            <a:ext cx="4846320" cy="731520"/>
          </a:xfrm>
          <a:prstGeom prst="rect">
            <a:avLst/>
          </a:prstGeom>
          <a:noFill/>
          <a:ln/>
        </p:spPr>
        <p:txBody>
          <a:bodyPr wrap="square" lIns="0" tIns="0" rIns="0" bIns="0" rtlCol="0" anchor="ctr"/>
          <a:lstStyle/>
          <a:p>
            <a:pPr indent="0" marL="0">
              <a:buNone/>
            </a:pPr>
            <a:r>
              <a:rPr lang="en-US" sz="1200" dirty="0">
                <a:solidFill>
                  <a:srgbClr val="9AA6D9"/>
                </a:solidFill>
                <a:latin typeface="Courier New" pitchFamily="34" charset="0"/>
                <a:ea typeface="Courier New" pitchFamily="34" charset="-122"/>
                <a:cs typeface="Courier New" pitchFamily="34" charset="-120"/>
              </a:rPr>
              <a:t>Retry the same question with one less shield.</a:t>
            </a:r>
            <a:endParaRPr lang="en-US" sz="1200" dirty="0"/>
          </a:p>
        </p:txBody>
      </p:sp>
    </p:spTree>
  </p:cSld>
  <p:clrMapOvr>
    <a:masterClrMapping/>
  </p:clrMapOvr>
  <p:transition spd="med" advClick="0">
    <p:fade/>
    <p:sndAc>
      <p:stSnd>
        <p:snd r:embed="rId18" name="snd_wrong.wav"/>
      </p:stSnd>
    </p:sndAc>
  </p:transition>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A98BFF"/>
                </a:solidFill>
                <a:latin typeface="Courier New" pitchFamily="34" charset="0"/>
                <a:ea typeface="Courier New" pitchFamily="34" charset="-122"/>
                <a:cs typeface="Courier New" pitchFamily="34" charset="-120"/>
              </a:rPr>
              <a:t>&gt; SECTOR 03 // FUN ZONE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_empty.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6"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ExclamationTriangle_F72585.png">    </p:cNvPr>
          <p:cNvPicPr>
            <a:picLocks noChangeAspect="1"/>
          </p:cNvPicPr>
          <p:nvPr/>
        </p:nvPicPr>
        <p:blipFill>
          <a:blip r:embed="rId8"/>
          <a:stretch>
            <a:fillRect/>
          </a:stretch>
        </p:blipFill>
        <p:spPr>
          <a:xfrm>
            <a:off x="457200" y="1005840"/>
            <a:ext cx="603504" cy="603504"/>
          </a:xfrm>
          <a:prstGeom prst="rect">
            <a:avLst/>
          </a:prstGeom>
        </p:spPr>
      </p:pic>
      <p:sp>
        <p:nvSpPr>
          <p:cNvPr id="14" name="Text 4"/>
          <p:cNvSpPr txBox="1"/>
          <p:nvPr/>
        </p:nvSpPr>
        <p:spPr>
          <a:xfrm>
            <a:off x="1234440" y="914400"/>
            <a:ext cx="7498080" cy="777240"/>
          </a:xfrm>
          <a:prstGeom prst="rect">
            <a:avLst/>
          </a:prstGeom>
          <a:noFill/>
          <a:ln/>
        </p:spPr>
        <p:txBody>
          <a:bodyPr wrap="square" lIns="0" tIns="0" rIns="0" bIns="0" rtlCol="0" anchor="ctr"/>
          <a:lstStyle/>
          <a:p>
            <a:pPr indent="0" marL="0">
              <a:buNone/>
            </a:pPr>
            <a:r>
              <a:rPr lang="en-US" sz="3400" dirty="0">
                <a:solidFill>
                  <a:srgbClr val="F72585"/>
                </a:solidFill>
                <a:latin typeface="Arial Black" pitchFamily="34" charset="0"/>
                <a:ea typeface="Arial Black" pitchFamily="34" charset="-122"/>
                <a:cs typeface="Arial Black" pitchFamily="34" charset="-120"/>
              </a:rPr>
              <a:t>GLITCH DETECTED!</a:t>
            </a:r>
            <a:endParaRPr lang="en-US" sz="3400" dirty="0"/>
          </a:p>
        </p:txBody>
      </p:sp>
      <p:sp>
        <p:nvSpPr>
          <p:cNvPr id="15" name="Text 5"/>
          <p:cNvSpPr txBox="1"/>
          <p:nvPr/>
        </p:nvSpPr>
        <p:spPr>
          <a:xfrm>
            <a:off x="457200" y="1719072"/>
            <a:ext cx="8138160" cy="457200"/>
          </a:xfrm>
          <a:prstGeom prst="rect">
            <a:avLst/>
          </a:prstGeom>
          <a:noFill/>
          <a:ln/>
        </p:spPr>
        <p:txBody>
          <a:bodyPr wrap="square" lIns="0" tIns="0" rIns="0" bIns="0" rtlCol="0" anchor="ctr"/>
          <a:lstStyle/>
          <a:p>
            <a:pPr indent="0" marL="0">
              <a:buNone/>
            </a:pPr>
            <a:r>
              <a:rPr lang="en-US" sz="1500" b="1" dirty="0">
                <a:solidFill>
                  <a:srgbClr val="FF8FC7"/>
                </a:solidFill>
                <a:latin typeface="Courier New" pitchFamily="34" charset="0"/>
                <a:ea typeface="Courier New" pitchFamily="34" charset="-122"/>
                <a:cs typeface="Courier New" pitchFamily="34" charset="-120"/>
              </a:rPr>
              <a:t>NULL: "Click, click, CRASH! I love wrong answers!"</a:t>
            </a:r>
            <a:endParaRPr lang="en-US" sz="1500" dirty="0"/>
          </a:p>
        </p:txBody>
      </p:sp>
      <p:sp>
        <p:nvSpPr>
          <p:cNvPr id="16" name="Shape 6"/>
          <p:cNvSpPr/>
          <p:nvPr/>
        </p:nvSpPr>
        <p:spPr>
          <a:xfrm>
            <a:off x="457200" y="2331720"/>
            <a:ext cx="8138160" cy="1188720"/>
          </a:xfrm>
          <a:prstGeom prst="roundRect">
            <a:avLst>
              <a:gd name="adj" fmla="val 9231"/>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7" name="Text 7"/>
          <p:cNvSpPr txBox="1"/>
          <p:nvPr/>
        </p:nvSpPr>
        <p:spPr>
          <a:xfrm>
            <a:off x="731520" y="2331720"/>
            <a:ext cx="2743200" cy="1188720"/>
          </a:xfrm>
          <a:prstGeom prst="rect">
            <a:avLst/>
          </a:prstGeom>
          <a:noFill/>
          <a:ln/>
        </p:spPr>
        <p:txBody>
          <a:bodyPr wrap="square" lIns="0" tIns="0" rIns="0" bIns="0" rtlCol="0" anchor="ctr"/>
          <a:lstStyle/>
          <a:p>
            <a:pPr indent="0" marL="0">
              <a:buNone/>
            </a:pPr>
            <a:r>
              <a:rPr lang="en-US" sz="2400" dirty="0">
                <a:solidFill>
                  <a:srgbClr val="F72585"/>
                </a:solidFill>
                <a:latin typeface="Arial Black" pitchFamily="34" charset="0"/>
                <a:ea typeface="Arial Black" pitchFamily="34" charset="-122"/>
                <a:cs typeface="Arial Black" pitchFamily="34" charset="-120"/>
              </a:rPr>
              <a:t>-1 SHIELD</a:t>
            </a:r>
            <a:endParaRPr lang="en-US" sz="2400" dirty="0"/>
          </a:p>
        </p:txBody>
      </p:sp>
      <p:pic>
        <p:nvPicPr>
          <p:cNvPr id="18" name="Image 8" descr="/tmp/claude-0/-home-user-ashton212123/6ae88841-e158-5430-ba3a-d930461fce9f/scratchpad/build/assets/shield.png">    </p:cNvPr>
          <p:cNvPicPr>
            <a:picLocks noChangeAspect="1"/>
          </p:cNvPicPr>
          <p:nvPr/>
        </p:nvPicPr>
        <p:blipFill>
          <a:blip r:embed="rId9"/>
          <a:stretch>
            <a:fillRect/>
          </a:stretch>
        </p:blipFill>
        <p:spPr>
          <a:xfrm>
            <a:off x="3566160" y="2560320"/>
            <a:ext cx="731520" cy="731520"/>
          </a:xfrm>
          <a:prstGeom prst="rect">
            <a:avLst/>
          </a:prstGeom>
        </p:spPr>
      </p:pic>
      <p:pic>
        <p:nvPicPr>
          <p:cNvPr id="19" name="Image 9" descr="/tmp/claude-0/-home-user-ashton212123/6ae88841-e158-5430-ba3a-d930461fce9f/scratchpad/build/assets/shield_empty.png">    </p:cNvPr>
          <p:cNvPicPr>
            <a:picLocks noChangeAspect="1"/>
          </p:cNvPicPr>
          <p:nvPr/>
        </p:nvPicPr>
        <p:blipFill>
          <a:blip r:embed="rId10"/>
          <a:stretch>
            <a:fillRect/>
          </a:stretch>
        </p:blipFill>
        <p:spPr>
          <a:xfrm>
            <a:off x="4434840" y="2560320"/>
            <a:ext cx="731520" cy="731520"/>
          </a:xfrm>
          <a:prstGeom prst="rect">
            <a:avLst/>
          </a:prstGeom>
        </p:spPr>
      </p:pic>
      <p:pic>
        <p:nvPicPr>
          <p:cNvPr id="20" name="Image 10" descr="/tmp/claude-0/-home-user-ashton212123/6ae88841-e158-5430-ba3a-d930461fce9f/scratchpad/build/assets/shield_empty.png">    </p:cNvPr>
          <p:cNvPicPr>
            <a:picLocks noChangeAspect="1"/>
          </p:cNvPicPr>
          <p:nvPr/>
        </p:nvPicPr>
        <p:blipFill>
          <a:blip r:embed="rId11"/>
          <a:stretch>
            <a:fillRect/>
          </a:stretch>
        </p:blipFill>
        <p:spPr>
          <a:xfrm>
            <a:off x="5303520" y="2560320"/>
            <a:ext cx="731520" cy="731520"/>
          </a:xfrm>
          <a:prstGeom prst="rect">
            <a:avLst/>
          </a:prstGeom>
        </p:spPr>
      </p:pic>
      <p:sp>
        <p:nvSpPr>
          <p:cNvPr id="21" name="Text 8"/>
          <p:cNvSpPr txBox="1"/>
          <p:nvPr/>
        </p:nvSpPr>
        <p:spPr>
          <a:xfrm>
            <a:off x="6263640" y="2331720"/>
            <a:ext cx="2103120" cy="1188720"/>
          </a:xfrm>
          <a:prstGeom prst="rect">
            <a:avLst/>
          </a:prstGeom>
          <a:noFill/>
          <a:ln/>
        </p:spPr>
        <p:txBody>
          <a:bodyPr wrap="square" lIns="0" tIns="0" rIns="0" bIns="0" rtlCol="0" anchor="ctr"/>
          <a:lstStyle/>
          <a:p>
            <a:pPr indent="0" marL="0">
              <a:buNone/>
            </a:pPr>
            <a:r>
              <a:rPr lang="en-US" sz="1800" b="1" dirty="0">
                <a:solidFill>
                  <a:srgbClr val="F72585"/>
                </a:solidFill>
                <a:latin typeface="Courier New" pitchFamily="34" charset="0"/>
                <a:ea typeface="Courier New" pitchFamily="34" charset="-122"/>
                <a:cs typeface="Courier New" pitchFamily="34" charset="-120"/>
              </a:rPr>
              <a:t>1 LEFT</a:t>
            </a:r>
            <a:endParaRPr lang="en-US" sz="1800" dirty="0"/>
          </a:p>
        </p:txBody>
      </p:sp>
      <p:sp>
        <p:nvSpPr>
          <p:cNvPr id="22" name="Shape 9"/>
          <p:cNvSpPr/>
          <p:nvPr/>
        </p:nvSpPr>
        <p:spPr>
          <a:xfrm>
            <a:off x="457200" y="3749040"/>
            <a:ext cx="8138160" cy="1417320"/>
          </a:xfrm>
          <a:prstGeom prst="roundRect">
            <a:avLst>
              <a:gd name="adj" fmla="val 7742"/>
            </a:avLst>
          </a:prstGeom>
          <a:solidFill>
            <a:srgbClr val="121A3F">
              <a:alpha val="94000"/>
            </a:srgbClr>
          </a:solidFill>
          <a:ln w="19050">
            <a:solidFill>
              <a:srgbClr val="FFC233"/>
            </a:solidFill>
            <a:prstDash val="solid"/>
          </a:ln>
        </p:spPr>
      </p:sp>
      <p:pic>
        <p:nvPicPr>
          <p:cNvPr id="23" name="Image 11" descr="/tmp/claude-0/-home-user-ashton212123/6ae88841-e158-5430-ba3a-d930461fce9f/scratchpad/build/assets/icons/FaLightbulb_FFC233.png">    </p:cNvPr>
          <p:cNvPicPr>
            <a:picLocks noChangeAspect="1"/>
          </p:cNvPicPr>
          <p:nvPr/>
        </p:nvPicPr>
        <p:blipFill>
          <a:blip r:embed="rId12"/>
          <a:stretch>
            <a:fillRect/>
          </a:stretch>
        </p:blipFill>
        <p:spPr>
          <a:xfrm>
            <a:off x="731520" y="3931920"/>
            <a:ext cx="384048" cy="384048"/>
          </a:xfrm>
          <a:prstGeom prst="rect">
            <a:avLst/>
          </a:prstGeom>
        </p:spPr>
      </p:pic>
      <p:sp>
        <p:nvSpPr>
          <p:cNvPr id="24" name="Text 10"/>
          <p:cNvSpPr txBox="1"/>
          <p:nvPr/>
        </p:nvSpPr>
        <p:spPr>
          <a:xfrm>
            <a:off x="1234440" y="3931920"/>
            <a:ext cx="3657600" cy="384048"/>
          </a:xfrm>
          <a:prstGeom prst="rect">
            <a:avLst/>
          </a:prstGeom>
          <a:noFill/>
          <a:ln/>
        </p:spPr>
        <p:txBody>
          <a:bodyPr wrap="square" lIns="0" tIns="0" rIns="0" bIns="0" rtlCol="0" anchor="ctr"/>
          <a:lstStyle/>
          <a:p>
            <a:pPr indent="0" marL="0">
              <a:buNone/>
            </a:pPr>
            <a:r>
              <a:rPr lang="en-US" sz="1200" b="1" dirty="0">
                <a:solidFill>
                  <a:srgbClr val="FFC233"/>
                </a:solidFill>
                <a:latin typeface="Courier New" pitchFamily="34" charset="0"/>
                <a:ea typeface="Courier New" pitchFamily="34" charset="-122"/>
                <a:cs typeface="Courier New" pitchFamily="34" charset="-120"/>
              </a:rPr>
              <a:t>BYTE'S HINT</a:t>
            </a:r>
            <a:endParaRPr lang="en-US" sz="1200" dirty="0"/>
          </a:p>
        </p:txBody>
      </p:sp>
      <p:sp>
        <p:nvSpPr>
          <p:cNvPr id="25" name="Text 11"/>
          <p:cNvSpPr txBox="1"/>
          <p:nvPr/>
        </p:nvSpPr>
        <p:spPr>
          <a:xfrm>
            <a:off x="731520" y="4389120"/>
            <a:ext cx="7635240" cy="68580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It grows in brown, curved pods, and kids love it as candy too!</a:t>
            </a:r>
            <a:endParaRPr lang="en-US" sz="1800" dirty="0"/>
          </a:p>
        </p:txBody>
      </p:sp>
      <p:pic>
        <p:nvPicPr>
          <p:cNvPr id="26" name="Image 12" descr="/tmp/claude-0/-home-user-ashton212123/6ae88841-e158-5430-ba3a-d930461fce9f/scratchpad/build/assets/null_glitch.png">    </p:cNvPr>
          <p:cNvPicPr>
            <a:picLocks noChangeAspect="1"/>
          </p:cNvPicPr>
          <p:nvPr/>
        </p:nvPicPr>
        <p:blipFill>
          <a:blip r:embed="rId13"/>
          <a:stretch>
            <a:fillRect/>
          </a:stretch>
        </p:blipFill>
        <p:spPr>
          <a:xfrm>
            <a:off x="8915400" y="1554480"/>
            <a:ext cx="2834640" cy="2240280"/>
          </a:xfrm>
          <a:prstGeom prst="rect">
            <a:avLst/>
          </a:prstGeom>
        </p:spPr>
      </p:pic>
      <p:sp>
        <p:nvSpPr>
          <p:cNvPr id="27" name="Link - TRY AGAIN">
            <a:hlinkClick r:id="rId17" action="ppaction://hlinksldjump" highlightClick="1"/>
          </p:cNvPr>
          <p:cNvSpPr txBox="1"/>
          <p:nvPr/>
        </p:nvSpPr>
        <p:spPr>
          <a:xfrm>
            <a:off x="457200" y="5440680"/>
            <a:ext cx="3108960" cy="731520"/>
          </a:xfrm>
          <a:prstGeom prst="roundRect">
            <a:avLst>
              <a:gd name="adj" fmla="val 12500"/>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TRY AGAIN</a:t>
            </a:r>
            <a:endParaRPr lang="en-US" sz="1600" dirty="0"/>
          </a:p>
        </p:txBody>
      </p:sp>
      <p:sp>
        <p:nvSpPr>
          <p:cNvPr id="28" name="Text 13"/>
          <p:cNvSpPr txBox="1"/>
          <p:nvPr/>
        </p:nvSpPr>
        <p:spPr>
          <a:xfrm>
            <a:off x="3794760" y="5440680"/>
            <a:ext cx="4846320" cy="731520"/>
          </a:xfrm>
          <a:prstGeom prst="rect">
            <a:avLst/>
          </a:prstGeom>
          <a:noFill/>
          <a:ln/>
        </p:spPr>
        <p:txBody>
          <a:bodyPr wrap="square" lIns="0" tIns="0" rIns="0" bIns="0" rtlCol="0" anchor="ctr"/>
          <a:lstStyle/>
          <a:p>
            <a:pPr indent="0" marL="0">
              <a:buNone/>
            </a:pPr>
            <a:r>
              <a:rPr lang="en-US" sz="1200" b="1" dirty="0">
                <a:solidFill>
                  <a:srgbClr val="F72585"/>
                </a:solidFill>
                <a:latin typeface="Courier New" pitchFamily="34" charset="0"/>
                <a:ea typeface="Courier New" pitchFamily="34" charset="-122"/>
                <a:cs typeface="Courier New" pitchFamily="34" charset="-120"/>
              </a:rPr>
              <a:t>Careful! This is your LAST shield.</a:t>
            </a:r>
            <a:endParaRPr lang="en-US" sz="1200" dirty="0"/>
          </a:p>
        </p:txBody>
      </p:sp>
    </p:spTree>
  </p:cSld>
  <p:clrMapOvr>
    <a:masterClrMapping/>
  </p:clrMapOvr>
  <p:transition spd="med" advClick="0">
    <p:fade/>
    <p:sndAc>
      <p:stSnd>
        <p:snd r:embed="rId18" name="snd_wrong.wav"/>
      </p:stSnd>
    </p:sndAc>
  </p:transition>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9BE564"/>
                </a:solidFill>
                <a:latin typeface="Courier New" pitchFamily="34" charset="0"/>
                <a:ea typeface="Courier New" pitchFamily="34" charset="-122"/>
                <a:cs typeface="Courier New" pitchFamily="34" charset="-120"/>
              </a:rPr>
              <a:t>&gt; ENTERING SECTOR 04</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7"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Shape 4"/>
          <p:cNvSpPr/>
          <p:nvPr/>
        </p:nvSpPr>
        <p:spPr>
          <a:xfrm>
            <a:off x="548640" y="1097280"/>
            <a:ext cx="1828800" cy="1828800"/>
          </a:xfrm>
          <a:prstGeom prst="ellipse">
            <a:avLst/>
          </a:prstGeom>
          <a:solidFill>
            <a:srgbClr val="1A2353"/>
          </a:solidFill>
          <a:ln w="38100">
            <a:solidFill>
              <a:srgbClr val="9BE564"/>
            </a:solidFill>
            <a:prstDash val="solid"/>
          </a:ln>
          <a:effectLst>
            <a:outerShdw sx="100000" sy="100000" kx="0" ky="0" algn="bl" rotWithShape="0" blurRad="152400" dist="50800" dir="5400000">
              <a:srgbClr val="9BE564">
                <a:alpha val="45000"/>
              </a:srgbClr>
            </a:outerShdw>
          </a:effectLst>
        </p:spPr>
      </p:sp>
      <p:pic>
        <p:nvPicPr>
          <p:cNvPr id="14" name="Image 7" descr="/tmp/claude-0/-home-user-ashton212123/6ae88841-e158-5430-ba3a-d930461fce9f/scratchpad/build/assets/icons/FaGlobeAsia_9BE564.png">    </p:cNvPr>
          <p:cNvPicPr>
            <a:picLocks noChangeAspect="1"/>
          </p:cNvPicPr>
          <p:nvPr/>
        </p:nvPicPr>
        <p:blipFill>
          <a:blip r:embed="rId8"/>
          <a:stretch>
            <a:fillRect/>
          </a:stretch>
        </p:blipFill>
        <p:spPr>
          <a:xfrm>
            <a:off x="950976" y="1499616"/>
            <a:ext cx="1024128" cy="1024128"/>
          </a:xfrm>
          <a:prstGeom prst="rect">
            <a:avLst/>
          </a:prstGeom>
        </p:spPr>
      </p:pic>
      <p:sp>
        <p:nvSpPr>
          <p:cNvPr id="15" name="Text 5"/>
          <p:cNvSpPr txBox="1"/>
          <p:nvPr/>
        </p:nvSpPr>
        <p:spPr>
          <a:xfrm>
            <a:off x="2743200" y="1115568"/>
            <a:ext cx="5486400" cy="365760"/>
          </a:xfrm>
          <a:prstGeom prst="rect">
            <a:avLst/>
          </a:prstGeom>
          <a:noFill/>
          <a:ln/>
        </p:spPr>
        <p:txBody>
          <a:bodyPr wrap="square" lIns="0" tIns="0" rIns="0" bIns="0" rtlCol="0" anchor="t"/>
          <a:lstStyle/>
          <a:p>
            <a:pPr indent="0" marL="0">
              <a:buNone/>
            </a:pPr>
            <a:r>
              <a:rPr lang="en-US" sz="1600" b="1" dirty="0">
                <a:solidFill>
                  <a:srgbClr val="9BE564"/>
                </a:solidFill>
                <a:latin typeface="Courier New" pitchFamily="34" charset="0"/>
                <a:ea typeface="Courier New" pitchFamily="34" charset="-122"/>
                <a:cs typeface="Courier New" pitchFamily="34" charset="-120"/>
              </a:rPr>
              <a:t>SECTOR 04</a:t>
            </a:r>
            <a:endParaRPr lang="en-US" sz="1600" dirty="0"/>
          </a:p>
        </p:txBody>
      </p:sp>
      <p:sp>
        <p:nvSpPr>
          <p:cNvPr id="16" name="Text 6"/>
          <p:cNvSpPr txBox="1"/>
          <p:nvPr/>
        </p:nvSpPr>
        <p:spPr>
          <a:xfrm>
            <a:off x="2743200" y="1463040"/>
            <a:ext cx="8988552" cy="777240"/>
          </a:xfrm>
          <a:prstGeom prst="rect">
            <a:avLst/>
          </a:prstGeom>
          <a:noFill/>
          <a:ln/>
        </p:spPr>
        <p:txBody>
          <a:bodyPr wrap="square" lIns="0" tIns="0" rIns="0" bIns="0" rtlCol="0" anchor="t"/>
          <a:lstStyle/>
          <a:p>
            <a:pPr indent="0" marL="0">
              <a:buNone/>
            </a:pPr>
            <a:r>
              <a:rPr lang="en-US" sz="3600" dirty="0">
                <a:solidFill>
                  <a:srgbClr val="EAF2FF"/>
                </a:solidFill>
                <a:latin typeface="Arial Black" pitchFamily="34" charset="0"/>
                <a:ea typeface="Arial Black" pitchFamily="34" charset="-122"/>
                <a:cs typeface="Arial Black" pitchFamily="34" charset="-120"/>
              </a:rPr>
              <a:t>THE WORLD MAP</a:t>
            </a:r>
            <a:endParaRPr lang="en-US" sz="3600" dirty="0"/>
          </a:p>
        </p:txBody>
      </p:sp>
      <p:sp>
        <p:nvSpPr>
          <p:cNvPr id="17" name="Text 7"/>
          <p:cNvSpPr txBox="1"/>
          <p:nvPr/>
        </p:nvSpPr>
        <p:spPr>
          <a:xfrm>
            <a:off x="2743200" y="2267712"/>
            <a:ext cx="8988552" cy="365760"/>
          </a:xfrm>
          <a:prstGeom prst="rect">
            <a:avLst/>
          </a:prstGeom>
          <a:noFill/>
          <a:ln/>
        </p:spPr>
        <p:txBody>
          <a:bodyPr wrap="square" lIns="0" tIns="0" rIns="0" bIns="0" rtlCol="0" anchor="t"/>
          <a:lstStyle/>
          <a:p>
            <a:pPr indent="0" marL="0">
              <a:buNone/>
            </a:pPr>
            <a:r>
              <a:rPr lang="en-US" sz="1600" dirty="0">
                <a:solidFill>
                  <a:srgbClr val="9AA6D9"/>
                </a:solidFill>
                <a:latin typeface="Calibri" pitchFamily="34" charset="0"/>
                <a:ea typeface="Calibri" pitchFamily="34" charset="-122"/>
                <a:cs typeface="Calibri" pitchFamily="34" charset="-120"/>
              </a:rPr>
              <a:t>Topic: Geography of the Philippines and the World</a:t>
            </a:r>
            <a:endParaRPr lang="en-US" sz="1600" dirty="0"/>
          </a:p>
        </p:txBody>
      </p:sp>
      <p:pic>
        <p:nvPicPr>
          <p:cNvPr id="18" name="Image 8" descr="/tmp/claude-0/-home-user-ashton212123/6ae88841-e158-5430-ba3a-d930461fce9f/scratchpad/build/assets/byte.png">    </p:cNvPr>
          <p:cNvPicPr>
            <a:picLocks noChangeAspect="1"/>
          </p:cNvPicPr>
          <p:nvPr/>
        </p:nvPicPr>
        <p:blipFill>
          <a:blip r:embed="rId9"/>
          <a:stretch>
            <a:fillRect/>
          </a:stretch>
        </p:blipFill>
        <p:spPr>
          <a:xfrm>
            <a:off x="868680" y="3017520"/>
            <a:ext cx="1143000" cy="1783080"/>
          </a:xfrm>
          <a:prstGeom prst="rect">
            <a:avLst/>
          </a:prstGeom>
        </p:spPr>
      </p:pic>
      <p:sp>
        <p:nvSpPr>
          <p:cNvPr id="19" name="Shape 8"/>
          <p:cNvSpPr/>
          <p:nvPr/>
        </p:nvSpPr>
        <p:spPr>
          <a:xfrm>
            <a:off x="2743200" y="3017520"/>
            <a:ext cx="8988552" cy="1600200"/>
          </a:xfrm>
          <a:prstGeom prst="roundRect">
            <a:avLst>
              <a:gd name="adj" fmla="val 6857"/>
            </a:avLst>
          </a:prstGeom>
          <a:solidFill>
            <a:srgbClr val="121A3F">
              <a:alpha val="94000"/>
            </a:srgbClr>
          </a:solidFill>
          <a:ln w="22225">
            <a:solidFill>
              <a:srgbClr val="2DE2E6"/>
            </a:solidFill>
            <a:prstDash val="solid"/>
          </a:ln>
          <a:effectLst>
            <a:outerShdw sx="100000" sy="100000" kx="0" ky="0" algn="bl" rotWithShape="0" blurRad="203200" dist="50800" dir="5400000">
              <a:srgbClr val="2DE2E6">
                <a:alpha val="45000"/>
              </a:srgbClr>
            </a:outerShdw>
          </a:effectLst>
        </p:spPr>
      </p:sp>
      <p:sp>
        <p:nvSpPr>
          <p:cNvPr id="20" name="Text 9"/>
          <p:cNvSpPr txBox="1"/>
          <p:nvPr/>
        </p:nvSpPr>
        <p:spPr>
          <a:xfrm>
            <a:off x="3017520" y="2816352"/>
            <a:ext cx="1188720" cy="384048"/>
          </a:xfrm>
          <a:prstGeom prst="roundRect">
            <a:avLst>
              <a:gd name="adj" fmla="val 14286"/>
            </a:avLst>
          </a:prstGeom>
          <a:solidFill>
            <a:srgbClr val="2DE2E6"/>
          </a:solidFill>
          <a:ln/>
        </p:spPr>
        <p:txBody>
          <a:bodyPr wrap="square" lIns="0" tIns="0" rIns="0" bIns="0" rtlCol="0" anchor="ctr"/>
          <a:lstStyle/>
          <a:p>
            <a:pPr algn="ctr" indent="0" marL="0">
              <a:buNone/>
            </a:pPr>
            <a:r>
              <a:rPr lang="en-US" sz="1300" b="1" dirty="0">
                <a:solidFill>
                  <a:srgbClr val="0A0F24"/>
                </a:solidFill>
                <a:latin typeface="Courier New" pitchFamily="34" charset="0"/>
                <a:ea typeface="Courier New" pitchFamily="34" charset="-122"/>
                <a:cs typeface="Courier New" pitchFamily="34" charset="-120"/>
              </a:rPr>
              <a:t>BYTE</a:t>
            </a:r>
            <a:endParaRPr lang="en-US" sz="1300" dirty="0"/>
          </a:p>
        </p:txBody>
      </p:sp>
      <p:sp>
        <p:nvSpPr>
          <p:cNvPr id="21" name="Text 10"/>
          <p:cNvSpPr txBox="1"/>
          <p:nvPr/>
        </p:nvSpPr>
        <p:spPr>
          <a:xfrm>
            <a:off x="3063240" y="3364992"/>
            <a:ext cx="8348472" cy="1097280"/>
          </a:xfrm>
          <a:prstGeom prst="rect">
            <a:avLst/>
          </a:prstGeom>
          <a:noFill/>
          <a:ln/>
        </p:spPr>
        <p:txBody>
          <a:bodyPr wrap="square" lIns="0" tIns="0" rIns="0" bIns="0" rtlCol="0" anchor="t"/>
          <a:lstStyle/>
          <a:p>
            <a:pPr indent="0" marL="0">
              <a:spcAft>
                <a:spcPts val="400"/>
              </a:spcAft>
              <a:buNone/>
            </a:pPr>
            <a:r>
              <a:rPr lang="en-US" sz="1600" dirty="0">
                <a:solidFill>
                  <a:srgbClr val="EAF2FF"/>
                </a:solidFill>
                <a:latin typeface="Calibri" pitchFamily="34" charset="0"/>
                <a:ea typeface="Calibri" pitchFamily="34" charset="-122"/>
                <a:cs typeface="Calibri" pitchFamily="34" charset="-120"/>
              </a:rPr>
              <a:t>NULL tore the computer's world map into pieces! Only a true explorer can find the way. Choose your doors wisely to earn the final Code Fragment!</a:t>
            </a:r>
            <a:endParaRPr lang="en-US" sz="1600" dirty="0"/>
          </a:p>
        </p:txBody>
      </p:sp>
      <p:sp>
        <p:nvSpPr>
          <p:cNvPr id="22" name="Text 11"/>
          <p:cNvSpPr txBox="1"/>
          <p:nvPr/>
        </p:nvSpPr>
        <p:spPr>
          <a:xfrm>
            <a:off x="548640" y="4892040"/>
            <a:ext cx="2743200" cy="274320"/>
          </a:xfrm>
          <a:prstGeom prst="rect">
            <a:avLst/>
          </a:prstGeom>
          <a:noFill/>
          <a:ln/>
        </p:spPr>
        <p:txBody>
          <a:bodyPr wrap="square" lIns="0" tIns="0" rIns="0" bIns="0" rtlCol="0" anchor="t"/>
          <a:lstStyle/>
          <a:p>
            <a:pPr indent="0" marL="0">
              <a:buNone/>
            </a:pPr>
            <a:r>
              <a:rPr lang="en-US" sz="1000" b="1" dirty="0">
                <a:solidFill>
                  <a:srgbClr val="9AA6D9"/>
                </a:solidFill>
                <a:latin typeface="Courier New" pitchFamily="34" charset="0"/>
                <a:ea typeface="Courier New" pitchFamily="34" charset="-122"/>
                <a:cs typeface="Courier New" pitchFamily="34" charset="-120"/>
              </a:rPr>
              <a:t>MISSION MAP</a:t>
            </a:r>
            <a:endParaRPr lang="en-US" sz="1000" dirty="0"/>
          </a:p>
        </p:txBody>
      </p:sp>
      <p:sp>
        <p:nvSpPr>
          <p:cNvPr id="23" name="Shape 12"/>
          <p:cNvSpPr/>
          <p:nvPr/>
        </p:nvSpPr>
        <p:spPr>
          <a:xfrm>
            <a:off x="969264" y="5513832"/>
            <a:ext cx="6400800" cy="0"/>
          </a:xfrm>
          <a:prstGeom prst="line">
            <a:avLst/>
          </a:prstGeom>
          <a:noFill/>
          <a:ln w="38100">
            <a:solidFill>
              <a:srgbClr val="3A4370"/>
            </a:solidFill>
            <a:prstDash val="dash"/>
          </a:ln>
        </p:spPr>
      </p:sp>
      <p:sp>
        <p:nvSpPr>
          <p:cNvPr id="24" name="Shape 13"/>
          <p:cNvSpPr/>
          <p:nvPr/>
        </p:nvSpPr>
        <p:spPr>
          <a:xfrm>
            <a:off x="685800" y="5230368"/>
            <a:ext cx="566928" cy="566928"/>
          </a:xfrm>
          <a:prstGeom prst="ellipse">
            <a:avLst/>
          </a:prstGeom>
          <a:solidFill>
            <a:srgbClr val="4BF0A0"/>
          </a:solidFill>
          <a:ln w="25400">
            <a:solidFill>
              <a:srgbClr val="4BF0A0"/>
            </a:solidFill>
            <a:prstDash val="solid"/>
          </a:ln>
        </p:spPr>
      </p:sp>
      <p:pic>
        <p:nvPicPr>
          <p:cNvPr id="25" name="Image 9" descr="/tmp/claude-0/-home-user-ashton212123/6ae88841-e158-5430-ba3a-d930461fce9f/scratchpad/build/assets/icons/FaCheck_0A0F24.png">    </p:cNvPr>
          <p:cNvPicPr>
            <a:picLocks noChangeAspect="1"/>
          </p:cNvPicPr>
          <p:nvPr/>
        </p:nvPicPr>
        <p:blipFill>
          <a:blip r:embed="rId10"/>
          <a:stretch>
            <a:fillRect/>
          </a:stretch>
        </p:blipFill>
        <p:spPr>
          <a:xfrm>
            <a:off x="821863" y="5366431"/>
            <a:ext cx="294803" cy="294803"/>
          </a:xfrm>
          <a:prstGeom prst="rect">
            <a:avLst/>
          </a:prstGeom>
        </p:spPr>
      </p:pic>
      <p:sp>
        <p:nvSpPr>
          <p:cNvPr id="26" name="Text 14"/>
          <p:cNvSpPr txBox="1"/>
          <p:nvPr/>
        </p:nvSpPr>
        <p:spPr>
          <a:xfrm>
            <a:off x="237744" y="5852160"/>
            <a:ext cx="1463040" cy="256032"/>
          </a:xfrm>
          <a:prstGeom prst="rect">
            <a:avLst/>
          </a:prstGeom>
          <a:noFill/>
          <a:ln/>
        </p:spPr>
        <p:txBody>
          <a:bodyPr wrap="square" lIns="0" tIns="0" rIns="0" bIns="0" rtlCol="0" anchor="t"/>
          <a:lstStyle/>
          <a:p>
            <a:pPr algn="ctr" indent="0" marL="0">
              <a:buNone/>
            </a:pPr>
            <a:r>
              <a:rPr lang="en-US" sz="900" b="1" dirty="0">
                <a:solidFill>
                  <a:srgbClr val="4BF0A0"/>
                </a:solidFill>
                <a:latin typeface="Courier New" pitchFamily="34" charset="0"/>
                <a:ea typeface="Courier New" pitchFamily="34" charset="-122"/>
                <a:cs typeface="Courier New" pitchFamily="34" charset="-120"/>
              </a:rPr>
              <a:t>SCIENCE</a:t>
            </a:r>
            <a:endParaRPr lang="en-US" sz="900" dirty="0"/>
          </a:p>
        </p:txBody>
      </p:sp>
      <p:sp>
        <p:nvSpPr>
          <p:cNvPr id="27" name="Shape 15"/>
          <p:cNvSpPr/>
          <p:nvPr/>
        </p:nvSpPr>
        <p:spPr>
          <a:xfrm>
            <a:off x="2286000" y="5230368"/>
            <a:ext cx="566928" cy="566928"/>
          </a:xfrm>
          <a:prstGeom prst="ellipse">
            <a:avLst/>
          </a:prstGeom>
          <a:solidFill>
            <a:srgbClr val="4BF0A0"/>
          </a:solidFill>
          <a:ln w="25400">
            <a:solidFill>
              <a:srgbClr val="4BF0A0"/>
            </a:solidFill>
            <a:prstDash val="solid"/>
          </a:ln>
        </p:spPr>
      </p:sp>
      <p:pic>
        <p:nvPicPr>
          <p:cNvPr id="28" name="Image 10" descr="/tmp/claude-0/-home-user-ashton212123/6ae88841-e158-5430-ba3a-d930461fce9f/scratchpad/build/assets/icons/FaCheck_0A0F24.png">    </p:cNvPr>
          <p:cNvPicPr>
            <a:picLocks noChangeAspect="1"/>
          </p:cNvPicPr>
          <p:nvPr/>
        </p:nvPicPr>
        <p:blipFill>
          <a:blip r:embed="rId11"/>
          <a:stretch>
            <a:fillRect/>
          </a:stretch>
        </p:blipFill>
        <p:spPr>
          <a:xfrm>
            <a:off x="2422063" y="5366431"/>
            <a:ext cx="294803" cy="294803"/>
          </a:xfrm>
          <a:prstGeom prst="rect">
            <a:avLst/>
          </a:prstGeom>
        </p:spPr>
      </p:pic>
      <p:sp>
        <p:nvSpPr>
          <p:cNvPr id="29" name="Text 16"/>
          <p:cNvSpPr txBox="1"/>
          <p:nvPr/>
        </p:nvSpPr>
        <p:spPr>
          <a:xfrm>
            <a:off x="1837944" y="5852160"/>
            <a:ext cx="1463040" cy="256032"/>
          </a:xfrm>
          <a:prstGeom prst="rect">
            <a:avLst/>
          </a:prstGeom>
          <a:noFill/>
          <a:ln/>
        </p:spPr>
        <p:txBody>
          <a:bodyPr wrap="square" lIns="0" tIns="0" rIns="0" bIns="0" rtlCol="0" anchor="t"/>
          <a:lstStyle/>
          <a:p>
            <a:pPr algn="ctr" indent="0" marL="0">
              <a:buNone/>
            </a:pPr>
            <a:r>
              <a:rPr lang="en-US" sz="900" b="1" dirty="0">
                <a:solidFill>
                  <a:srgbClr val="4BF0A0"/>
                </a:solidFill>
                <a:latin typeface="Courier New" pitchFamily="34" charset="0"/>
                <a:ea typeface="Courier New" pitchFamily="34" charset="-122"/>
                <a:cs typeface="Courier New" pitchFamily="34" charset="-120"/>
              </a:rPr>
              <a:t>HISTORY</a:t>
            </a:r>
            <a:endParaRPr lang="en-US" sz="900" dirty="0"/>
          </a:p>
        </p:txBody>
      </p:sp>
      <p:sp>
        <p:nvSpPr>
          <p:cNvPr id="30" name="Shape 17"/>
          <p:cNvSpPr/>
          <p:nvPr/>
        </p:nvSpPr>
        <p:spPr>
          <a:xfrm>
            <a:off x="3886200" y="5230368"/>
            <a:ext cx="566928" cy="566928"/>
          </a:xfrm>
          <a:prstGeom prst="ellipse">
            <a:avLst/>
          </a:prstGeom>
          <a:solidFill>
            <a:srgbClr val="4BF0A0"/>
          </a:solidFill>
          <a:ln w="25400">
            <a:solidFill>
              <a:srgbClr val="4BF0A0"/>
            </a:solidFill>
            <a:prstDash val="solid"/>
          </a:ln>
        </p:spPr>
      </p:sp>
      <p:pic>
        <p:nvPicPr>
          <p:cNvPr id="31" name="Image 11" descr="/tmp/claude-0/-home-user-ashton212123/6ae88841-e158-5430-ba3a-d930461fce9f/scratchpad/build/assets/icons/FaCheck_0A0F24.png">    </p:cNvPr>
          <p:cNvPicPr>
            <a:picLocks noChangeAspect="1"/>
          </p:cNvPicPr>
          <p:nvPr/>
        </p:nvPicPr>
        <p:blipFill>
          <a:blip r:embed="rId12"/>
          <a:stretch>
            <a:fillRect/>
          </a:stretch>
        </p:blipFill>
        <p:spPr>
          <a:xfrm>
            <a:off x="4022263" y="5366431"/>
            <a:ext cx="294803" cy="294803"/>
          </a:xfrm>
          <a:prstGeom prst="rect">
            <a:avLst/>
          </a:prstGeom>
        </p:spPr>
      </p:pic>
      <p:sp>
        <p:nvSpPr>
          <p:cNvPr id="32" name="Text 18"/>
          <p:cNvSpPr txBox="1"/>
          <p:nvPr/>
        </p:nvSpPr>
        <p:spPr>
          <a:xfrm>
            <a:off x="3438144" y="5852160"/>
            <a:ext cx="1463040" cy="256032"/>
          </a:xfrm>
          <a:prstGeom prst="rect">
            <a:avLst/>
          </a:prstGeom>
          <a:noFill/>
          <a:ln/>
        </p:spPr>
        <p:txBody>
          <a:bodyPr wrap="square" lIns="0" tIns="0" rIns="0" bIns="0" rtlCol="0" anchor="t"/>
          <a:lstStyle/>
          <a:p>
            <a:pPr algn="ctr" indent="0" marL="0">
              <a:buNone/>
            </a:pPr>
            <a:r>
              <a:rPr lang="en-US" sz="900" b="1" dirty="0">
                <a:solidFill>
                  <a:srgbClr val="4BF0A0"/>
                </a:solidFill>
                <a:latin typeface="Courier New" pitchFamily="34" charset="0"/>
                <a:ea typeface="Courier New" pitchFamily="34" charset="-122"/>
                <a:cs typeface="Courier New" pitchFamily="34" charset="-120"/>
              </a:rPr>
              <a:t>FUN ZONE</a:t>
            </a:r>
            <a:endParaRPr lang="en-US" sz="900" dirty="0"/>
          </a:p>
        </p:txBody>
      </p:sp>
      <p:sp>
        <p:nvSpPr>
          <p:cNvPr id="33" name="Shape 19"/>
          <p:cNvSpPr/>
          <p:nvPr/>
        </p:nvSpPr>
        <p:spPr>
          <a:xfrm>
            <a:off x="5486400" y="5230368"/>
            <a:ext cx="566928" cy="566928"/>
          </a:xfrm>
          <a:prstGeom prst="ellipse">
            <a:avLst/>
          </a:prstGeom>
          <a:solidFill>
            <a:srgbClr val="1A2353"/>
          </a:solidFill>
          <a:ln w="31750">
            <a:solidFill>
              <a:srgbClr val="9BE564"/>
            </a:solidFill>
            <a:prstDash val="solid"/>
          </a:ln>
          <a:effectLst>
            <a:outerShdw sx="100000" sy="100000" kx="0" ky="0" algn="bl" rotWithShape="0" blurRad="152400" dist="50800" dir="5400000">
              <a:srgbClr val="9BE564">
                <a:alpha val="45000"/>
              </a:srgbClr>
            </a:outerShdw>
          </a:effectLst>
        </p:spPr>
      </p:sp>
      <p:pic>
        <p:nvPicPr>
          <p:cNvPr id="34" name="Image 12" descr="/tmp/claude-0/-home-user-ashton212123/6ae88841-e158-5430-ba3a-d930461fce9f/scratchpad/build/assets/icons/FaGlobeAsia_9BE564.png">    </p:cNvPr>
          <p:cNvPicPr>
            <a:picLocks noChangeAspect="1"/>
          </p:cNvPicPr>
          <p:nvPr/>
        </p:nvPicPr>
        <p:blipFill>
          <a:blip r:embed="rId13"/>
          <a:stretch>
            <a:fillRect/>
          </a:stretch>
        </p:blipFill>
        <p:spPr>
          <a:xfrm>
            <a:off x="5599786" y="5343754"/>
            <a:ext cx="340157" cy="340157"/>
          </a:xfrm>
          <a:prstGeom prst="rect">
            <a:avLst/>
          </a:prstGeom>
        </p:spPr>
      </p:pic>
      <p:sp>
        <p:nvSpPr>
          <p:cNvPr id="35" name="Text 20"/>
          <p:cNvSpPr txBox="1"/>
          <p:nvPr/>
        </p:nvSpPr>
        <p:spPr>
          <a:xfrm>
            <a:off x="5038344" y="5852160"/>
            <a:ext cx="1463040" cy="256032"/>
          </a:xfrm>
          <a:prstGeom prst="rect">
            <a:avLst/>
          </a:prstGeom>
          <a:noFill/>
          <a:ln/>
        </p:spPr>
        <p:txBody>
          <a:bodyPr wrap="square" lIns="0" tIns="0" rIns="0" bIns="0" rtlCol="0" anchor="t"/>
          <a:lstStyle/>
          <a:p>
            <a:pPr algn="ctr" indent="0" marL="0">
              <a:buNone/>
            </a:pPr>
            <a:r>
              <a:rPr lang="en-US" sz="900" b="1" dirty="0">
                <a:solidFill>
                  <a:srgbClr val="9BE564"/>
                </a:solidFill>
                <a:latin typeface="Courier New" pitchFamily="34" charset="0"/>
                <a:ea typeface="Courier New" pitchFamily="34" charset="-122"/>
                <a:cs typeface="Courier New" pitchFamily="34" charset="-120"/>
              </a:rPr>
              <a:t>WORLD</a:t>
            </a:r>
            <a:endParaRPr lang="en-US" sz="900" dirty="0"/>
          </a:p>
        </p:txBody>
      </p:sp>
      <p:sp>
        <p:nvSpPr>
          <p:cNvPr id="36" name="Shape 21"/>
          <p:cNvSpPr/>
          <p:nvPr/>
        </p:nvSpPr>
        <p:spPr>
          <a:xfrm>
            <a:off x="7086600" y="5230368"/>
            <a:ext cx="566928" cy="566928"/>
          </a:xfrm>
          <a:prstGeom prst="ellipse">
            <a:avLst/>
          </a:prstGeom>
          <a:solidFill>
            <a:srgbClr val="1A2353"/>
          </a:solidFill>
          <a:ln w="25400">
            <a:solidFill>
              <a:srgbClr val="3A4370"/>
            </a:solidFill>
            <a:prstDash val="solid"/>
          </a:ln>
        </p:spPr>
      </p:sp>
      <p:pic>
        <p:nvPicPr>
          <p:cNvPr id="37" name="Image 13" descr="/tmp/claude-0/-home-user-ashton212123/6ae88841-e158-5430-ba3a-d930461fce9f/scratchpad/build/assets/icons/FaLock_5A6494.png">    </p:cNvPr>
          <p:cNvPicPr>
            <a:picLocks noChangeAspect="1"/>
          </p:cNvPicPr>
          <p:nvPr/>
        </p:nvPicPr>
        <p:blipFill>
          <a:blip r:embed="rId14"/>
          <a:stretch>
            <a:fillRect/>
          </a:stretch>
        </p:blipFill>
        <p:spPr>
          <a:xfrm>
            <a:off x="7234001" y="5377769"/>
            <a:ext cx="272125" cy="272125"/>
          </a:xfrm>
          <a:prstGeom prst="rect">
            <a:avLst/>
          </a:prstGeom>
        </p:spPr>
      </p:pic>
      <p:sp>
        <p:nvSpPr>
          <p:cNvPr id="38" name="Text 22"/>
          <p:cNvSpPr txBox="1"/>
          <p:nvPr/>
        </p:nvSpPr>
        <p:spPr>
          <a:xfrm>
            <a:off x="6638544" y="5852160"/>
            <a:ext cx="1463040" cy="256032"/>
          </a:xfrm>
          <a:prstGeom prst="rect">
            <a:avLst/>
          </a:prstGeom>
          <a:noFill/>
          <a:ln/>
        </p:spPr>
        <p:txBody>
          <a:bodyPr wrap="square" lIns="0" tIns="0" rIns="0" bIns="0" rtlCol="0" anchor="t"/>
          <a:lstStyle/>
          <a:p>
            <a:pPr algn="ctr" indent="0" marL="0">
              <a:buNone/>
            </a:pPr>
            <a:r>
              <a:rPr lang="en-US" sz="900" b="1" dirty="0">
                <a:solidFill>
                  <a:srgbClr val="5A6494"/>
                </a:solidFill>
                <a:latin typeface="Courier New" pitchFamily="34" charset="0"/>
                <a:ea typeface="Courier New" pitchFamily="34" charset="-122"/>
                <a:cs typeface="Courier New" pitchFamily="34" charset="-120"/>
              </a:rPr>
              <a:t>CORE</a:t>
            </a:r>
            <a:endParaRPr lang="en-US" sz="900" dirty="0"/>
          </a:p>
        </p:txBody>
      </p:sp>
      <p:sp>
        <p:nvSpPr>
          <p:cNvPr id="39" name="Link - ENTER SECTOR">
            <a:hlinkClick r:id="rId18" action="ppaction://hlinksldjump" highlightClick="1"/>
          </p:cNvPr>
          <p:cNvSpPr txBox="1"/>
          <p:nvPr/>
        </p:nvSpPr>
        <p:spPr>
          <a:xfrm>
            <a:off x="9144000" y="5257800"/>
            <a:ext cx="2587752" cy="731520"/>
          </a:xfrm>
          <a:prstGeom prst="roundRect">
            <a:avLst>
              <a:gd name="adj" fmla="val 12500"/>
            </a:avLst>
          </a:prstGeom>
          <a:solidFill>
            <a:srgbClr val="9BE564"/>
          </a:solidFill>
          <a:ln w="25400">
            <a:solidFill>
              <a:srgbClr val="9BE564"/>
            </a:solidFill>
          </a:ln>
          <a:effectLst>
            <a:outerShdw sx="100000" sy="100000" kx="0" ky="0" algn="bl" rotWithShape="0" blurRad="177800" dist="50800" dir="5400000">
              <a:srgbClr val="9BE564">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ENTER SECTOR</a:t>
            </a:r>
            <a:endParaRPr lang="en-US" sz="1600" dirty="0"/>
          </a:p>
        </p:txBody>
      </p:sp>
    </p:spTree>
  </p:cSld>
  <p:clrMapOvr>
    <a:masterClrMapping/>
  </p:clrMapOvr>
  <p:transition spd="med" advClick="0">
    <p:fade/>
  </p:transition>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9BE564"/>
                </a:solidFill>
                <a:latin typeface="Courier New" pitchFamily="34" charset="0"/>
                <a:ea typeface="Courier New" pitchFamily="34" charset="-122"/>
                <a:cs typeface="Courier New" pitchFamily="34" charset="-120"/>
              </a:rPr>
              <a:t>&gt; ENTERING SECTOR 04</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7"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Shape 4"/>
          <p:cNvSpPr/>
          <p:nvPr/>
        </p:nvSpPr>
        <p:spPr>
          <a:xfrm>
            <a:off x="548640" y="1097280"/>
            <a:ext cx="1828800" cy="1828800"/>
          </a:xfrm>
          <a:prstGeom prst="ellipse">
            <a:avLst/>
          </a:prstGeom>
          <a:solidFill>
            <a:srgbClr val="1A2353"/>
          </a:solidFill>
          <a:ln w="38100">
            <a:solidFill>
              <a:srgbClr val="9BE564"/>
            </a:solidFill>
            <a:prstDash val="solid"/>
          </a:ln>
          <a:effectLst>
            <a:outerShdw sx="100000" sy="100000" kx="0" ky="0" algn="bl" rotWithShape="0" blurRad="152400" dist="50800" dir="5400000">
              <a:srgbClr val="9BE564">
                <a:alpha val="45000"/>
              </a:srgbClr>
            </a:outerShdw>
          </a:effectLst>
        </p:spPr>
      </p:sp>
      <p:pic>
        <p:nvPicPr>
          <p:cNvPr id="14" name="Image 7" descr="/tmp/claude-0/-home-user-ashton212123/6ae88841-e158-5430-ba3a-d930461fce9f/scratchpad/build/assets/icons/FaGlobeAsia_9BE564.png">    </p:cNvPr>
          <p:cNvPicPr>
            <a:picLocks noChangeAspect="1"/>
          </p:cNvPicPr>
          <p:nvPr/>
        </p:nvPicPr>
        <p:blipFill>
          <a:blip r:embed="rId8"/>
          <a:stretch>
            <a:fillRect/>
          </a:stretch>
        </p:blipFill>
        <p:spPr>
          <a:xfrm>
            <a:off x="950976" y="1499616"/>
            <a:ext cx="1024128" cy="1024128"/>
          </a:xfrm>
          <a:prstGeom prst="rect">
            <a:avLst/>
          </a:prstGeom>
        </p:spPr>
      </p:pic>
      <p:sp>
        <p:nvSpPr>
          <p:cNvPr id="15" name="Text 5"/>
          <p:cNvSpPr txBox="1"/>
          <p:nvPr/>
        </p:nvSpPr>
        <p:spPr>
          <a:xfrm>
            <a:off x="2743200" y="1115568"/>
            <a:ext cx="5486400" cy="365760"/>
          </a:xfrm>
          <a:prstGeom prst="rect">
            <a:avLst/>
          </a:prstGeom>
          <a:noFill/>
          <a:ln/>
        </p:spPr>
        <p:txBody>
          <a:bodyPr wrap="square" lIns="0" tIns="0" rIns="0" bIns="0" rtlCol="0" anchor="t"/>
          <a:lstStyle/>
          <a:p>
            <a:pPr indent="0" marL="0">
              <a:buNone/>
            </a:pPr>
            <a:r>
              <a:rPr lang="en-US" sz="1600" b="1" dirty="0">
                <a:solidFill>
                  <a:srgbClr val="9BE564"/>
                </a:solidFill>
                <a:latin typeface="Courier New" pitchFamily="34" charset="0"/>
                <a:ea typeface="Courier New" pitchFamily="34" charset="-122"/>
                <a:cs typeface="Courier New" pitchFamily="34" charset="-120"/>
              </a:rPr>
              <a:t>SECTOR 04</a:t>
            </a:r>
            <a:endParaRPr lang="en-US" sz="1600" dirty="0"/>
          </a:p>
        </p:txBody>
      </p:sp>
      <p:sp>
        <p:nvSpPr>
          <p:cNvPr id="16" name="Text 6"/>
          <p:cNvSpPr txBox="1"/>
          <p:nvPr/>
        </p:nvSpPr>
        <p:spPr>
          <a:xfrm>
            <a:off x="2743200" y="1463040"/>
            <a:ext cx="8988552" cy="777240"/>
          </a:xfrm>
          <a:prstGeom prst="rect">
            <a:avLst/>
          </a:prstGeom>
          <a:noFill/>
          <a:ln/>
        </p:spPr>
        <p:txBody>
          <a:bodyPr wrap="square" lIns="0" tIns="0" rIns="0" bIns="0" rtlCol="0" anchor="t"/>
          <a:lstStyle/>
          <a:p>
            <a:pPr indent="0" marL="0">
              <a:buNone/>
            </a:pPr>
            <a:r>
              <a:rPr lang="en-US" sz="3600" dirty="0">
                <a:solidFill>
                  <a:srgbClr val="EAF2FF"/>
                </a:solidFill>
                <a:latin typeface="Arial Black" pitchFamily="34" charset="0"/>
                <a:ea typeface="Arial Black" pitchFamily="34" charset="-122"/>
                <a:cs typeface="Arial Black" pitchFamily="34" charset="-120"/>
              </a:rPr>
              <a:t>THE WORLD MAP</a:t>
            </a:r>
            <a:endParaRPr lang="en-US" sz="3600" dirty="0"/>
          </a:p>
        </p:txBody>
      </p:sp>
      <p:sp>
        <p:nvSpPr>
          <p:cNvPr id="17" name="Text 7"/>
          <p:cNvSpPr txBox="1"/>
          <p:nvPr/>
        </p:nvSpPr>
        <p:spPr>
          <a:xfrm>
            <a:off x="2743200" y="2267712"/>
            <a:ext cx="8988552" cy="365760"/>
          </a:xfrm>
          <a:prstGeom prst="rect">
            <a:avLst/>
          </a:prstGeom>
          <a:noFill/>
          <a:ln/>
        </p:spPr>
        <p:txBody>
          <a:bodyPr wrap="square" lIns="0" tIns="0" rIns="0" bIns="0" rtlCol="0" anchor="t"/>
          <a:lstStyle/>
          <a:p>
            <a:pPr indent="0" marL="0">
              <a:buNone/>
            </a:pPr>
            <a:r>
              <a:rPr lang="en-US" sz="1600" dirty="0">
                <a:solidFill>
                  <a:srgbClr val="9AA6D9"/>
                </a:solidFill>
                <a:latin typeface="Calibri" pitchFamily="34" charset="0"/>
                <a:ea typeface="Calibri" pitchFamily="34" charset="-122"/>
                <a:cs typeface="Calibri" pitchFamily="34" charset="-120"/>
              </a:rPr>
              <a:t>Topic: Geography of the Philippines and the World</a:t>
            </a:r>
            <a:endParaRPr lang="en-US" sz="1600" dirty="0"/>
          </a:p>
        </p:txBody>
      </p:sp>
      <p:pic>
        <p:nvPicPr>
          <p:cNvPr id="18" name="Image 8" descr="/tmp/claude-0/-home-user-ashton212123/6ae88841-e158-5430-ba3a-d930461fce9f/scratchpad/build/assets/byte.png">    </p:cNvPr>
          <p:cNvPicPr>
            <a:picLocks noChangeAspect="1"/>
          </p:cNvPicPr>
          <p:nvPr/>
        </p:nvPicPr>
        <p:blipFill>
          <a:blip r:embed="rId9"/>
          <a:stretch>
            <a:fillRect/>
          </a:stretch>
        </p:blipFill>
        <p:spPr>
          <a:xfrm>
            <a:off x="868680" y="3017520"/>
            <a:ext cx="1143000" cy="1783080"/>
          </a:xfrm>
          <a:prstGeom prst="rect">
            <a:avLst/>
          </a:prstGeom>
        </p:spPr>
      </p:pic>
      <p:sp>
        <p:nvSpPr>
          <p:cNvPr id="19" name="Shape 8"/>
          <p:cNvSpPr/>
          <p:nvPr/>
        </p:nvSpPr>
        <p:spPr>
          <a:xfrm>
            <a:off x="2743200" y="3017520"/>
            <a:ext cx="8988552" cy="1600200"/>
          </a:xfrm>
          <a:prstGeom prst="roundRect">
            <a:avLst>
              <a:gd name="adj" fmla="val 6857"/>
            </a:avLst>
          </a:prstGeom>
          <a:solidFill>
            <a:srgbClr val="121A3F">
              <a:alpha val="94000"/>
            </a:srgbClr>
          </a:solidFill>
          <a:ln w="22225">
            <a:solidFill>
              <a:srgbClr val="2DE2E6"/>
            </a:solidFill>
            <a:prstDash val="solid"/>
          </a:ln>
          <a:effectLst>
            <a:outerShdw sx="100000" sy="100000" kx="0" ky="0" algn="bl" rotWithShape="0" blurRad="203200" dist="50800" dir="5400000">
              <a:srgbClr val="2DE2E6">
                <a:alpha val="45000"/>
              </a:srgbClr>
            </a:outerShdw>
          </a:effectLst>
        </p:spPr>
      </p:sp>
      <p:sp>
        <p:nvSpPr>
          <p:cNvPr id="20" name="Text 9"/>
          <p:cNvSpPr txBox="1"/>
          <p:nvPr/>
        </p:nvSpPr>
        <p:spPr>
          <a:xfrm>
            <a:off x="3017520" y="2816352"/>
            <a:ext cx="1188720" cy="384048"/>
          </a:xfrm>
          <a:prstGeom prst="roundRect">
            <a:avLst>
              <a:gd name="adj" fmla="val 14286"/>
            </a:avLst>
          </a:prstGeom>
          <a:solidFill>
            <a:srgbClr val="2DE2E6"/>
          </a:solidFill>
          <a:ln/>
        </p:spPr>
        <p:txBody>
          <a:bodyPr wrap="square" lIns="0" tIns="0" rIns="0" bIns="0" rtlCol="0" anchor="ctr"/>
          <a:lstStyle/>
          <a:p>
            <a:pPr algn="ctr" indent="0" marL="0">
              <a:buNone/>
            </a:pPr>
            <a:r>
              <a:rPr lang="en-US" sz="1300" b="1" dirty="0">
                <a:solidFill>
                  <a:srgbClr val="0A0F24"/>
                </a:solidFill>
                <a:latin typeface="Courier New" pitchFamily="34" charset="0"/>
                <a:ea typeface="Courier New" pitchFamily="34" charset="-122"/>
                <a:cs typeface="Courier New" pitchFamily="34" charset="-120"/>
              </a:rPr>
              <a:t>BYTE</a:t>
            </a:r>
            <a:endParaRPr lang="en-US" sz="1300" dirty="0"/>
          </a:p>
        </p:txBody>
      </p:sp>
      <p:sp>
        <p:nvSpPr>
          <p:cNvPr id="21" name="Text 10"/>
          <p:cNvSpPr txBox="1"/>
          <p:nvPr/>
        </p:nvSpPr>
        <p:spPr>
          <a:xfrm>
            <a:off x="3063240" y="3364992"/>
            <a:ext cx="8348472" cy="1097280"/>
          </a:xfrm>
          <a:prstGeom prst="rect">
            <a:avLst/>
          </a:prstGeom>
          <a:noFill/>
          <a:ln/>
        </p:spPr>
        <p:txBody>
          <a:bodyPr wrap="square" lIns="0" tIns="0" rIns="0" bIns="0" rtlCol="0" anchor="t"/>
          <a:lstStyle/>
          <a:p>
            <a:pPr indent="0" marL="0">
              <a:spcAft>
                <a:spcPts val="400"/>
              </a:spcAft>
              <a:buNone/>
            </a:pPr>
            <a:r>
              <a:rPr lang="en-US" sz="1600" dirty="0">
                <a:solidFill>
                  <a:srgbClr val="EAF2FF"/>
                </a:solidFill>
                <a:latin typeface="Calibri" pitchFamily="34" charset="0"/>
                <a:ea typeface="Calibri" pitchFamily="34" charset="-122"/>
                <a:cs typeface="Calibri" pitchFamily="34" charset="-120"/>
              </a:rPr>
              <a:t>NULL tore the computer's world map into pieces! Only a true explorer can find the way. Choose your doors wisely to earn the final Code Fragment!</a:t>
            </a:r>
            <a:endParaRPr lang="en-US" sz="1600" dirty="0"/>
          </a:p>
        </p:txBody>
      </p:sp>
      <p:sp>
        <p:nvSpPr>
          <p:cNvPr id="22" name="Text 11"/>
          <p:cNvSpPr txBox="1"/>
          <p:nvPr/>
        </p:nvSpPr>
        <p:spPr>
          <a:xfrm>
            <a:off x="548640" y="4892040"/>
            <a:ext cx="2743200" cy="274320"/>
          </a:xfrm>
          <a:prstGeom prst="rect">
            <a:avLst/>
          </a:prstGeom>
          <a:noFill/>
          <a:ln/>
        </p:spPr>
        <p:txBody>
          <a:bodyPr wrap="square" lIns="0" tIns="0" rIns="0" bIns="0" rtlCol="0" anchor="t"/>
          <a:lstStyle/>
          <a:p>
            <a:pPr indent="0" marL="0">
              <a:buNone/>
            </a:pPr>
            <a:r>
              <a:rPr lang="en-US" sz="1000" b="1" dirty="0">
                <a:solidFill>
                  <a:srgbClr val="9AA6D9"/>
                </a:solidFill>
                <a:latin typeface="Courier New" pitchFamily="34" charset="0"/>
                <a:ea typeface="Courier New" pitchFamily="34" charset="-122"/>
                <a:cs typeface="Courier New" pitchFamily="34" charset="-120"/>
              </a:rPr>
              <a:t>MISSION MAP</a:t>
            </a:r>
            <a:endParaRPr lang="en-US" sz="1000" dirty="0"/>
          </a:p>
        </p:txBody>
      </p:sp>
      <p:sp>
        <p:nvSpPr>
          <p:cNvPr id="23" name="Shape 12"/>
          <p:cNvSpPr/>
          <p:nvPr/>
        </p:nvSpPr>
        <p:spPr>
          <a:xfrm>
            <a:off x="969264" y="5513832"/>
            <a:ext cx="6400800" cy="0"/>
          </a:xfrm>
          <a:prstGeom prst="line">
            <a:avLst/>
          </a:prstGeom>
          <a:noFill/>
          <a:ln w="38100">
            <a:solidFill>
              <a:srgbClr val="3A4370"/>
            </a:solidFill>
            <a:prstDash val="dash"/>
          </a:ln>
        </p:spPr>
      </p:sp>
      <p:sp>
        <p:nvSpPr>
          <p:cNvPr id="24" name="Shape 13"/>
          <p:cNvSpPr/>
          <p:nvPr/>
        </p:nvSpPr>
        <p:spPr>
          <a:xfrm>
            <a:off x="685800" y="5230368"/>
            <a:ext cx="566928" cy="566928"/>
          </a:xfrm>
          <a:prstGeom prst="ellipse">
            <a:avLst/>
          </a:prstGeom>
          <a:solidFill>
            <a:srgbClr val="4BF0A0"/>
          </a:solidFill>
          <a:ln w="25400">
            <a:solidFill>
              <a:srgbClr val="4BF0A0"/>
            </a:solidFill>
            <a:prstDash val="solid"/>
          </a:ln>
        </p:spPr>
      </p:sp>
      <p:pic>
        <p:nvPicPr>
          <p:cNvPr id="25" name="Image 9" descr="/tmp/claude-0/-home-user-ashton212123/6ae88841-e158-5430-ba3a-d930461fce9f/scratchpad/build/assets/icons/FaCheck_0A0F24.png">    </p:cNvPr>
          <p:cNvPicPr>
            <a:picLocks noChangeAspect="1"/>
          </p:cNvPicPr>
          <p:nvPr/>
        </p:nvPicPr>
        <p:blipFill>
          <a:blip r:embed="rId10"/>
          <a:stretch>
            <a:fillRect/>
          </a:stretch>
        </p:blipFill>
        <p:spPr>
          <a:xfrm>
            <a:off x="821863" y="5366431"/>
            <a:ext cx="294803" cy="294803"/>
          </a:xfrm>
          <a:prstGeom prst="rect">
            <a:avLst/>
          </a:prstGeom>
        </p:spPr>
      </p:pic>
      <p:sp>
        <p:nvSpPr>
          <p:cNvPr id="26" name="Text 14"/>
          <p:cNvSpPr txBox="1"/>
          <p:nvPr/>
        </p:nvSpPr>
        <p:spPr>
          <a:xfrm>
            <a:off x="237744" y="5852160"/>
            <a:ext cx="1463040" cy="256032"/>
          </a:xfrm>
          <a:prstGeom prst="rect">
            <a:avLst/>
          </a:prstGeom>
          <a:noFill/>
          <a:ln/>
        </p:spPr>
        <p:txBody>
          <a:bodyPr wrap="square" lIns="0" tIns="0" rIns="0" bIns="0" rtlCol="0" anchor="t"/>
          <a:lstStyle/>
          <a:p>
            <a:pPr algn="ctr" indent="0" marL="0">
              <a:buNone/>
            </a:pPr>
            <a:r>
              <a:rPr lang="en-US" sz="900" b="1" dirty="0">
                <a:solidFill>
                  <a:srgbClr val="4BF0A0"/>
                </a:solidFill>
                <a:latin typeface="Courier New" pitchFamily="34" charset="0"/>
                <a:ea typeface="Courier New" pitchFamily="34" charset="-122"/>
                <a:cs typeface="Courier New" pitchFamily="34" charset="-120"/>
              </a:rPr>
              <a:t>SCIENCE</a:t>
            </a:r>
            <a:endParaRPr lang="en-US" sz="900" dirty="0"/>
          </a:p>
        </p:txBody>
      </p:sp>
      <p:sp>
        <p:nvSpPr>
          <p:cNvPr id="27" name="Shape 15"/>
          <p:cNvSpPr/>
          <p:nvPr/>
        </p:nvSpPr>
        <p:spPr>
          <a:xfrm>
            <a:off x="2286000" y="5230368"/>
            <a:ext cx="566928" cy="566928"/>
          </a:xfrm>
          <a:prstGeom prst="ellipse">
            <a:avLst/>
          </a:prstGeom>
          <a:solidFill>
            <a:srgbClr val="4BF0A0"/>
          </a:solidFill>
          <a:ln w="25400">
            <a:solidFill>
              <a:srgbClr val="4BF0A0"/>
            </a:solidFill>
            <a:prstDash val="solid"/>
          </a:ln>
        </p:spPr>
      </p:sp>
      <p:pic>
        <p:nvPicPr>
          <p:cNvPr id="28" name="Image 10" descr="/tmp/claude-0/-home-user-ashton212123/6ae88841-e158-5430-ba3a-d930461fce9f/scratchpad/build/assets/icons/FaCheck_0A0F24.png">    </p:cNvPr>
          <p:cNvPicPr>
            <a:picLocks noChangeAspect="1"/>
          </p:cNvPicPr>
          <p:nvPr/>
        </p:nvPicPr>
        <p:blipFill>
          <a:blip r:embed="rId11"/>
          <a:stretch>
            <a:fillRect/>
          </a:stretch>
        </p:blipFill>
        <p:spPr>
          <a:xfrm>
            <a:off x="2422063" y="5366431"/>
            <a:ext cx="294803" cy="294803"/>
          </a:xfrm>
          <a:prstGeom prst="rect">
            <a:avLst/>
          </a:prstGeom>
        </p:spPr>
      </p:pic>
      <p:sp>
        <p:nvSpPr>
          <p:cNvPr id="29" name="Text 16"/>
          <p:cNvSpPr txBox="1"/>
          <p:nvPr/>
        </p:nvSpPr>
        <p:spPr>
          <a:xfrm>
            <a:off x="1837944" y="5852160"/>
            <a:ext cx="1463040" cy="256032"/>
          </a:xfrm>
          <a:prstGeom prst="rect">
            <a:avLst/>
          </a:prstGeom>
          <a:noFill/>
          <a:ln/>
        </p:spPr>
        <p:txBody>
          <a:bodyPr wrap="square" lIns="0" tIns="0" rIns="0" bIns="0" rtlCol="0" anchor="t"/>
          <a:lstStyle/>
          <a:p>
            <a:pPr algn="ctr" indent="0" marL="0">
              <a:buNone/>
            </a:pPr>
            <a:r>
              <a:rPr lang="en-US" sz="900" b="1" dirty="0">
                <a:solidFill>
                  <a:srgbClr val="4BF0A0"/>
                </a:solidFill>
                <a:latin typeface="Courier New" pitchFamily="34" charset="0"/>
                <a:ea typeface="Courier New" pitchFamily="34" charset="-122"/>
                <a:cs typeface="Courier New" pitchFamily="34" charset="-120"/>
              </a:rPr>
              <a:t>HISTORY</a:t>
            </a:r>
            <a:endParaRPr lang="en-US" sz="900" dirty="0"/>
          </a:p>
        </p:txBody>
      </p:sp>
      <p:sp>
        <p:nvSpPr>
          <p:cNvPr id="30" name="Shape 17"/>
          <p:cNvSpPr/>
          <p:nvPr/>
        </p:nvSpPr>
        <p:spPr>
          <a:xfrm>
            <a:off x="3886200" y="5230368"/>
            <a:ext cx="566928" cy="566928"/>
          </a:xfrm>
          <a:prstGeom prst="ellipse">
            <a:avLst/>
          </a:prstGeom>
          <a:solidFill>
            <a:srgbClr val="4BF0A0"/>
          </a:solidFill>
          <a:ln w="25400">
            <a:solidFill>
              <a:srgbClr val="4BF0A0"/>
            </a:solidFill>
            <a:prstDash val="solid"/>
          </a:ln>
        </p:spPr>
      </p:sp>
      <p:pic>
        <p:nvPicPr>
          <p:cNvPr id="31" name="Image 11" descr="/tmp/claude-0/-home-user-ashton212123/6ae88841-e158-5430-ba3a-d930461fce9f/scratchpad/build/assets/icons/FaCheck_0A0F24.png">    </p:cNvPr>
          <p:cNvPicPr>
            <a:picLocks noChangeAspect="1"/>
          </p:cNvPicPr>
          <p:nvPr/>
        </p:nvPicPr>
        <p:blipFill>
          <a:blip r:embed="rId12"/>
          <a:stretch>
            <a:fillRect/>
          </a:stretch>
        </p:blipFill>
        <p:spPr>
          <a:xfrm>
            <a:off x="4022263" y="5366431"/>
            <a:ext cx="294803" cy="294803"/>
          </a:xfrm>
          <a:prstGeom prst="rect">
            <a:avLst/>
          </a:prstGeom>
        </p:spPr>
      </p:pic>
      <p:sp>
        <p:nvSpPr>
          <p:cNvPr id="32" name="Text 18"/>
          <p:cNvSpPr txBox="1"/>
          <p:nvPr/>
        </p:nvSpPr>
        <p:spPr>
          <a:xfrm>
            <a:off x="3438144" y="5852160"/>
            <a:ext cx="1463040" cy="256032"/>
          </a:xfrm>
          <a:prstGeom prst="rect">
            <a:avLst/>
          </a:prstGeom>
          <a:noFill/>
          <a:ln/>
        </p:spPr>
        <p:txBody>
          <a:bodyPr wrap="square" lIns="0" tIns="0" rIns="0" bIns="0" rtlCol="0" anchor="t"/>
          <a:lstStyle/>
          <a:p>
            <a:pPr algn="ctr" indent="0" marL="0">
              <a:buNone/>
            </a:pPr>
            <a:r>
              <a:rPr lang="en-US" sz="900" b="1" dirty="0">
                <a:solidFill>
                  <a:srgbClr val="4BF0A0"/>
                </a:solidFill>
                <a:latin typeface="Courier New" pitchFamily="34" charset="0"/>
                <a:ea typeface="Courier New" pitchFamily="34" charset="-122"/>
                <a:cs typeface="Courier New" pitchFamily="34" charset="-120"/>
              </a:rPr>
              <a:t>FUN ZONE</a:t>
            </a:r>
            <a:endParaRPr lang="en-US" sz="900" dirty="0"/>
          </a:p>
        </p:txBody>
      </p:sp>
      <p:sp>
        <p:nvSpPr>
          <p:cNvPr id="33" name="Shape 19"/>
          <p:cNvSpPr/>
          <p:nvPr/>
        </p:nvSpPr>
        <p:spPr>
          <a:xfrm>
            <a:off x="5486400" y="5230368"/>
            <a:ext cx="566928" cy="566928"/>
          </a:xfrm>
          <a:prstGeom prst="ellipse">
            <a:avLst/>
          </a:prstGeom>
          <a:solidFill>
            <a:srgbClr val="1A2353"/>
          </a:solidFill>
          <a:ln w="31750">
            <a:solidFill>
              <a:srgbClr val="9BE564"/>
            </a:solidFill>
            <a:prstDash val="solid"/>
          </a:ln>
          <a:effectLst>
            <a:outerShdw sx="100000" sy="100000" kx="0" ky="0" algn="bl" rotWithShape="0" blurRad="152400" dist="50800" dir="5400000">
              <a:srgbClr val="9BE564">
                <a:alpha val="45000"/>
              </a:srgbClr>
            </a:outerShdw>
          </a:effectLst>
        </p:spPr>
      </p:sp>
      <p:pic>
        <p:nvPicPr>
          <p:cNvPr id="34" name="Image 12" descr="/tmp/claude-0/-home-user-ashton212123/6ae88841-e158-5430-ba3a-d930461fce9f/scratchpad/build/assets/icons/FaGlobeAsia_9BE564.png">    </p:cNvPr>
          <p:cNvPicPr>
            <a:picLocks noChangeAspect="1"/>
          </p:cNvPicPr>
          <p:nvPr/>
        </p:nvPicPr>
        <p:blipFill>
          <a:blip r:embed="rId13"/>
          <a:stretch>
            <a:fillRect/>
          </a:stretch>
        </p:blipFill>
        <p:spPr>
          <a:xfrm>
            <a:off x="5599786" y="5343754"/>
            <a:ext cx="340157" cy="340157"/>
          </a:xfrm>
          <a:prstGeom prst="rect">
            <a:avLst/>
          </a:prstGeom>
        </p:spPr>
      </p:pic>
      <p:sp>
        <p:nvSpPr>
          <p:cNvPr id="35" name="Text 20"/>
          <p:cNvSpPr txBox="1"/>
          <p:nvPr/>
        </p:nvSpPr>
        <p:spPr>
          <a:xfrm>
            <a:off x="5038344" y="5852160"/>
            <a:ext cx="1463040" cy="256032"/>
          </a:xfrm>
          <a:prstGeom prst="rect">
            <a:avLst/>
          </a:prstGeom>
          <a:noFill/>
          <a:ln/>
        </p:spPr>
        <p:txBody>
          <a:bodyPr wrap="square" lIns="0" tIns="0" rIns="0" bIns="0" rtlCol="0" anchor="t"/>
          <a:lstStyle/>
          <a:p>
            <a:pPr algn="ctr" indent="0" marL="0">
              <a:buNone/>
            </a:pPr>
            <a:r>
              <a:rPr lang="en-US" sz="900" b="1" dirty="0">
                <a:solidFill>
                  <a:srgbClr val="9BE564"/>
                </a:solidFill>
                <a:latin typeface="Courier New" pitchFamily="34" charset="0"/>
                <a:ea typeface="Courier New" pitchFamily="34" charset="-122"/>
                <a:cs typeface="Courier New" pitchFamily="34" charset="-120"/>
              </a:rPr>
              <a:t>WORLD</a:t>
            </a:r>
            <a:endParaRPr lang="en-US" sz="900" dirty="0"/>
          </a:p>
        </p:txBody>
      </p:sp>
      <p:sp>
        <p:nvSpPr>
          <p:cNvPr id="36" name="Shape 21"/>
          <p:cNvSpPr/>
          <p:nvPr/>
        </p:nvSpPr>
        <p:spPr>
          <a:xfrm>
            <a:off x="7086600" y="5230368"/>
            <a:ext cx="566928" cy="566928"/>
          </a:xfrm>
          <a:prstGeom prst="ellipse">
            <a:avLst/>
          </a:prstGeom>
          <a:solidFill>
            <a:srgbClr val="1A2353"/>
          </a:solidFill>
          <a:ln w="25400">
            <a:solidFill>
              <a:srgbClr val="3A4370"/>
            </a:solidFill>
            <a:prstDash val="solid"/>
          </a:ln>
        </p:spPr>
      </p:sp>
      <p:pic>
        <p:nvPicPr>
          <p:cNvPr id="37" name="Image 13" descr="/tmp/claude-0/-home-user-ashton212123/6ae88841-e158-5430-ba3a-d930461fce9f/scratchpad/build/assets/icons/FaLock_5A6494.png">    </p:cNvPr>
          <p:cNvPicPr>
            <a:picLocks noChangeAspect="1"/>
          </p:cNvPicPr>
          <p:nvPr/>
        </p:nvPicPr>
        <p:blipFill>
          <a:blip r:embed="rId14"/>
          <a:stretch>
            <a:fillRect/>
          </a:stretch>
        </p:blipFill>
        <p:spPr>
          <a:xfrm>
            <a:off x="7234001" y="5377769"/>
            <a:ext cx="272125" cy="272125"/>
          </a:xfrm>
          <a:prstGeom prst="rect">
            <a:avLst/>
          </a:prstGeom>
        </p:spPr>
      </p:pic>
      <p:sp>
        <p:nvSpPr>
          <p:cNvPr id="38" name="Text 22"/>
          <p:cNvSpPr txBox="1"/>
          <p:nvPr/>
        </p:nvSpPr>
        <p:spPr>
          <a:xfrm>
            <a:off x="6638544" y="5852160"/>
            <a:ext cx="1463040" cy="256032"/>
          </a:xfrm>
          <a:prstGeom prst="rect">
            <a:avLst/>
          </a:prstGeom>
          <a:noFill/>
          <a:ln/>
        </p:spPr>
        <p:txBody>
          <a:bodyPr wrap="square" lIns="0" tIns="0" rIns="0" bIns="0" rtlCol="0" anchor="t"/>
          <a:lstStyle/>
          <a:p>
            <a:pPr algn="ctr" indent="0" marL="0">
              <a:buNone/>
            </a:pPr>
            <a:r>
              <a:rPr lang="en-US" sz="900" b="1" dirty="0">
                <a:solidFill>
                  <a:srgbClr val="5A6494"/>
                </a:solidFill>
                <a:latin typeface="Courier New" pitchFamily="34" charset="0"/>
                <a:ea typeface="Courier New" pitchFamily="34" charset="-122"/>
                <a:cs typeface="Courier New" pitchFamily="34" charset="-120"/>
              </a:rPr>
              <a:t>CORE</a:t>
            </a:r>
            <a:endParaRPr lang="en-US" sz="900" dirty="0"/>
          </a:p>
        </p:txBody>
      </p:sp>
      <p:sp>
        <p:nvSpPr>
          <p:cNvPr id="39" name="Link - ENTER SECTOR">
            <a:hlinkClick r:id="rId18" action="ppaction://hlinksldjump" highlightClick="1"/>
          </p:cNvPr>
          <p:cNvSpPr txBox="1"/>
          <p:nvPr/>
        </p:nvSpPr>
        <p:spPr>
          <a:xfrm>
            <a:off x="9144000" y="5257800"/>
            <a:ext cx="2587752" cy="731520"/>
          </a:xfrm>
          <a:prstGeom prst="roundRect">
            <a:avLst>
              <a:gd name="adj" fmla="val 12500"/>
            </a:avLst>
          </a:prstGeom>
          <a:solidFill>
            <a:srgbClr val="9BE564"/>
          </a:solidFill>
          <a:ln w="25400">
            <a:solidFill>
              <a:srgbClr val="9BE564"/>
            </a:solidFill>
          </a:ln>
          <a:effectLst>
            <a:outerShdw sx="100000" sy="100000" kx="0" ky="0" algn="bl" rotWithShape="0" blurRad="177800" dist="50800" dir="5400000">
              <a:srgbClr val="9BE564">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ENTER SECTOR</a:t>
            </a:r>
            <a:endParaRPr lang="en-US" sz="1600" dirty="0"/>
          </a:p>
        </p:txBody>
      </p:sp>
    </p:spTree>
  </p:cSld>
  <p:clrMapOvr>
    <a:masterClrMapping/>
  </p:clrMapOvr>
  <p:transition spd="med" advClick="0">
    <p:fade/>
  </p:transition>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9BE564"/>
                </a:solidFill>
                <a:latin typeface="Courier New" pitchFamily="34" charset="0"/>
                <a:ea typeface="Courier New" pitchFamily="34" charset="-122"/>
                <a:cs typeface="Courier New" pitchFamily="34" charset="-120"/>
              </a:rPr>
              <a:t>&gt; ENTERING SECTOR 04</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7"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Shape 4"/>
          <p:cNvSpPr/>
          <p:nvPr/>
        </p:nvSpPr>
        <p:spPr>
          <a:xfrm>
            <a:off x="548640" y="1097280"/>
            <a:ext cx="1828800" cy="1828800"/>
          </a:xfrm>
          <a:prstGeom prst="ellipse">
            <a:avLst/>
          </a:prstGeom>
          <a:solidFill>
            <a:srgbClr val="1A2353"/>
          </a:solidFill>
          <a:ln w="38100">
            <a:solidFill>
              <a:srgbClr val="9BE564"/>
            </a:solidFill>
            <a:prstDash val="solid"/>
          </a:ln>
          <a:effectLst>
            <a:outerShdw sx="100000" sy="100000" kx="0" ky="0" algn="bl" rotWithShape="0" blurRad="152400" dist="50800" dir="5400000">
              <a:srgbClr val="9BE564">
                <a:alpha val="45000"/>
              </a:srgbClr>
            </a:outerShdw>
          </a:effectLst>
        </p:spPr>
      </p:sp>
      <p:pic>
        <p:nvPicPr>
          <p:cNvPr id="14" name="Image 7" descr="/tmp/claude-0/-home-user-ashton212123/6ae88841-e158-5430-ba3a-d930461fce9f/scratchpad/build/assets/icons/FaGlobeAsia_9BE564.png">    </p:cNvPr>
          <p:cNvPicPr>
            <a:picLocks noChangeAspect="1"/>
          </p:cNvPicPr>
          <p:nvPr/>
        </p:nvPicPr>
        <p:blipFill>
          <a:blip r:embed="rId8"/>
          <a:stretch>
            <a:fillRect/>
          </a:stretch>
        </p:blipFill>
        <p:spPr>
          <a:xfrm>
            <a:off x="950976" y="1499616"/>
            <a:ext cx="1024128" cy="1024128"/>
          </a:xfrm>
          <a:prstGeom prst="rect">
            <a:avLst/>
          </a:prstGeom>
        </p:spPr>
      </p:pic>
      <p:sp>
        <p:nvSpPr>
          <p:cNvPr id="15" name="Text 5"/>
          <p:cNvSpPr txBox="1"/>
          <p:nvPr/>
        </p:nvSpPr>
        <p:spPr>
          <a:xfrm>
            <a:off x="2743200" y="1115568"/>
            <a:ext cx="5486400" cy="365760"/>
          </a:xfrm>
          <a:prstGeom prst="rect">
            <a:avLst/>
          </a:prstGeom>
          <a:noFill/>
          <a:ln/>
        </p:spPr>
        <p:txBody>
          <a:bodyPr wrap="square" lIns="0" tIns="0" rIns="0" bIns="0" rtlCol="0" anchor="t"/>
          <a:lstStyle/>
          <a:p>
            <a:pPr indent="0" marL="0">
              <a:buNone/>
            </a:pPr>
            <a:r>
              <a:rPr lang="en-US" sz="1600" b="1" dirty="0">
                <a:solidFill>
                  <a:srgbClr val="9BE564"/>
                </a:solidFill>
                <a:latin typeface="Courier New" pitchFamily="34" charset="0"/>
                <a:ea typeface="Courier New" pitchFamily="34" charset="-122"/>
                <a:cs typeface="Courier New" pitchFamily="34" charset="-120"/>
              </a:rPr>
              <a:t>SECTOR 04</a:t>
            </a:r>
            <a:endParaRPr lang="en-US" sz="1600" dirty="0"/>
          </a:p>
        </p:txBody>
      </p:sp>
      <p:sp>
        <p:nvSpPr>
          <p:cNvPr id="16" name="Text 6"/>
          <p:cNvSpPr txBox="1"/>
          <p:nvPr/>
        </p:nvSpPr>
        <p:spPr>
          <a:xfrm>
            <a:off x="2743200" y="1463040"/>
            <a:ext cx="8988552" cy="777240"/>
          </a:xfrm>
          <a:prstGeom prst="rect">
            <a:avLst/>
          </a:prstGeom>
          <a:noFill/>
          <a:ln/>
        </p:spPr>
        <p:txBody>
          <a:bodyPr wrap="square" lIns="0" tIns="0" rIns="0" bIns="0" rtlCol="0" anchor="t"/>
          <a:lstStyle/>
          <a:p>
            <a:pPr indent="0" marL="0">
              <a:buNone/>
            </a:pPr>
            <a:r>
              <a:rPr lang="en-US" sz="3600" dirty="0">
                <a:solidFill>
                  <a:srgbClr val="EAF2FF"/>
                </a:solidFill>
                <a:latin typeface="Arial Black" pitchFamily="34" charset="0"/>
                <a:ea typeface="Arial Black" pitchFamily="34" charset="-122"/>
                <a:cs typeface="Arial Black" pitchFamily="34" charset="-120"/>
              </a:rPr>
              <a:t>THE WORLD MAP</a:t>
            </a:r>
            <a:endParaRPr lang="en-US" sz="3600" dirty="0"/>
          </a:p>
        </p:txBody>
      </p:sp>
      <p:sp>
        <p:nvSpPr>
          <p:cNvPr id="17" name="Text 7"/>
          <p:cNvSpPr txBox="1"/>
          <p:nvPr/>
        </p:nvSpPr>
        <p:spPr>
          <a:xfrm>
            <a:off x="2743200" y="2267712"/>
            <a:ext cx="8988552" cy="365760"/>
          </a:xfrm>
          <a:prstGeom prst="rect">
            <a:avLst/>
          </a:prstGeom>
          <a:noFill/>
          <a:ln/>
        </p:spPr>
        <p:txBody>
          <a:bodyPr wrap="square" lIns="0" tIns="0" rIns="0" bIns="0" rtlCol="0" anchor="t"/>
          <a:lstStyle/>
          <a:p>
            <a:pPr indent="0" marL="0">
              <a:buNone/>
            </a:pPr>
            <a:r>
              <a:rPr lang="en-US" sz="1600" dirty="0">
                <a:solidFill>
                  <a:srgbClr val="9AA6D9"/>
                </a:solidFill>
                <a:latin typeface="Calibri" pitchFamily="34" charset="0"/>
                <a:ea typeface="Calibri" pitchFamily="34" charset="-122"/>
                <a:cs typeface="Calibri" pitchFamily="34" charset="-120"/>
              </a:rPr>
              <a:t>Topic: Geography of the Philippines and the World</a:t>
            </a:r>
            <a:endParaRPr lang="en-US" sz="1600" dirty="0"/>
          </a:p>
        </p:txBody>
      </p:sp>
      <p:pic>
        <p:nvPicPr>
          <p:cNvPr id="18" name="Image 8" descr="/tmp/claude-0/-home-user-ashton212123/6ae88841-e158-5430-ba3a-d930461fce9f/scratchpad/build/assets/byte.png">    </p:cNvPr>
          <p:cNvPicPr>
            <a:picLocks noChangeAspect="1"/>
          </p:cNvPicPr>
          <p:nvPr/>
        </p:nvPicPr>
        <p:blipFill>
          <a:blip r:embed="rId9"/>
          <a:stretch>
            <a:fillRect/>
          </a:stretch>
        </p:blipFill>
        <p:spPr>
          <a:xfrm>
            <a:off x="868680" y="3017520"/>
            <a:ext cx="1143000" cy="1783080"/>
          </a:xfrm>
          <a:prstGeom prst="rect">
            <a:avLst/>
          </a:prstGeom>
        </p:spPr>
      </p:pic>
      <p:sp>
        <p:nvSpPr>
          <p:cNvPr id="19" name="Shape 8"/>
          <p:cNvSpPr/>
          <p:nvPr/>
        </p:nvSpPr>
        <p:spPr>
          <a:xfrm>
            <a:off x="2743200" y="3017520"/>
            <a:ext cx="8988552" cy="1600200"/>
          </a:xfrm>
          <a:prstGeom prst="roundRect">
            <a:avLst>
              <a:gd name="adj" fmla="val 6857"/>
            </a:avLst>
          </a:prstGeom>
          <a:solidFill>
            <a:srgbClr val="121A3F">
              <a:alpha val="94000"/>
            </a:srgbClr>
          </a:solidFill>
          <a:ln w="22225">
            <a:solidFill>
              <a:srgbClr val="2DE2E6"/>
            </a:solidFill>
            <a:prstDash val="solid"/>
          </a:ln>
          <a:effectLst>
            <a:outerShdw sx="100000" sy="100000" kx="0" ky="0" algn="bl" rotWithShape="0" blurRad="203200" dist="50800" dir="5400000">
              <a:srgbClr val="2DE2E6">
                <a:alpha val="45000"/>
              </a:srgbClr>
            </a:outerShdw>
          </a:effectLst>
        </p:spPr>
      </p:sp>
      <p:sp>
        <p:nvSpPr>
          <p:cNvPr id="20" name="Text 9"/>
          <p:cNvSpPr txBox="1"/>
          <p:nvPr/>
        </p:nvSpPr>
        <p:spPr>
          <a:xfrm>
            <a:off x="3017520" y="2816352"/>
            <a:ext cx="1188720" cy="384048"/>
          </a:xfrm>
          <a:prstGeom prst="roundRect">
            <a:avLst>
              <a:gd name="adj" fmla="val 14286"/>
            </a:avLst>
          </a:prstGeom>
          <a:solidFill>
            <a:srgbClr val="2DE2E6"/>
          </a:solidFill>
          <a:ln/>
        </p:spPr>
        <p:txBody>
          <a:bodyPr wrap="square" lIns="0" tIns="0" rIns="0" bIns="0" rtlCol="0" anchor="ctr"/>
          <a:lstStyle/>
          <a:p>
            <a:pPr algn="ctr" indent="0" marL="0">
              <a:buNone/>
            </a:pPr>
            <a:r>
              <a:rPr lang="en-US" sz="1300" b="1" dirty="0">
                <a:solidFill>
                  <a:srgbClr val="0A0F24"/>
                </a:solidFill>
                <a:latin typeface="Courier New" pitchFamily="34" charset="0"/>
                <a:ea typeface="Courier New" pitchFamily="34" charset="-122"/>
                <a:cs typeface="Courier New" pitchFamily="34" charset="-120"/>
              </a:rPr>
              <a:t>BYTE</a:t>
            </a:r>
            <a:endParaRPr lang="en-US" sz="1300" dirty="0"/>
          </a:p>
        </p:txBody>
      </p:sp>
      <p:sp>
        <p:nvSpPr>
          <p:cNvPr id="21" name="Text 10"/>
          <p:cNvSpPr txBox="1"/>
          <p:nvPr/>
        </p:nvSpPr>
        <p:spPr>
          <a:xfrm>
            <a:off x="3063240" y="3364992"/>
            <a:ext cx="8348472" cy="1097280"/>
          </a:xfrm>
          <a:prstGeom prst="rect">
            <a:avLst/>
          </a:prstGeom>
          <a:noFill/>
          <a:ln/>
        </p:spPr>
        <p:txBody>
          <a:bodyPr wrap="square" lIns="0" tIns="0" rIns="0" bIns="0" rtlCol="0" anchor="t"/>
          <a:lstStyle/>
          <a:p>
            <a:pPr indent="0" marL="0">
              <a:spcAft>
                <a:spcPts val="400"/>
              </a:spcAft>
              <a:buNone/>
            </a:pPr>
            <a:r>
              <a:rPr lang="en-US" sz="1600" dirty="0">
                <a:solidFill>
                  <a:srgbClr val="EAF2FF"/>
                </a:solidFill>
                <a:latin typeface="Calibri" pitchFamily="34" charset="0"/>
                <a:ea typeface="Calibri" pitchFamily="34" charset="-122"/>
                <a:cs typeface="Calibri" pitchFamily="34" charset="-120"/>
              </a:rPr>
              <a:t>NULL tore the computer's world map into pieces! Only a true explorer can find the way. Choose your doors wisely to earn the final Code Fragment!</a:t>
            </a:r>
            <a:endParaRPr lang="en-US" sz="1600" dirty="0"/>
          </a:p>
        </p:txBody>
      </p:sp>
      <p:sp>
        <p:nvSpPr>
          <p:cNvPr id="22" name="Text 11"/>
          <p:cNvSpPr txBox="1"/>
          <p:nvPr/>
        </p:nvSpPr>
        <p:spPr>
          <a:xfrm>
            <a:off x="548640" y="4892040"/>
            <a:ext cx="2743200" cy="274320"/>
          </a:xfrm>
          <a:prstGeom prst="rect">
            <a:avLst/>
          </a:prstGeom>
          <a:noFill/>
          <a:ln/>
        </p:spPr>
        <p:txBody>
          <a:bodyPr wrap="square" lIns="0" tIns="0" rIns="0" bIns="0" rtlCol="0" anchor="t"/>
          <a:lstStyle/>
          <a:p>
            <a:pPr indent="0" marL="0">
              <a:buNone/>
            </a:pPr>
            <a:r>
              <a:rPr lang="en-US" sz="1000" b="1" dirty="0">
                <a:solidFill>
                  <a:srgbClr val="9AA6D9"/>
                </a:solidFill>
                <a:latin typeface="Courier New" pitchFamily="34" charset="0"/>
                <a:ea typeface="Courier New" pitchFamily="34" charset="-122"/>
                <a:cs typeface="Courier New" pitchFamily="34" charset="-120"/>
              </a:rPr>
              <a:t>MISSION MAP</a:t>
            </a:r>
            <a:endParaRPr lang="en-US" sz="1000" dirty="0"/>
          </a:p>
        </p:txBody>
      </p:sp>
      <p:sp>
        <p:nvSpPr>
          <p:cNvPr id="23" name="Shape 12"/>
          <p:cNvSpPr/>
          <p:nvPr/>
        </p:nvSpPr>
        <p:spPr>
          <a:xfrm>
            <a:off x="969264" y="5513832"/>
            <a:ext cx="6400800" cy="0"/>
          </a:xfrm>
          <a:prstGeom prst="line">
            <a:avLst/>
          </a:prstGeom>
          <a:noFill/>
          <a:ln w="38100">
            <a:solidFill>
              <a:srgbClr val="3A4370"/>
            </a:solidFill>
            <a:prstDash val="dash"/>
          </a:ln>
        </p:spPr>
      </p:sp>
      <p:sp>
        <p:nvSpPr>
          <p:cNvPr id="24" name="Shape 13"/>
          <p:cNvSpPr/>
          <p:nvPr/>
        </p:nvSpPr>
        <p:spPr>
          <a:xfrm>
            <a:off x="685800" y="5230368"/>
            <a:ext cx="566928" cy="566928"/>
          </a:xfrm>
          <a:prstGeom prst="ellipse">
            <a:avLst/>
          </a:prstGeom>
          <a:solidFill>
            <a:srgbClr val="4BF0A0"/>
          </a:solidFill>
          <a:ln w="25400">
            <a:solidFill>
              <a:srgbClr val="4BF0A0"/>
            </a:solidFill>
            <a:prstDash val="solid"/>
          </a:ln>
        </p:spPr>
      </p:sp>
      <p:pic>
        <p:nvPicPr>
          <p:cNvPr id="25" name="Image 9" descr="/tmp/claude-0/-home-user-ashton212123/6ae88841-e158-5430-ba3a-d930461fce9f/scratchpad/build/assets/icons/FaCheck_0A0F24.png">    </p:cNvPr>
          <p:cNvPicPr>
            <a:picLocks noChangeAspect="1"/>
          </p:cNvPicPr>
          <p:nvPr/>
        </p:nvPicPr>
        <p:blipFill>
          <a:blip r:embed="rId10"/>
          <a:stretch>
            <a:fillRect/>
          </a:stretch>
        </p:blipFill>
        <p:spPr>
          <a:xfrm>
            <a:off x="821863" y="5366431"/>
            <a:ext cx="294803" cy="294803"/>
          </a:xfrm>
          <a:prstGeom prst="rect">
            <a:avLst/>
          </a:prstGeom>
        </p:spPr>
      </p:pic>
      <p:sp>
        <p:nvSpPr>
          <p:cNvPr id="26" name="Text 14"/>
          <p:cNvSpPr txBox="1"/>
          <p:nvPr/>
        </p:nvSpPr>
        <p:spPr>
          <a:xfrm>
            <a:off x="237744" y="5852160"/>
            <a:ext cx="1463040" cy="256032"/>
          </a:xfrm>
          <a:prstGeom prst="rect">
            <a:avLst/>
          </a:prstGeom>
          <a:noFill/>
          <a:ln/>
        </p:spPr>
        <p:txBody>
          <a:bodyPr wrap="square" lIns="0" tIns="0" rIns="0" bIns="0" rtlCol="0" anchor="t"/>
          <a:lstStyle/>
          <a:p>
            <a:pPr algn="ctr" indent="0" marL="0">
              <a:buNone/>
            </a:pPr>
            <a:r>
              <a:rPr lang="en-US" sz="900" b="1" dirty="0">
                <a:solidFill>
                  <a:srgbClr val="4BF0A0"/>
                </a:solidFill>
                <a:latin typeface="Courier New" pitchFamily="34" charset="0"/>
                <a:ea typeface="Courier New" pitchFamily="34" charset="-122"/>
                <a:cs typeface="Courier New" pitchFamily="34" charset="-120"/>
              </a:rPr>
              <a:t>SCIENCE</a:t>
            </a:r>
            <a:endParaRPr lang="en-US" sz="900" dirty="0"/>
          </a:p>
        </p:txBody>
      </p:sp>
      <p:sp>
        <p:nvSpPr>
          <p:cNvPr id="27" name="Shape 15"/>
          <p:cNvSpPr/>
          <p:nvPr/>
        </p:nvSpPr>
        <p:spPr>
          <a:xfrm>
            <a:off x="2286000" y="5230368"/>
            <a:ext cx="566928" cy="566928"/>
          </a:xfrm>
          <a:prstGeom prst="ellipse">
            <a:avLst/>
          </a:prstGeom>
          <a:solidFill>
            <a:srgbClr val="4BF0A0"/>
          </a:solidFill>
          <a:ln w="25400">
            <a:solidFill>
              <a:srgbClr val="4BF0A0"/>
            </a:solidFill>
            <a:prstDash val="solid"/>
          </a:ln>
        </p:spPr>
      </p:sp>
      <p:pic>
        <p:nvPicPr>
          <p:cNvPr id="28" name="Image 10" descr="/tmp/claude-0/-home-user-ashton212123/6ae88841-e158-5430-ba3a-d930461fce9f/scratchpad/build/assets/icons/FaCheck_0A0F24.png">    </p:cNvPr>
          <p:cNvPicPr>
            <a:picLocks noChangeAspect="1"/>
          </p:cNvPicPr>
          <p:nvPr/>
        </p:nvPicPr>
        <p:blipFill>
          <a:blip r:embed="rId11"/>
          <a:stretch>
            <a:fillRect/>
          </a:stretch>
        </p:blipFill>
        <p:spPr>
          <a:xfrm>
            <a:off x="2422063" y="5366431"/>
            <a:ext cx="294803" cy="294803"/>
          </a:xfrm>
          <a:prstGeom prst="rect">
            <a:avLst/>
          </a:prstGeom>
        </p:spPr>
      </p:pic>
      <p:sp>
        <p:nvSpPr>
          <p:cNvPr id="29" name="Text 16"/>
          <p:cNvSpPr txBox="1"/>
          <p:nvPr/>
        </p:nvSpPr>
        <p:spPr>
          <a:xfrm>
            <a:off x="1837944" y="5852160"/>
            <a:ext cx="1463040" cy="256032"/>
          </a:xfrm>
          <a:prstGeom prst="rect">
            <a:avLst/>
          </a:prstGeom>
          <a:noFill/>
          <a:ln/>
        </p:spPr>
        <p:txBody>
          <a:bodyPr wrap="square" lIns="0" tIns="0" rIns="0" bIns="0" rtlCol="0" anchor="t"/>
          <a:lstStyle/>
          <a:p>
            <a:pPr algn="ctr" indent="0" marL="0">
              <a:buNone/>
            </a:pPr>
            <a:r>
              <a:rPr lang="en-US" sz="900" b="1" dirty="0">
                <a:solidFill>
                  <a:srgbClr val="4BF0A0"/>
                </a:solidFill>
                <a:latin typeface="Courier New" pitchFamily="34" charset="0"/>
                <a:ea typeface="Courier New" pitchFamily="34" charset="-122"/>
                <a:cs typeface="Courier New" pitchFamily="34" charset="-120"/>
              </a:rPr>
              <a:t>HISTORY</a:t>
            </a:r>
            <a:endParaRPr lang="en-US" sz="900" dirty="0"/>
          </a:p>
        </p:txBody>
      </p:sp>
      <p:sp>
        <p:nvSpPr>
          <p:cNvPr id="30" name="Shape 17"/>
          <p:cNvSpPr/>
          <p:nvPr/>
        </p:nvSpPr>
        <p:spPr>
          <a:xfrm>
            <a:off x="3886200" y="5230368"/>
            <a:ext cx="566928" cy="566928"/>
          </a:xfrm>
          <a:prstGeom prst="ellipse">
            <a:avLst/>
          </a:prstGeom>
          <a:solidFill>
            <a:srgbClr val="4BF0A0"/>
          </a:solidFill>
          <a:ln w="25400">
            <a:solidFill>
              <a:srgbClr val="4BF0A0"/>
            </a:solidFill>
            <a:prstDash val="solid"/>
          </a:ln>
        </p:spPr>
      </p:sp>
      <p:pic>
        <p:nvPicPr>
          <p:cNvPr id="31" name="Image 11" descr="/tmp/claude-0/-home-user-ashton212123/6ae88841-e158-5430-ba3a-d930461fce9f/scratchpad/build/assets/icons/FaCheck_0A0F24.png">    </p:cNvPr>
          <p:cNvPicPr>
            <a:picLocks noChangeAspect="1"/>
          </p:cNvPicPr>
          <p:nvPr/>
        </p:nvPicPr>
        <p:blipFill>
          <a:blip r:embed="rId12"/>
          <a:stretch>
            <a:fillRect/>
          </a:stretch>
        </p:blipFill>
        <p:spPr>
          <a:xfrm>
            <a:off x="4022263" y="5366431"/>
            <a:ext cx="294803" cy="294803"/>
          </a:xfrm>
          <a:prstGeom prst="rect">
            <a:avLst/>
          </a:prstGeom>
        </p:spPr>
      </p:pic>
      <p:sp>
        <p:nvSpPr>
          <p:cNvPr id="32" name="Text 18"/>
          <p:cNvSpPr txBox="1"/>
          <p:nvPr/>
        </p:nvSpPr>
        <p:spPr>
          <a:xfrm>
            <a:off x="3438144" y="5852160"/>
            <a:ext cx="1463040" cy="256032"/>
          </a:xfrm>
          <a:prstGeom prst="rect">
            <a:avLst/>
          </a:prstGeom>
          <a:noFill/>
          <a:ln/>
        </p:spPr>
        <p:txBody>
          <a:bodyPr wrap="square" lIns="0" tIns="0" rIns="0" bIns="0" rtlCol="0" anchor="t"/>
          <a:lstStyle/>
          <a:p>
            <a:pPr algn="ctr" indent="0" marL="0">
              <a:buNone/>
            </a:pPr>
            <a:r>
              <a:rPr lang="en-US" sz="900" b="1" dirty="0">
                <a:solidFill>
                  <a:srgbClr val="4BF0A0"/>
                </a:solidFill>
                <a:latin typeface="Courier New" pitchFamily="34" charset="0"/>
                <a:ea typeface="Courier New" pitchFamily="34" charset="-122"/>
                <a:cs typeface="Courier New" pitchFamily="34" charset="-120"/>
              </a:rPr>
              <a:t>FUN ZONE</a:t>
            </a:r>
            <a:endParaRPr lang="en-US" sz="900" dirty="0"/>
          </a:p>
        </p:txBody>
      </p:sp>
      <p:sp>
        <p:nvSpPr>
          <p:cNvPr id="33" name="Shape 19"/>
          <p:cNvSpPr/>
          <p:nvPr/>
        </p:nvSpPr>
        <p:spPr>
          <a:xfrm>
            <a:off x="5486400" y="5230368"/>
            <a:ext cx="566928" cy="566928"/>
          </a:xfrm>
          <a:prstGeom prst="ellipse">
            <a:avLst/>
          </a:prstGeom>
          <a:solidFill>
            <a:srgbClr val="1A2353"/>
          </a:solidFill>
          <a:ln w="31750">
            <a:solidFill>
              <a:srgbClr val="9BE564"/>
            </a:solidFill>
            <a:prstDash val="solid"/>
          </a:ln>
          <a:effectLst>
            <a:outerShdw sx="100000" sy="100000" kx="0" ky="0" algn="bl" rotWithShape="0" blurRad="152400" dist="50800" dir="5400000">
              <a:srgbClr val="9BE564">
                <a:alpha val="45000"/>
              </a:srgbClr>
            </a:outerShdw>
          </a:effectLst>
        </p:spPr>
      </p:sp>
      <p:pic>
        <p:nvPicPr>
          <p:cNvPr id="34" name="Image 12" descr="/tmp/claude-0/-home-user-ashton212123/6ae88841-e158-5430-ba3a-d930461fce9f/scratchpad/build/assets/icons/FaGlobeAsia_9BE564.png">    </p:cNvPr>
          <p:cNvPicPr>
            <a:picLocks noChangeAspect="1"/>
          </p:cNvPicPr>
          <p:nvPr/>
        </p:nvPicPr>
        <p:blipFill>
          <a:blip r:embed="rId13"/>
          <a:stretch>
            <a:fillRect/>
          </a:stretch>
        </p:blipFill>
        <p:spPr>
          <a:xfrm>
            <a:off x="5599786" y="5343754"/>
            <a:ext cx="340157" cy="340157"/>
          </a:xfrm>
          <a:prstGeom prst="rect">
            <a:avLst/>
          </a:prstGeom>
        </p:spPr>
      </p:pic>
      <p:sp>
        <p:nvSpPr>
          <p:cNvPr id="35" name="Text 20"/>
          <p:cNvSpPr txBox="1"/>
          <p:nvPr/>
        </p:nvSpPr>
        <p:spPr>
          <a:xfrm>
            <a:off x="5038344" y="5852160"/>
            <a:ext cx="1463040" cy="256032"/>
          </a:xfrm>
          <a:prstGeom prst="rect">
            <a:avLst/>
          </a:prstGeom>
          <a:noFill/>
          <a:ln/>
        </p:spPr>
        <p:txBody>
          <a:bodyPr wrap="square" lIns="0" tIns="0" rIns="0" bIns="0" rtlCol="0" anchor="t"/>
          <a:lstStyle/>
          <a:p>
            <a:pPr algn="ctr" indent="0" marL="0">
              <a:buNone/>
            </a:pPr>
            <a:r>
              <a:rPr lang="en-US" sz="900" b="1" dirty="0">
                <a:solidFill>
                  <a:srgbClr val="9BE564"/>
                </a:solidFill>
                <a:latin typeface="Courier New" pitchFamily="34" charset="0"/>
                <a:ea typeface="Courier New" pitchFamily="34" charset="-122"/>
                <a:cs typeface="Courier New" pitchFamily="34" charset="-120"/>
              </a:rPr>
              <a:t>WORLD</a:t>
            </a:r>
            <a:endParaRPr lang="en-US" sz="900" dirty="0"/>
          </a:p>
        </p:txBody>
      </p:sp>
      <p:sp>
        <p:nvSpPr>
          <p:cNvPr id="36" name="Shape 21"/>
          <p:cNvSpPr/>
          <p:nvPr/>
        </p:nvSpPr>
        <p:spPr>
          <a:xfrm>
            <a:off x="7086600" y="5230368"/>
            <a:ext cx="566928" cy="566928"/>
          </a:xfrm>
          <a:prstGeom prst="ellipse">
            <a:avLst/>
          </a:prstGeom>
          <a:solidFill>
            <a:srgbClr val="1A2353"/>
          </a:solidFill>
          <a:ln w="25400">
            <a:solidFill>
              <a:srgbClr val="3A4370"/>
            </a:solidFill>
            <a:prstDash val="solid"/>
          </a:ln>
        </p:spPr>
      </p:sp>
      <p:pic>
        <p:nvPicPr>
          <p:cNvPr id="37" name="Image 13" descr="/tmp/claude-0/-home-user-ashton212123/6ae88841-e158-5430-ba3a-d930461fce9f/scratchpad/build/assets/icons/FaLock_5A6494.png">    </p:cNvPr>
          <p:cNvPicPr>
            <a:picLocks noChangeAspect="1"/>
          </p:cNvPicPr>
          <p:nvPr/>
        </p:nvPicPr>
        <p:blipFill>
          <a:blip r:embed="rId14"/>
          <a:stretch>
            <a:fillRect/>
          </a:stretch>
        </p:blipFill>
        <p:spPr>
          <a:xfrm>
            <a:off x="7234001" y="5377769"/>
            <a:ext cx="272125" cy="272125"/>
          </a:xfrm>
          <a:prstGeom prst="rect">
            <a:avLst/>
          </a:prstGeom>
        </p:spPr>
      </p:pic>
      <p:sp>
        <p:nvSpPr>
          <p:cNvPr id="38" name="Text 22"/>
          <p:cNvSpPr txBox="1"/>
          <p:nvPr/>
        </p:nvSpPr>
        <p:spPr>
          <a:xfrm>
            <a:off x="6638544" y="5852160"/>
            <a:ext cx="1463040" cy="256032"/>
          </a:xfrm>
          <a:prstGeom prst="rect">
            <a:avLst/>
          </a:prstGeom>
          <a:noFill/>
          <a:ln/>
        </p:spPr>
        <p:txBody>
          <a:bodyPr wrap="square" lIns="0" tIns="0" rIns="0" bIns="0" rtlCol="0" anchor="t"/>
          <a:lstStyle/>
          <a:p>
            <a:pPr algn="ctr" indent="0" marL="0">
              <a:buNone/>
            </a:pPr>
            <a:r>
              <a:rPr lang="en-US" sz="900" b="1" dirty="0">
                <a:solidFill>
                  <a:srgbClr val="5A6494"/>
                </a:solidFill>
                <a:latin typeface="Courier New" pitchFamily="34" charset="0"/>
                <a:ea typeface="Courier New" pitchFamily="34" charset="-122"/>
                <a:cs typeface="Courier New" pitchFamily="34" charset="-120"/>
              </a:rPr>
              <a:t>CORE</a:t>
            </a:r>
            <a:endParaRPr lang="en-US" sz="900" dirty="0"/>
          </a:p>
        </p:txBody>
      </p:sp>
      <p:sp>
        <p:nvSpPr>
          <p:cNvPr id="39" name="Link - ENTER SECTOR">
            <a:hlinkClick r:id="rId18" action="ppaction://hlinksldjump" highlightClick="1"/>
          </p:cNvPr>
          <p:cNvSpPr txBox="1"/>
          <p:nvPr/>
        </p:nvSpPr>
        <p:spPr>
          <a:xfrm>
            <a:off x="9144000" y="5257800"/>
            <a:ext cx="2587752" cy="731520"/>
          </a:xfrm>
          <a:prstGeom prst="roundRect">
            <a:avLst>
              <a:gd name="adj" fmla="val 12500"/>
            </a:avLst>
          </a:prstGeom>
          <a:solidFill>
            <a:srgbClr val="9BE564"/>
          </a:solidFill>
          <a:ln w="25400">
            <a:solidFill>
              <a:srgbClr val="9BE564"/>
            </a:solidFill>
          </a:ln>
          <a:effectLst>
            <a:outerShdw sx="100000" sy="100000" kx="0" ky="0" algn="bl" rotWithShape="0" blurRad="177800" dist="50800" dir="5400000">
              <a:srgbClr val="9BE564">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ENTER SECTOR</a:t>
            </a:r>
            <a:endParaRPr lang="en-US" sz="1600" dirty="0"/>
          </a:p>
        </p:txBody>
      </p:sp>
    </p:spTree>
  </p:cSld>
  <p:clrMapOvr>
    <a:masterClrMapping/>
  </p:clrMapOvr>
  <p:transition spd="med" advClick="0">
    <p:fade/>
  </p:transition>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9BE564"/>
                </a:solidFill>
                <a:latin typeface="Courier New" pitchFamily="34" charset="0"/>
                <a:ea typeface="Courier New" pitchFamily="34" charset="-122"/>
                <a:cs typeface="Courier New" pitchFamily="34" charset="-120"/>
              </a:rPr>
              <a:t>&gt; SECTOR 04 // WORLD MAP</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5"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1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9BE564"/>
            </a:solidFill>
            <a:prstDash val="solid"/>
          </a:ln>
          <a:effectLst>
            <a:outerShdw sx="100000" sy="100000" kx="0" ky="0" algn="bl" rotWithShape="0" blurRad="203200" dist="50800" dir="5400000">
              <a:srgbClr val="9BE564">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Kai must travel to the capital city of Japan. Which door leads there?</a:t>
            </a:r>
            <a:endParaRPr lang="en-US" sz="2200" dirty="0"/>
          </a:p>
        </p:txBody>
      </p:sp>
      <p:sp>
        <p:nvSpPr>
          <p:cNvPr id="17" name="Link - Answer A">
            <a:hlinkClick r:id="rId16" action="ppaction://hlinksldjump" highlightClick="1"/>
          </p:cNvPr>
          <p:cNvSpPr txBox="1"/>
          <p:nvPr/>
        </p:nvSpPr>
        <p:spPr>
          <a:xfrm>
            <a:off x="457200" y="3429000"/>
            <a:ext cx="2651760" cy="2743200"/>
          </a:xfrm>
          <a:prstGeom prst="roundRect">
            <a:avLst>
              <a:gd name="adj" fmla="val 3448"/>
            </a:avLst>
          </a:prstGeom>
          <a:solidFill>
            <a:srgbClr val="1A2353"/>
          </a:solidFill>
          <a:ln w="22225">
            <a:solidFill>
              <a:srgbClr val="9BE564"/>
            </a:solidFill>
          </a:ln>
        </p:spPr>
        <p:txBody>
          <a:bodyPr wrap="square" lIns="101600" tIns="50800" rIns="101600" bIns="203200" rtlCol="0" anchor="b"/>
          <a:lstStyle/>
          <a:p>
            <a:pPr algn="ctr" indent="0" marL="0">
              <a:buNone/>
            </a:pPr>
            <a:r>
              <a:rPr lang="en-US" sz="2000" b="1" dirty="0">
                <a:solidFill>
                  <a:srgbClr val="EAF2FF"/>
                </a:solidFill>
                <a:latin typeface="Courier New" pitchFamily="34" charset="0"/>
                <a:ea typeface="Courier New" pitchFamily="34" charset="-122"/>
                <a:cs typeface="Courier New" pitchFamily="34" charset="-120"/>
              </a:rPr>
              <a:t>Kyoto</a:t>
            </a:r>
            <a:endParaRPr lang="en-US" sz="2000" dirty="0"/>
          </a:p>
        </p:txBody>
      </p:sp>
      <p:sp>
        <p:nvSpPr>
          <p:cNvPr id="18" name="Link - Answer A badge">
            <a:hlinkClick r:id="rId16" action="ppaction://hlinksldjump" highlightClick="1"/>
          </p:cNvPr>
          <p:cNvSpPr txBox="1"/>
          <p:nvPr/>
        </p:nvSpPr>
        <p:spPr>
          <a:xfrm>
            <a:off x="621792" y="3566160"/>
            <a:ext cx="457200" cy="45720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pic>
        <p:nvPicPr>
          <p:cNvPr id="19" name="Link - Door A" descr="/tmp/claude-0/-home-user-ashton212123/6ae88841-e158-5430-ba3a-d930461fce9f/scratchpad/build/assets/door.png">
            <a:hlinkClick r:id="rId16" action="ppaction://hlinksldjump" highlightClick="1"/>
          </p:cNvPr>
          <p:cNvPicPr>
            <a:picLocks noChangeAspect="1"/>
          </p:cNvPicPr>
          <p:nvPr/>
        </p:nvPicPr>
        <p:blipFill>
          <a:blip r:embed="rId9"/>
          <a:stretch>
            <a:fillRect/>
          </a:stretch>
        </p:blipFill>
        <p:spPr>
          <a:xfrm>
            <a:off x="1243584" y="3611880"/>
            <a:ext cx="1078992" cy="1280160"/>
          </a:xfrm>
          <a:prstGeom prst="rect">
            <a:avLst/>
          </a:prstGeom>
        </p:spPr>
      </p:pic>
      <p:sp>
        <p:nvSpPr>
          <p:cNvPr id="20" name="Link - Answer B">
            <a:hlinkClick r:id="rId17" action="ppaction://hlinksldjump" highlightClick="1"/>
          </p:cNvPr>
          <p:cNvSpPr txBox="1"/>
          <p:nvPr/>
        </p:nvSpPr>
        <p:spPr>
          <a:xfrm>
            <a:off x="3331159" y="3429000"/>
            <a:ext cx="2651760" cy="2743200"/>
          </a:xfrm>
          <a:prstGeom prst="roundRect">
            <a:avLst>
              <a:gd name="adj" fmla="val 3448"/>
            </a:avLst>
          </a:prstGeom>
          <a:solidFill>
            <a:srgbClr val="1A2353"/>
          </a:solidFill>
          <a:ln w="22225">
            <a:solidFill>
              <a:srgbClr val="9BE564"/>
            </a:solidFill>
          </a:ln>
        </p:spPr>
        <p:txBody>
          <a:bodyPr wrap="square" lIns="101600" tIns="50800" rIns="101600" bIns="203200" rtlCol="0" anchor="b"/>
          <a:lstStyle/>
          <a:p>
            <a:pPr algn="ctr" indent="0" marL="0">
              <a:buNone/>
            </a:pPr>
            <a:r>
              <a:rPr lang="en-US" sz="2000" b="1" dirty="0">
                <a:solidFill>
                  <a:srgbClr val="EAF2FF"/>
                </a:solidFill>
                <a:latin typeface="Courier New" pitchFamily="34" charset="0"/>
                <a:ea typeface="Courier New" pitchFamily="34" charset="-122"/>
                <a:cs typeface="Courier New" pitchFamily="34" charset="-120"/>
              </a:rPr>
              <a:t>Tokyo</a:t>
            </a:r>
            <a:endParaRPr lang="en-US" sz="2000" dirty="0"/>
          </a:p>
        </p:txBody>
      </p:sp>
      <p:sp>
        <p:nvSpPr>
          <p:cNvPr id="21" name="Link - Answer B badge">
            <a:hlinkClick r:id="rId17" action="ppaction://hlinksldjump" highlightClick="1"/>
          </p:cNvPr>
          <p:cNvSpPr txBox="1"/>
          <p:nvPr/>
        </p:nvSpPr>
        <p:spPr>
          <a:xfrm>
            <a:off x="3495751" y="3566160"/>
            <a:ext cx="457200" cy="45720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pic>
        <p:nvPicPr>
          <p:cNvPr id="22" name="Link - Door B" descr="/tmp/claude-0/-home-user-ashton212123/6ae88841-e158-5430-ba3a-d930461fce9f/scratchpad/build/assets/door.png">
            <a:hlinkClick r:id="rId17" action="ppaction://hlinksldjump" highlightClick="1"/>
          </p:cNvPr>
          <p:cNvPicPr>
            <a:picLocks noChangeAspect="1"/>
          </p:cNvPicPr>
          <p:nvPr/>
        </p:nvPicPr>
        <p:blipFill>
          <a:blip r:embed="rId10"/>
          <a:stretch>
            <a:fillRect/>
          </a:stretch>
        </p:blipFill>
        <p:spPr>
          <a:xfrm>
            <a:off x="4117543" y="3611880"/>
            <a:ext cx="1078992" cy="1280160"/>
          </a:xfrm>
          <a:prstGeom prst="rect">
            <a:avLst/>
          </a:prstGeom>
        </p:spPr>
      </p:pic>
      <p:sp>
        <p:nvSpPr>
          <p:cNvPr id="23" name="Link - Answer C">
            <a:hlinkClick r:id="rId16" action="ppaction://hlinksldjump" highlightClick="1"/>
          </p:cNvPr>
          <p:cNvSpPr txBox="1"/>
          <p:nvPr/>
        </p:nvSpPr>
        <p:spPr>
          <a:xfrm>
            <a:off x="6205118" y="3429000"/>
            <a:ext cx="2651760" cy="2743200"/>
          </a:xfrm>
          <a:prstGeom prst="roundRect">
            <a:avLst>
              <a:gd name="adj" fmla="val 3448"/>
            </a:avLst>
          </a:prstGeom>
          <a:solidFill>
            <a:srgbClr val="1A2353"/>
          </a:solidFill>
          <a:ln w="22225">
            <a:solidFill>
              <a:srgbClr val="9BE564"/>
            </a:solidFill>
          </a:ln>
        </p:spPr>
        <p:txBody>
          <a:bodyPr wrap="square" lIns="101600" tIns="50800" rIns="101600" bIns="203200" rtlCol="0" anchor="b"/>
          <a:lstStyle/>
          <a:p>
            <a:pPr algn="ctr" indent="0" marL="0">
              <a:buNone/>
            </a:pPr>
            <a:r>
              <a:rPr lang="en-US" sz="2000" b="1" dirty="0">
                <a:solidFill>
                  <a:srgbClr val="EAF2FF"/>
                </a:solidFill>
                <a:latin typeface="Courier New" pitchFamily="34" charset="0"/>
                <a:ea typeface="Courier New" pitchFamily="34" charset="-122"/>
                <a:cs typeface="Courier New" pitchFamily="34" charset="-120"/>
              </a:rPr>
              <a:t>Osaka</a:t>
            </a:r>
            <a:endParaRPr lang="en-US" sz="2000" dirty="0"/>
          </a:p>
        </p:txBody>
      </p:sp>
      <p:sp>
        <p:nvSpPr>
          <p:cNvPr id="24" name="Link - Answer C badge">
            <a:hlinkClick r:id="rId16" action="ppaction://hlinksldjump" highlightClick="1"/>
          </p:cNvPr>
          <p:cNvSpPr txBox="1"/>
          <p:nvPr/>
        </p:nvSpPr>
        <p:spPr>
          <a:xfrm>
            <a:off x="6369710" y="3566160"/>
            <a:ext cx="457200" cy="45720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pic>
        <p:nvPicPr>
          <p:cNvPr id="25" name="Link - Door C" descr="/tmp/claude-0/-home-user-ashton212123/6ae88841-e158-5430-ba3a-d930461fce9f/scratchpad/build/assets/door.png">
            <a:hlinkClick r:id="rId16" action="ppaction://hlinksldjump" highlightClick="1"/>
          </p:cNvPr>
          <p:cNvPicPr>
            <a:picLocks noChangeAspect="1"/>
          </p:cNvPicPr>
          <p:nvPr/>
        </p:nvPicPr>
        <p:blipFill>
          <a:blip r:embed="rId11"/>
          <a:stretch>
            <a:fillRect/>
          </a:stretch>
        </p:blipFill>
        <p:spPr>
          <a:xfrm>
            <a:off x="6991502" y="3611880"/>
            <a:ext cx="1078992" cy="1280160"/>
          </a:xfrm>
          <a:prstGeom prst="rect">
            <a:avLst/>
          </a:prstGeom>
        </p:spPr>
      </p:pic>
      <p:sp>
        <p:nvSpPr>
          <p:cNvPr id="26" name="Link - Answer D">
            <a:hlinkClick r:id="rId16" action="ppaction://hlinksldjump" highlightClick="1"/>
          </p:cNvPr>
          <p:cNvSpPr txBox="1"/>
          <p:nvPr/>
        </p:nvSpPr>
        <p:spPr>
          <a:xfrm>
            <a:off x="9079078" y="3429000"/>
            <a:ext cx="2651760" cy="2743200"/>
          </a:xfrm>
          <a:prstGeom prst="roundRect">
            <a:avLst>
              <a:gd name="adj" fmla="val 3448"/>
            </a:avLst>
          </a:prstGeom>
          <a:solidFill>
            <a:srgbClr val="1A2353"/>
          </a:solidFill>
          <a:ln w="22225">
            <a:solidFill>
              <a:srgbClr val="9BE564"/>
            </a:solidFill>
          </a:ln>
        </p:spPr>
        <p:txBody>
          <a:bodyPr wrap="square" lIns="101600" tIns="50800" rIns="101600" bIns="203200" rtlCol="0" anchor="b"/>
          <a:lstStyle/>
          <a:p>
            <a:pPr algn="ctr" indent="0" marL="0">
              <a:buNone/>
            </a:pPr>
            <a:r>
              <a:rPr lang="en-US" sz="2000" b="1" dirty="0">
                <a:solidFill>
                  <a:srgbClr val="EAF2FF"/>
                </a:solidFill>
                <a:latin typeface="Courier New" pitchFamily="34" charset="0"/>
                <a:ea typeface="Courier New" pitchFamily="34" charset="-122"/>
                <a:cs typeface="Courier New" pitchFamily="34" charset="-120"/>
              </a:rPr>
              <a:t>Seoul</a:t>
            </a:r>
            <a:endParaRPr lang="en-US" sz="2000" dirty="0"/>
          </a:p>
        </p:txBody>
      </p:sp>
      <p:sp>
        <p:nvSpPr>
          <p:cNvPr id="27" name="Link - Answer D badge">
            <a:hlinkClick r:id="rId16" action="ppaction://hlinksldjump" highlightClick="1"/>
          </p:cNvPr>
          <p:cNvSpPr txBox="1"/>
          <p:nvPr/>
        </p:nvSpPr>
        <p:spPr>
          <a:xfrm>
            <a:off x="9243670" y="3566160"/>
            <a:ext cx="457200" cy="45720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pic>
        <p:nvPicPr>
          <p:cNvPr id="28" name="Link - Door D" descr="/tmp/claude-0/-home-user-ashton212123/6ae88841-e158-5430-ba3a-d930461fce9f/scratchpad/build/assets/door.png">
            <a:hlinkClick r:id="rId16" action="ppaction://hlinksldjump" highlightClick="1"/>
          </p:cNvPr>
          <p:cNvPicPr>
            <a:picLocks noChangeAspect="1"/>
          </p:cNvPicPr>
          <p:nvPr/>
        </p:nvPicPr>
        <p:blipFill>
          <a:blip r:embed="rId12"/>
          <a:stretch>
            <a:fillRect/>
          </a:stretch>
        </p:blipFill>
        <p:spPr>
          <a:xfrm>
            <a:off x="9865462" y="3611880"/>
            <a:ext cx="1078992" cy="1280160"/>
          </a:xfrm>
          <a:prstGeom prst="rect">
            <a:avLst/>
          </a:prstGeom>
        </p:spPr>
      </p:pic>
    </p:spTree>
  </p:cSld>
  <p:clrMapOvr>
    <a:masterClrMapping/>
  </p:clrMapOvr>
  <p:transition spd="med" advClick="0">
    <p:fade/>
  </p:transition>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9BE564"/>
                </a:solidFill>
                <a:latin typeface="Courier New" pitchFamily="34" charset="0"/>
                <a:ea typeface="Courier New" pitchFamily="34" charset="-122"/>
                <a:cs typeface="Courier New" pitchFamily="34" charset="-120"/>
              </a:rPr>
              <a:t>&gt; SECTOR 04 // WORLD MAP</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5"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1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9BE564"/>
            </a:solidFill>
            <a:prstDash val="solid"/>
          </a:ln>
          <a:effectLst>
            <a:outerShdw sx="100000" sy="100000" kx="0" ky="0" algn="bl" rotWithShape="0" blurRad="203200" dist="50800" dir="5400000">
              <a:srgbClr val="9BE564">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Kai must travel to the capital city of Japan. Which door leads there?</a:t>
            </a:r>
            <a:endParaRPr lang="en-US" sz="2200" dirty="0"/>
          </a:p>
        </p:txBody>
      </p:sp>
      <p:sp>
        <p:nvSpPr>
          <p:cNvPr id="17" name="Link - Answer A">
            <a:hlinkClick r:id="rId16" action="ppaction://hlinksldjump" highlightClick="1"/>
          </p:cNvPr>
          <p:cNvSpPr txBox="1"/>
          <p:nvPr/>
        </p:nvSpPr>
        <p:spPr>
          <a:xfrm>
            <a:off x="457200" y="3429000"/>
            <a:ext cx="2651760" cy="2743200"/>
          </a:xfrm>
          <a:prstGeom prst="roundRect">
            <a:avLst>
              <a:gd name="adj" fmla="val 3448"/>
            </a:avLst>
          </a:prstGeom>
          <a:solidFill>
            <a:srgbClr val="1A2353"/>
          </a:solidFill>
          <a:ln w="22225">
            <a:solidFill>
              <a:srgbClr val="9BE564"/>
            </a:solidFill>
          </a:ln>
        </p:spPr>
        <p:txBody>
          <a:bodyPr wrap="square" lIns="101600" tIns="50800" rIns="101600" bIns="203200" rtlCol="0" anchor="b"/>
          <a:lstStyle/>
          <a:p>
            <a:pPr algn="ctr" indent="0" marL="0">
              <a:buNone/>
            </a:pPr>
            <a:r>
              <a:rPr lang="en-US" sz="2000" b="1" dirty="0">
                <a:solidFill>
                  <a:srgbClr val="EAF2FF"/>
                </a:solidFill>
                <a:latin typeface="Courier New" pitchFamily="34" charset="0"/>
                <a:ea typeface="Courier New" pitchFamily="34" charset="-122"/>
                <a:cs typeface="Courier New" pitchFamily="34" charset="-120"/>
              </a:rPr>
              <a:t>Kyoto</a:t>
            </a:r>
            <a:endParaRPr lang="en-US" sz="2000" dirty="0"/>
          </a:p>
        </p:txBody>
      </p:sp>
      <p:sp>
        <p:nvSpPr>
          <p:cNvPr id="18" name="Link - Answer A badge">
            <a:hlinkClick r:id="rId16" action="ppaction://hlinksldjump" highlightClick="1"/>
          </p:cNvPr>
          <p:cNvSpPr txBox="1"/>
          <p:nvPr/>
        </p:nvSpPr>
        <p:spPr>
          <a:xfrm>
            <a:off x="621792" y="3566160"/>
            <a:ext cx="457200" cy="45720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pic>
        <p:nvPicPr>
          <p:cNvPr id="19" name="Link - Door A" descr="/tmp/claude-0/-home-user-ashton212123/6ae88841-e158-5430-ba3a-d930461fce9f/scratchpad/build/assets/door.png">
            <a:hlinkClick r:id="rId16" action="ppaction://hlinksldjump" highlightClick="1"/>
          </p:cNvPr>
          <p:cNvPicPr>
            <a:picLocks noChangeAspect="1"/>
          </p:cNvPicPr>
          <p:nvPr/>
        </p:nvPicPr>
        <p:blipFill>
          <a:blip r:embed="rId9"/>
          <a:stretch>
            <a:fillRect/>
          </a:stretch>
        </p:blipFill>
        <p:spPr>
          <a:xfrm>
            <a:off x="1243584" y="3611880"/>
            <a:ext cx="1078992" cy="1280160"/>
          </a:xfrm>
          <a:prstGeom prst="rect">
            <a:avLst/>
          </a:prstGeom>
        </p:spPr>
      </p:pic>
      <p:sp>
        <p:nvSpPr>
          <p:cNvPr id="20" name="Link - Answer B">
            <a:hlinkClick r:id="rId17" action="ppaction://hlinksldjump" highlightClick="1"/>
          </p:cNvPr>
          <p:cNvSpPr txBox="1"/>
          <p:nvPr/>
        </p:nvSpPr>
        <p:spPr>
          <a:xfrm>
            <a:off x="3331159" y="3429000"/>
            <a:ext cx="2651760" cy="2743200"/>
          </a:xfrm>
          <a:prstGeom prst="roundRect">
            <a:avLst>
              <a:gd name="adj" fmla="val 3448"/>
            </a:avLst>
          </a:prstGeom>
          <a:solidFill>
            <a:srgbClr val="1A2353"/>
          </a:solidFill>
          <a:ln w="22225">
            <a:solidFill>
              <a:srgbClr val="9BE564"/>
            </a:solidFill>
          </a:ln>
        </p:spPr>
        <p:txBody>
          <a:bodyPr wrap="square" lIns="101600" tIns="50800" rIns="101600" bIns="203200" rtlCol="0" anchor="b"/>
          <a:lstStyle/>
          <a:p>
            <a:pPr algn="ctr" indent="0" marL="0">
              <a:buNone/>
            </a:pPr>
            <a:r>
              <a:rPr lang="en-US" sz="2000" b="1" dirty="0">
                <a:solidFill>
                  <a:srgbClr val="EAF2FF"/>
                </a:solidFill>
                <a:latin typeface="Courier New" pitchFamily="34" charset="0"/>
                <a:ea typeface="Courier New" pitchFamily="34" charset="-122"/>
                <a:cs typeface="Courier New" pitchFamily="34" charset="-120"/>
              </a:rPr>
              <a:t>Tokyo</a:t>
            </a:r>
            <a:endParaRPr lang="en-US" sz="2000" dirty="0"/>
          </a:p>
        </p:txBody>
      </p:sp>
      <p:sp>
        <p:nvSpPr>
          <p:cNvPr id="21" name="Link - Answer B badge">
            <a:hlinkClick r:id="rId17" action="ppaction://hlinksldjump" highlightClick="1"/>
          </p:cNvPr>
          <p:cNvSpPr txBox="1"/>
          <p:nvPr/>
        </p:nvSpPr>
        <p:spPr>
          <a:xfrm>
            <a:off x="3495751" y="3566160"/>
            <a:ext cx="457200" cy="45720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pic>
        <p:nvPicPr>
          <p:cNvPr id="22" name="Link - Door B" descr="/tmp/claude-0/-home-user-ashton212123/6ae88841-e158-5430-ba3a-d930461fce9f/scratchpad/build/assets/door.png">
            <a:hlinkClick r:id="rId17" action="ppaction://hlinksldjump" highlightClick="1"/>
          </p:cNvPr>
          <p:cNvPicPr>
            <a:picLocks noChangeAspect="1"/>
          </p:cNvPicPr>
          <p:nvPr/>
        </p:nvPicPr>
        <p:blipFill>
          <a:blip r:embed="rId10"/>
          <a:stretch>
            <a:fillRect/>
          </a:stretch>
        </p:blipFill>
        <p:spPr>
          <a:xfrm>
            <a:off x="4117543" y="3611880"/>
            <a:ext cx="1078992" cy="1280160"/>
          </a:xfrm>
          <a:prstGeom prst="rect">
            <a:avLst/>
          </a:prstGeom>
        </p:spPr>
      </p:pic>
      <p:sp>
        <p:nvSpPr>
          <p:cNvPr id="23" name="Link - Answer C">
            <a:hlinkClick r:id="rId16" action="ppaction://hlinksldjump" highlightClick="1"/>
          </p:cNvPr>
          <p:cNvSpPr txBox="1"/>
          <p:nvPr/>
        </p:nvSpPr>
        <p:spPr>
          <a:xfrm>
            <a:off x="6205118" y="3429000"/>
            <a:ext cx="2651760" cy="2743200"/>
          </a:xfrm>
          <a:prstGeom prst="roundRect">
            <a:avLst>
              <a:gd name="adj" fmla="val 3448"/>
            </a:avLst>
          </a:prstGeom>
          <a:solidFill>
            <a:srgbClr val="1A2353"/>
          </a:solidFill>
          <a:ln w="22225">
            <a:solidFill>
              <a:srgbClr val="9BE564"/>
            </a:solidFill>
          </a:ln>
        </p:spPr>
        <p:txBody>
          <a:bodyPr wrap="square" lIns="101600" tIns="50800" rIns="101600" bIns="203200" rtlCol="0" anchor="b"/>
          <a:lstStyle/>
          <a:p>
            <a:pPr algn="ctr" indent="0" marL="0">
              <a:buNone/>
            </a:pPr>
            <a:r>
              <a:rPr lang="en-US" sz="2000" b="1" dirty="0">
                <a:solidFill>
                  <a:srgbClr val="EAF2FF"/>
                </a:solidFill>
                <a:latin typeface="Courier New" pitchFamily="34" charset="0"/>
                <a:ea typeface="Courier New" pitchFamily="34" charset="-122"/>
                <a:cs typeface="Courier New" pitchFamily="34" charset="-120"/>
              </a:rPr>
              <a:t>Osaka</a:t>
            </a:r>
            <a:endParaRPr lang="en-US" sz="2000" dirty="0"/>
          </a:p>
        </p:txBody>
      </p:sp>
      <p:sp>
        <p:nvSpPr>
          <p:cNvPr id="24" name="Link - Answer C badge">
            <a:hlinkClick r:id="rId16" action="ppaction://hlinksldjump" highlightClick="1"/>
          </p:cNvPr>
          <p:cNvSpPr txBox="1"/>
          <p:nvPr/>
        </p:nvSpPr>
        <p:spPr>
          <a:xfrm>
            <a:off x="6369710" y="3566160"/>
            <a:ext cx="457200" cy="45720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pic>
        <p:nvPicPr>
          <p:cNvPr id="25" name="Link - Door C" descr="/tmp/claude-0/-home-user-ashton212123/6ae88841-e158-5430-ba3a-d930461fce9f/scratchpad/build/assets/door.png">
            <a:hlinkClick r:id="rId16" action="ppaction://hlinksldjump" highlightClick="1"/>
          </p:cNvPr>
          <p:cNvPicPr>
            <a:picLocks noChangeAspect="1"/>
          </p:cNvPicPr>
          <p:nvPr/>
        </p:nvPicPr>
        <p:blipFill>
          <a:blip r:embed="rId11"/>
          <a:stretch>
            <a:fillRect/>
          </a:stretch>
        </p:blipFill>
        <p:spPr>
          <a:xfrm>
            <a:off x="6991502" y="3611880"/>
            <a:ext cx="1078992" cy="1280160"/>
          </a:xfrm>
          <a:prstGeom prst="rect">
            <a:avLst/>
          </a:prstGeom>
        </p:spPr>
      </p:pic>
      <p:sp>
        <p:nvSpPr>
          <p:cNvPr id="26" name="Link - Answer D">
            <a:hlinkClick r:id="rId16" action="ppaction://hlinksldjump" highlightClick="1"/>
          </p:cNvPr>
          <p:cNvSpPr txBox="1"/>
          <p:nvPr/>
        </p:nvSpPr>
        <p:spPr>
          <a:xfrm>
            <a:off x="9079078" y="3429000"/>
            <a:ext cx="2651760" cy="2743200"/>
          </a:xfrm>
          <a:prstGeom prst="roundRect">
            <a:avLst>
              <a:gd name="adj" fmla="val 3448"/>
            </a:avLst>
          </a:prstGeom>
          <a:solidFill>
            <a:srgbClr val="1A2353"/>
          </a:solidFill>
          <a:ln w="22225">
            <a:solidFill>
              <a:srgbClr val="9BE564"/>
            </a:solidFill>
          </a:ln>
        </p:spPr>
        <p:txBody>
          <a:bodyPr wrap="square" lIns="101600" tIns="50800" rIns="101600" bIns="203200" rtlCol="0" anchor="b"/>
          <a:lstStyle/>
          <a:p>
            <a:pPr algn="ctr" indent="0" marL="0">
              <a:buNone/>
            </a:pPr>
            <a:r>
              <a:rPr lang="en-US" sz="2000" b="1" dirty="0">
                <a:solidFill>
                  <a:srgbClr val="EAF2FF"/>
                </a:solidFill>
                <a:latin typeface="Courier New" pitchFamily="34" charset="0"/>
                <a:ea typeface="Courier New" pitchFamily="34" charset="-122"/>
                <a:cs typeface="Courier New" pitchFamily="34" charset="-120"/>
              </a:rPr>
              <a:t>Seoul</a:t>
            </a:r>
            <a:endParaRPr lang="en-US" sz="2000" dirty="0"/>
          </a:p>
        </p:txBody>
      </p:sp>
      <p:sp>
        <p:nvSpPr>
          <p:cNvPr id="27" name="Link - Answer D badge">
            <a:hlinkClick r:id="rId16" action="ppaction://hlinksldjump" highlightClick="1"/>
          </p:cNvPr>
          <p:cNvSpPr txBox="1"/>
          <p:nvPr/>
        </p:nvSpPr>
        <p:spPr>
          <a:xfrm>
            <a:off x="9243670" y="3566160"/>
            <a:ext cx="457200" cy="45720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pic>
        <p:nvPicPr>
          <p:cNvPr id="28" name="Link - Door D" descr="/tmp/claude-0/-home-user-ashton212123/6ae88841-e158-5430-ba3a-d930461fce9f/scratchpad/build/assets/door.png">
            <a:hlinkClick r:id="rId16" action="ppaction://hlinksldjump" highlightClick="1"/>
          </p:cNvPr>
          <p:cNvPicPr>
            <a:picLocks noChangeAspect="1"/>
          </p:cNvPicPr>
          <p:nvPr/>
        </p:nvPicPr>
        <p:blipFill>
          <a:blip r:embed="rId12"/>
          <a:stretch>
            <a:fillRect/>
          </a:stretch>
        </p:blipFill>
        <p:spPr>
          <a:xfrm>
            <a:off x="9865462" y="3611880"/>
            <a:ext cx="1078992" cy="1280160"/>
          </a:xfrm>
          <a:prstGeom prst="rect">
            <a:avLst/>
          </a:prstGeom>
        </p:spPr>
      </p:pic>
    </p:spTree>
  </p:cSld>
  <p:clrMapOvr>
    <a:masterClrMapping/>
  </p:clrMapOvr>
  <p:transition spd="med" advClick="0">
    <p:fade/>
  </p:transition>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9BE564"/>
                </a:solidFill>
                <a:latin typeface="Courier New" pitchFamily="34" charset="0"/>
                <a:ea typeface="Courier New" pitchFamily="34" charset="-122"/>
                <a:cs typeface="Courier New" pitchFamily="34" charset="-120"/>
              </a:rPr>
              <a:t>&gt; SECTOR 04 // WORLD MAP</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5"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1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9BE564"/>
            </a:solidFill>
            <a:prstDash val="solid"/>
          </a:ln>
          <a:effectLst>
            <a:outerShdw sx="100000" sy="100000" kx="0" ky="0" algn="bl" rotWithShape="0" blurRad="203200" dist="50800" dir="5400000">
              <a:srgbClr val="9BE564">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Kai must travel to the capital city of Japan. Which door leads there?</a:t>
            </a:r>
            <a:endParaRPr lang="en-US" sz="2200" dirty="0"/>
          </a:p>
        </p:txBody>
      </p:sp>
      <p:sp>
        <p:nvSpPr>
          <p:cNvPr id="17" name="Link - Answer A">
            <a:hlinkClick r:id="rId16" action="ppaction://hlinksldjump" highlightClick="1"/>
          </p:cNvPr>
          <p:cNvSpPr txBox="1"/>
          <p:nvPr/>
        </p:nvSpPr>
        <p:spPr>
          <a:xfrm>
            <a:off x="457200" y="3429000"/>
            <a:ext cx="2651760" cy="2743200"/>
          </a:xfrm>
          <a:prstGeom prst="roundRect">
            <a:avLst>
              <a:gd name="adj" fmla="val 3448"/>
            </a:avLst>
          </a:prstGeom>
          <a:solidFill>
            <a:srgbClr val="1A2353"/>
          </a:solidFill>
          <a:ln w="22225">
            <a:solidFill>
              <a:srgbClr val="9BE564"/>
            </a:solidFill>
          </a:ln>
        </p:spPr>
        <p:txBody>
          <a:bodyPr wrap="square" lIns="101600" tIns="50800" rIns="101600" bIns="203200" rtlCol="0" anchor="b"/>
          <a:lstStyle/>
          <a:p>
            <a:pPr algn="ctr" indent="0" marL="0">
              <a:buNone/>
            </a:pPr>
            <a:r>
              <a:rPr lang="en-US" sz="2000" b="1" dirty="0">
                <a:solidFill>
                  <a:srgbClr val="EAF2FF"/>
                </a:solidFill>
                <a:latin typeface="Courier New" pitchFamily="34" charset="0"/>
                <a:ea typeface="Courier New" pitchFamily="34" charset="-122"/>
                <a:cs typeface="Courier New" pitchFamily="34" charset="-120"/>
              </a:rPr>
              <a:t>Kyoto</a:t>
            </a:r>
            <a:endParaRPr lang="en-US" sz="2000" dirty="0"/>
          </a:p>
        </p:txBody>
      </p:sp>
      <p:sp>
        <p:nvSpPr>
          <p:cNvPr id="18" name="Link - Answer A badge">
            <a:hlinkClick r:id="rId16" action="ppaction://hlinksldjump" highlightClick="1"/>
          </p:cNvPr>
          <p:cNvSpPr txBox="1"/>
          <p:nvPr/>
        </p:nvSpPr>
        <p:spPr>
          <a:xfrm>
            <a:off x="621792" y="3566160"/>
            <a:ext cx="457200" cy="45720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pic>
        <p:nvPicPr>
          <p:cNvPr id="19" name="Link - Door A" descr="/tmp/claude-0/-home-user-ashton212123/6ae88841-e158-5430-ba3a-d930461fce9f/scratchpad/build/assets/door.png">
            <a:hlinkClick r:id="rId16" action="ppaction://hlinksldjump" highlightClick="1"/>
          </p:cNvPr>
          <p:cNvPicPr>
            <a:picLocks noChangeAspect="1"/>
          </p:cNvPicPr>
          <p:nvPr/>
        </p:nvPicPr>
        <p:blipFill>
          <a:blip r:embed="rId9"/>
          <a:stretch>
            <a:fillRect/>
          </a:stretch>
        </p:blipFill>
        <p:spPr>
          <a:xfrm>
            <a:off x="1243584" y="3611880"/>
            <a:ext cx="1078992" cy="1280160"/>
          </a:xfrm>
          <a:prstGeom prst="rect">
            <a:avLst/>
          </a:prstGeom>
        </p:spPr>
      </p:pic>
      <p:sp>
        <p:nvSpPr>
          <p:cNvPr id="20" name="Link - Answer B">
            <a:hlinkClick r:id="rId17" action="ppaction://hlinksldjump" highlightClick="1"/>
          </p:cNvPr>
          <p:cNvSpPr txBox="1"/>
          <p:nvPr/>
        </p:nvSpPr>
        <p:spPr>
          <a:xfrm>
            <a:off x="3331159" y="3429000"/>
            <a:ext cx="2651760" cy="2743200"/>
          </a:xfrm>
          <a:prstGeom prst="roundRect">
            <a:avLst>
              <a:gd name="adj" fmla="val 3448"/>
            </a:avLst>
          </a:prstGeom>
          <a:solidFill>
            <a:srgbClr val="1A2353"/>
          </a:solidFill>
          <a:ln w="22225">
            <a:solidFill>
              <a:srgbClr val="9BE564"/>
            </a:solidFill>
          </a:ln>
        </p:spPr>
        <p:txBody>
          <a:bodyPr wrap="square" lIns="101600" tIns="50800" rIns="101600" bIns="203200" rtlCol="0" anchor="b"/>
          <a:lstStyle/>
          <a:p>
            <a:pPr algn="ctr" indent="0" marL="0">
              <a:buNone/>
            </a:pPr>
            <a:r>
              <a:rPr lang="en-US" sz="2000" b="1" dirty="0">
                <a:solidFill>
                  <a:srgbClr val="EAF2FF"/>
                </a:solidFill>
                <a:latin typeface="Courier New" pitchFamily="34" charset="0"/>
                <a:ea typeface="Courier New" pitchFamily="34" charset="-122"/>
                <a:cs typeface="Courier New" pitchFamily="34" charset="-120"/>
              </a:rPr>
              <a:t>Tokyo</a:t>
            </a:r>
            <a:endParaRPr lang="en-US" sz="2000" dirty="0"/>
          </a:p>
        </p:txBody>
      </p:sp>
      <p:sp>
        <p:nvSpPr>
          <p:cNvPr id="21" name="Link - Answer B badge">
            <a:hlinkClick r:id="rId17" action="ppaction://hlinksldjump" highlightClick="1"/>
          </p:cNvPr>
          <p:cNvSpPr txBox="1"/>
          <p:nvPr/>
        </p:nvSpPr>
        <p:spPr>
          <a:xfrm>
            <a:off x="3495751" y="3566160"/>
            <a:ext cx="457200" cy="45720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pic>
        <p:nvPicPr>
          <p:cNvPr id="22" name="Link - Door B" descr="/tmp/claude-0/-home-user-ashton212123/6ae88841-e158-5430-ba3a-d930461fce9f/scratchpad/build/assets/door.png">
            <a:hlinkClick r:id="rId17" action="ppaction://hlinksldjump" highlightClick="1"/>
          </p:cNvPr>
          <p:cNvPicPr>
            <a:picLocks noChangeAspect="1"/>
          </p:cNvPicPr>
          <p:nvPr/>
        </p:nvPicPr>
        <p:blipFill>
          <a:blip r:embed="rId10"/>
          <a:stretch>
            <a:fillRect/>
          </a:stretch>
        </p:blipFill>
        <p:spPr>
          <a:xfrm>
            <a:off x="4117543" y="3611880"/>
            <a:ext cx="1078992" cy="1280160"/>
          </a:xfrm>
          <a:prstGeom prst="rect">
            <a:avLst/>
          </a:prstGeom>
        </p:spPr>
      </p:pic>
      <p:sp>
        <p:nvSpPr>
          <p:cNvPr id="23" name="Link - Answer C">
            <a:hlinkClick r:id="rId16" action="ppaction://hlinksldjump" highlightClick="1"/>
          </p:cNvPr>
          <p:cNvSpPr txBox="1"/>
          <p:nvPr/>
        </p:nvSpPr>
        <p:spPr>
          <a:xfrm>
            <a:off x="6205118" y="3429000"/>
            <a:ext cx="2651760" cy="2743200"/>
          </a:xfrm>
          <a:prstGeom prst="roundRect">
            <a:avLst>
              <a:gd name="adj" fmla="val 3448"/>
            </a:avLst>
          </a:prstGeom>
          <a:solidFill>
            <a:srgbClr val="1A2353"/>
          </a:solidFill>
          <a:ln w="22225">
            <a:solidFill>
              <a:srgbClr val="9BE564"/>
            </a:solidFill>
          </a:ln>
        </p:spPr>
        <p:txBody>
          <a:bodyPr wrap="square" lIns="101600" tIns="50800" rIns="101600" bIns="203200" rtlCol="0" anchor="b"/>
          <a:lstStyle/>
          <a:p>
            <a:pPr algn="ctr" indent="0" marL="0">
              <a:buNone/>
            </a:pPr>
            <a:r>
              <a:rPr lang="en-US" sz="2000" b="1" dirty="0">
                <a:solidFill>
                  <a:srgbClr val="EAF2FF"/>
                </a:solidFill>
                <a:latin typeface="Courier New" pitchFamily="34" charset="0"/>
                <a:ea typeface="Courier New" pitchFamily="34" charset="-122"/>
                <a:cs typeface="Courier New" pitchFamily="34" charset="-120"/>
              </a:rPr>
              <a:t>Osaka</a:t>
            </a:r>
            <a:endParaRPr lang="en-US" sz="2000" dirty="0"/>
          </a:p>
        </p:txBody>
      </p:sp>
      <p:sp>
        <p:nvSpPr>
          <p:cNvPr id="24" name="Link - Answer C badge">
            <a:hlinkClick r:id="rId16" action="ppaction://hlinksldjump" highlightClick="1"/>
          </p:cNvPr>
          <p:cNvSpPr txBox="1"/>
          <p:nvPr/>
        </p:nvSpPr>
        <p:spPr>
          <a:xfrm>
            <a:off x="6369710" y="3566160"/>
            <a:ext cx="457200" cy="45720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pic>
        <p:nvPicPr>
          <p:cNvPr id="25" name="Link - Door C" descr="/tmp/claude-0/-home-user-ashton212123/6ae88841-e158-5430-ba3a-d930461fce9f/scratchpad/build/assets/door.png">
            <a:hlinkClick r:id="rId16" action="ppaction://hlinksldjump" highlightClick="1"/>
          </p:cNvPr>
          <p:cNvPicPr>
            <a:picLocks noChangeAspect="1"/>
          </p:cNvPicPr>
          <p:nvPr/>
        </p:nvPicPr>
        <p:blipFill>
          <a:blip r:embed="rId11"/>
          <a:stretch>
            <a:fillRect/>
          </a:stretch>
        </p:blipFill>
        <p:spPr>
          <a:xfrm>
            <a:off x="6991502" y="3611880"/>
            <a:ext cx="1078992" cy="1280160"/>
          </a:xfrm>
          <a:prstGeom prst="rect">
            <a:avLst/>
          </a:prstGeom>
        </p:spPr>
      </p:pic>
      <p:sp>
        <p:nvSpPr>
          <p:cNvPr id="26" name="Link - Answer D">
            <a:hlinkClick r:id="rId16" action="ppaction://hlinksldjump" highlightClick="1"/>
          </p:cNvPr>
          <p:cNvSpPr txBox="1"/>
          <p:nvPr/>
        </p:nvSpPr>
        <p:spPr>
          <a:xfrm>
            <a:off x="9079078" y="3429000"/>
            <a:ext cx="2651760" cy="2743200"/>
          </a:xfrm>
          <a:prstGeom prst="roundRect">
            <a:avLst>
              <a:gd name="adj" fmla="val 3448"/>
            </a:avLst>
          </a:prstGeom>
          <a:solidFill>
            <a:srgbClr val="1A2353"/>
          </a:solidFill>
          <a:ln w="22225">
            <a:solidFill>
              <a:srgbClr val="9BE564"/>
            </a:solidFill>
          </a:ln>
        </p:spPr>
        <p:txBody>
          <a:bodyPr wrap="square" lIns="101600" tIns="50800" rIns="101600" bIns="203200" rtlCol="0" anchor="b"/>
          <a:lstStyle/>
          <a:p>
            <a:pPr algn="ctr" indent="0" marL="0">
              <a:buNone/>
            </a:pPr>
            <a:r>
              <a:rPr lang="en-US" sz="2000" b="1" dirty="0">
                <a:solidFill>
                  <a:srgbClr val="EAF2FF"/>
                </a:solidFill>
                <a:latin typeface="Courier New" pitchFamily="34" charset="0"/>
                <a:ea typeface="Courier New" pitchFamily="34" charset="-122"/>
                <a:cs typeface="Courier New" pitchFamily="34" charset="-120"/>
              </a:rPr>
              <a:t>Seoul</a:t>
            </a:r>
            <a:endParaRPr lang="en-US" sz="2000" dirty="0"/>
          </a:p>
        </p:txBody>
      </p:sp>
      <p:sp>
        <p:nvSpPr>
          <p:cNvPr id="27" name="Link - Answer D badge">
            <a:hlinkClick r:id="rId16" action="ppaction://hlinksldjump" highlightClick="1"/>
          </p:cNvPr>
          <p:cNvSpPr txBox="1"/>
          <p:nvPr/>
        </p:nvSpPr>
        <p:spPr>
          <a:xfrm>
            <a:off x="9243670" y="3566160"/>
            <a:ext cx="457200" cy="45720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pic>
        <p:nvPicPr>
          <p:cNvPr id="28" name="Link - Door D" descr="/tmp/claude-0/-home-user-ashton212123/6ae88841-e158-5430-ba3a-d930461fce9f/scratchpad/build/assets/door.png">
            <a:hlinkClick r:id="rId16" action="ppaction://hlinksldjump" highlightClick="1"/>
          </p:cNvPr>
          <p:cNvPicPr>
            <a:picLocks noChangeAspect="1"/>
          </p:cNvPicPr>
          <p:nvPr/>
        </p:nvPicPr>
        <p:blipFill>
          <a:blip r:embed="rId12"/>
          <a:stretch>
            <a:fillRect/>
          </a:stretch>
        </p:blipFill>
        <p:spPr>
          <a:xfrm>
            <a:off x="9865462" y="3611880"/>
            <a:ext cx="1078992" cy="1280160"/>
          </a:xfrm>
          <a:prstGeom prst="rect">
            <a:avLst/>
          </a:prstGeom>
        </p:spPr>
      </p:pic>
    </p:spTree>
  </p:cSld>
  <p:clrMapOvr>
    <a:masterClrMapping/>
  </p:clrMapOvr>
  <p:transition spd="med" advClick="0">
    <p:fade/>
  </p:transition>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9BE564"/>
                </a:solidFill>
                <a:latin typeface="Courier New" pitchFamily="34" charset="0"/>
                <a:ea typeface="Courier New" pitchFamily="34" charset="-122"/>
                <a:cs typeface="Courier New" pitchFamily="34" charset="-120"/>
              </a:rPr>
              <a:t>&gt; SECTOR 04 // WORLD MAP</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B. Tokyo</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Tokyo is the capital of Japan and one of the biggest cities in the world. Kyoto is Japan's old capital, Osaka is another big Japanese city, and Seoul is the capital of South Korea.</a:t>
            </a:r>
            <a:endParaRPr lang="en-US" sz="1800" dirty="0"/>
          </a:p>
        </p:txBody>
      </p:sp>
      <p:sp>
        <p:nvSpPr>
          <p:cNvPr id="20" name="Text 9"/>
          <p:cNvSpPr txBox="1"/>
          <p:nvPr/>
        </p:nvSpPr>
        <p:spPr>
          <a:xfrm>
            <a:off x="2743200" y="4846320"/>
            <a:ext cx="3657600" cy="274320"/>
          </a:xfrm>
          <a:prstGeom prst="rect">
            <a:avLst/>
          </a:prstGeom>
          <a:noFill/>
          <a:ln/>
        </p:spPr>
        <p:txBody>
          <a:bodyPr wrap="square" lIns="0" tIns="0" rIns="0" bIns="0" rtlCol="0" anchor="t"/>
          <a:lstStyle/>
          <a:p>
            <a:pPr indent="0" marL="0">
              <a:buNone/>
            </a:pPr>
            <a:r>
              <a:rPr lang="en-US" sz="1100" b="1" dirty="0">
                <a:solidFill>
                  <a:srgbClr val="9AA6D9"/>
                </a:solidFill>
                <a:latin typeface="Courier New" pitchFamily="34" charset="0"/>
                <a:ea typeface="Courier New" pitchFamily="34" charset="-122"/>
                <a:cs typeface="Courier New" pitchFamily="34" charset="-120"/>
              </a:rPr>
              <a:t>SECTOR PROGRESS</a:t>
            </a:r>
            <a:endParaRPr lang="en-US" sz="1100" dirty="0"/>
          </a:p>
        </p:txBody>
      </p:sp>
      <p:sp>
        <p:nvSpPr>
          <p:cNvPr id="21" name="Shape 10"/>
          <p:cNvSpPr/>
          <p:nvPr/>
        </p:nvSpPr>
        <p:spPr>
          <a:xfrm>
            <a:off x="2743200" y="5230368"/>
            <a:ext cx="777240" cy="274320"/>
          </a:xfrm>
          <a:prstGeom prst="roundRect">
            <a:avLst>
              <a:gd name="adj" fmla="val 20000"/>
            </a:avLst>
          </a:prstGeom>
          <a:solidFill>
            <a:srgbClr val="4BF0A0"/>
          </a:solidFill>
          <a:ln w="12700">
            <a:solidFill>
              <a:srgbClr val="4BF0A0"/>
            </a:solidFill>
            <a:prstDash val="solid"/>
          </a:ln>
        </p:spPr>
      </p:sp>
      <p:sp>
        <p:nvSpPr>
          <p:cNvPr id="22" name="Shape 11"/>
          <p:cNvSpPr/>
          <p:nvPr/>
        </p:nvSpPr>
        <p:spPr>
          <a:xfrm>
            <a:off x="3657600" y="5230368"/>
            <a:ext cx="777240" cy="274320"/>
          </a:xfrm>
          <a:prstGeom prst="roundRect">
            <a:avLst>
              <a:gd name="adj" fmla="val 20000"/>
            </a:avLst>
          </a:prstGeom>
          <a:solidFill>
            <a:srgbClr val="1A2353"/>
          </a:solidFill>
          <a:ln w="12700">
            <a:solidFill>
              <a:srgbClr val="3A4370"/>
            </a:solidFill>
            <a:prstDash val="solid"/>
          </a:ln>
        </p:spPr>
      </p:sp>
      <p:sp>
        <p:nvSpPr>
          <p:cNvPr id="23" name="Shape 12"/>
          <p:cNvSpPr/>
          <p:nvPr/>
        </p:nvSpPr>
        <p:spPr>
          <a:xfrm>
            <a:off x="4572000" y="5230368"/>
            <a:ext cx="777240" cy="274320"/>
          </a:xfrm>
          <a:prstGeom prst="roundRect">
            <a:avLst>
              <a:gd name="adj" fmla="val 20000"/>
            </a:avLst>
          </a:prstGeom>
          <a:solidFill>
            <a:srgbClr val="1A2353"/>
          </a:solidFill>
          <a:ln w="12700">
            <a:solidFill>
              <a:srgbClr val="3A4370"/>
            </a:solidFill>
            <a:prstDash val="solid"/>
          </a:ln>
        </p:spPr>
      </p:sp>
      <p:sp>
        <p:nvSpPr>
          <p:cNvPr id="24" name="Text 13"/>
          <p:cNvSpPr txBox="1"/>
          <p:nvPr/>
        </p:nvSpPr>
        <p:spPr>
          <a:xfrm>
            <a:off x="5577840" y="5193792"/>
            <a:ext cx="2743200" cy="347472"/>
          </a:xfrm>
          <a:prstGeom prst="rect">
            <a:avLst/>
          </a:prstGeom>
          <a:noFill/>
          <a:ln/>
        </p:spPr>
        <p:txBody>
          <a:bodyPr wrap="square" lIns="0" tIns="0" rIns="0" bIns="0" rtlCol="0" anchor="ctr"/>
          <a:lstStyle/>
          <a:p>
            <a:pPr indent="0" marL="0">
              <a:buNone/>
            </a:pPr>
            <a:r>
              <a:rPr lang="en-US" sz="1200" dirty="0">
                <a:solidFill>
                  <a:srgbClr val="4BF0A0"/>
                </a:solidFill>
                <a:latin typeface="Courier New" pitchFamily="34" charset="0"/>
                <a:ea typeface="Courier New" pitchFamily="34" charset="-122"/>
                <a:cs typeface="Courier New" pitchFamily="34" charset="-120"/>
              </a:rPr>
              <a:t>1 of 3 cleared</a:t>
            </a:r>
            <a:endParaRPr lang="en-US" sz="1200" dirty="0"/>
          </a:p>
        </p:txBody>
      </p:sp>
      <p:sp>
        <p:nvSpPr>
          <p:cNvPr id="25" name="Link - CONTINUE">
            <a:hlinkClick r:id="rId13"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4" name="snd_correct.wav"/>
      </p:stSnd>
    </p:sndAc>
  </p:transition>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9BE564"/>
                </a:solidFill>
                <a:latin typeface="Courier New" pitchFamily="34" charset="0"/>
                <a:ea typeface="Courier New" pitchFamily="34" charset="-122"/>
                <a:cs typeface="Courier New" pitchFamily="34" charset="-120"/>
              </a:rPr>
              <a:t>&gt; SECTOR 04 // WORLD MAP</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B. Tokyo</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Tokyo is the capital of Japan and one of the biggest cities in the world. Kyoto is Japan's old capital, Osaka is another big Japanese city, and Seoul is the capital of South Korea.</a:t>
            </a:r>
            <a:endParaRPr lang="en-US" sz="1800" dirty="0"/>
          </a:p>
        </p:txBody>
      </p:sp>
      <p:sp>
        <p:nvSpPr>
          <p:cNvPr id="20" name="Text 9"/>
          <p:cNvSpPr txBox="1"/>
          <p:nvPr/>
        </p:nvSpPr>
        <p:spPr>
          <a:xfrm>
            <a:off x="2743200" y="4846320"/>
            <a:ext cx="3657600" cy="274320"/>
          </a:xfrm>
          <a:prstGeom prst="rect">
            <a:avLst/>
          </a:prstGeom>
          <a:noFill/>
          <a:ln/>
        </p:spPr>
        <p:txBody>
          <a:bodyPr wrap="square" lIns="0" tIns="0" rIns="0" bIns="0" rtlCol="0" anchor="t"/>
          <a:lstStyle/>
          <a:p>
            <a:pPr indent="0" marL="0">
              <a:buNone/>
            </a:pPr>
            <a:r>
              <a:rPr lang="en-US" sz="1100" b="1" dirty="0">
                <a:solidFill>
                  <a:srgbClr val="9AA6D9"/>
                </a:solidFill>
                <a:latin typeface="Courier New" pitchFamily="34" charset="0"/>
                <a:ea typeface="Courier New" pitchFamily="34" charset="-122"/>
                <a:cs typeface="Courier New" pitchFamily="34" charset="-120"/>
              </a:rPr>
              <a:t>SECTOR PROGRESS</a:t>
            </a:r>
            <a:endParaRPr lang="en-US" sz="1100" dirty="0"/>
          </a:p>
        </p:txBody>
      </p:sp>
      <p:sp>
        <p:nvSpPr>
          <p:cNvPr id="21" name="Shape 10"/>
          <p:cNvSpPr/>
          <p:nvPr/>
        </p:nvSpPr>
        <p:spPr>
          <a:xfrm>
            <a:off x="2743200" y="5230368"/>
            <a:ext cx="777240" cy="274320"/>
          </a:xfrm>
          <a:prstGeom prst="roundRect">
            <a:avLst>
              <a:gd name="adj" fmla="val 20000"/>
            </a:avLst>
          </a:prstGeom>
          <a:solidFill>
            <a:srgbClr val="4BF0A0"/>
          </a:solidFill>
          <a:ln w="12700">
            <a:solidFill>
              <a:srgbClr val="4BF0A0"/>
            </a:solidFill>
            <a:prstDash val="solid"/>
          </a:ln>
        </p:spPr>
      </p:sp>
      <p:sp>
        <p:nvSpPr>
          <p:cNvPr id="22" name="Shape 11"/>
          <p:cNvSpPr/>
          <p:nvPr/>
        </p:nvSpPr>
        <p:spPr>
          <a:xfrm>
            <a:off x="3657600" y="5230368"/>
            <a:ext cx="777240" cy="274320"/>
          </a:xfrm>
          <a:prstGeom prst="roundRect">
            <a:avLst>
              <a:gd name="adj" fmla="val 20000"/>
            </a:avLst>
          </a:prstGeom>
          <a:solidFill>
            <a:srgbClr val="1A2353"/>
          </a:solidFill>
          <a:ln w="12700">
            <a:solidFill>
              <a:srgbClr val="3A4370"/>
            </a:solidFill>
            <a:prstDash val="solid"/>
          </a:ln>
        </p:spPr>
      </p:sp>
      <p:sp>
        <p:nvSpPr>
          <p:cNvPr id="23" name="Shape 12"/>
          <p:cNvSpPr/>
          <p:nvPr/>
        </p:nvSpPr>
        <p:spPr>
          <a:xfrm>
            <a:off x="4572000" y="5230368"/>
            <a:ext cx="777240" cy="274320"/>
          </a:xfrm>
          <a:prstGeom prst="roundRect">
            <a:avLst>
              <a:gd name="adj" fmla="val 20000"/>
            </a:avLst>
          </a:prstGeom>
          <a:solidFill>
            <a:srgbClr val="1A2353"/>
          </a:solidFill>
          <a:ln w="12700">
            <a:solidFill>
              <a:srgbClr val="3A4370"/>
            </a:solidFill>
            <a:prstDash val="solid"/>
          </a:ln>
        </p:spPr>
      </p:sp>
      <p:sp>
        <p:nvSpPr>
          <p:cNvPr id="24" name="Text 13"/>
          <p:cNvSpPr txBox="1"/>
          <p:nvPr/>
        </p:nvSpPr>
        <p:spPr>
          <a:xfrm>
            <a:off x="5577840" y="5193792"/>
            <a:ext cx="2743200" cy="347472"/>
          </a:xfrm>
          <a:prstGeom prst="rect">
            <a:avLst/>
          </a:prstGeom>
          <a:noFill/>
          <a:ln/>
        </p:spPr>
        <p:txBody>
          <a:bodyPr wrap="square" lIns="0" tIns="0" rIns="0" bIns="0" rtlCol="0" anchor="ctr"/>
          <a:lstStyle/>
          <a:p>
            <a:pPr indent="0" marL="0">
              <a:buNone/>
            </a:pPr>
            <a:r>
              <a:rPr lang="en-US" sz="1200" dirty="0">
                <a:solidFill>
                  <a:srgbClr val="4BF0A0"/>
                </a:solidFill>
                <a:latin typeface="Courier New" pitchFamily="34" charset="0"/>
                <a:ea typeface="Courier New" pitchFamily="34" charset="-122"/>
                <a:cs typeface="Courier New" pitchFamily="34" charset="-120"/>
              </a:rPr>
              <a:t>1 of 3 cleared</a:t>
            </a:r>
            <a:endParaRPr lang="en-US" sz="1200" dirty="0"/>
          </a:p>
        </p:txBody>
      </p:sp>
      <p:sp>
        <p:nvSpPr>
          <p:cNvPr id="25" name="Link - CONTINUE">
            <a:hlinkClick r:id="rId13"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4" name="snd_correct.wav"/>
      </p:stSnd>
    </p:sndAc>
  </p:transition>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9BE564"/>
                </a:solidFill>
                <a:latin typeface="Courier New" pitchFamily="34" charset="0"/>
                <a:ea typeface="Courier New" pitchFamily="34" charset="-122"/>
                <a:cs typeface="Courier New" pitchFamily="34" charset="-120"/>
              </a:rPr>
              <a:t>&gt; SECTOR 04 // WORLD MAP</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B. Tokyo</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Tokyo is the capital of Japan and one of the biggest cities in the world. Kyoto is Japan's old capital, Osaka is another big Japanese city, and Seoul is the capital of South Korea.</a:t>
            </a:r>
            <a:endParaRPr lang="en-US" sz="1800" dirty="0"/>
          </a:p>
        </p:txBody>
      </p:sp>
      <p:sp>
        <p:nvSpPr>
          <p:cNvPr id="20" name="Text 9"/>
          <p:cNvSpPr txBox="1"/>
          <p:nvPr/>
        </p:nvSpPr>
        <p:spPr>
          <a:xfrm>
            <a:off x="2743200" y="4846320"/>
            <a:ext cx="3657600" cy="274320"/>
          </a:xfrm>
          <a:prstGeom prst="rect">
            <a:avLst/>
          </a:prstGeom>
          <a:noFill/>
          <a:ln/>
        </p:spPr>
        <p:txBody>
          <a:bodyPr wrap="square" lIns="0" tIns="0" rIns="0" bIns="0" rtlCol="0" anchor="t"/>
          <a:lstStyle/>
          <a:p>
            <a:pPr indent="0" marL="0">
              <a:buNone/>
            </a:pPr>
            <a:r>
              <a:rPr lang="en-US" sz="1100" b="1" dirty="0">
                <a:solidFill>
                  <a:srgbClr val="9AA6D9"/>
                </a:solidFill>
                <a:latin typeface="Courier New" pitchFamily="34" charset="0"/>
                <a:ea typeface="Courier New" pitchFamily="34" charset="-122"/>
                <a:cs typeface="Courier New" pitchFamily="34" charset="-120"/>
              </a:rPr>
              <a:t>SECTOR PROGRESS</a:t>
            </a:r>
            <a:endParaRPr lang="en-US" sz="1100" dirty="0"/>
          </a:p>
        </p:txBody>
      </p:sp>
      <p:sp>
        <p:nvSpPr>
          <p:cNvPr id="21" name="Shape 10"/>
          <p:cNvSpPr/>
          <p:nvPr/>
        </p:nvSpPr>
        <p:spPr>
          <a:xfrm>
            <a:off x="2743200" y="5230368"/>
            <a:ext cx="777240" cy="274320"/>
          </a:xfrm>
          <a:prstGeom prst="roundRect">
            <a:avLst>
              <a:gd name="adj" fmla="val 20000"/>
            </a:avLst>
          </a:prstGeom>
          <a:solidFill>
            <a:srgbClr val="4BF0A0"/>
          </a:solidFill>
          <a:ln w="12700">
            <a:solidFill>
              <a:srgbClr val="4BF0A0"/>
            </a:solidFill>
            <a:prstDash val="solid"/>
          </a:ln>
        </p:spPr>
      </p:sp>
      <p:sp>
        <p:nvSpPr>
          <p:cNvPr id="22" name="Shape 11"/>
          <p:cNvSpPr/>
          <p:nvPr/>
        </p:nvSpPr>
        <p:spPr>
          <a:xfrm>
            <a:off x="3657600" y="5230368"/>
            <a:ext cx="777240" cy="274320"/>
          </a:xfrm>
          <a:prstGeom prst="roundRect">
            <a:avLst>
              <a:gd name="adj" fmla="val 20000"/>
            </a:avLst>
          </a:prstGeom>
          <a:solidFill>
            <a:srgbClr val="1A2353"/>
          </a:solidFill>
          <a:ln w="12700">
            <a:solidFill>
              <a:srgbClr val="3A4370"/>
            </a:solidFill>
            <a:prstDash val="solid"/>
          </a:ln>
        </p:spPr>
      </p:sp>
      <p:sp>
        <p:nvSpPr>
          <p:cNvPr id="23" name="Shape 12"/>
          <p:cNvSpPr/>
          <p:nvPr/>
        </p:nvSpPr>
        <p:spPr>
          <a:xfrm>
            <a:off x="4572000" y="5230368"/>
            <a:ext cx="777240" cy="274320"/>
          </a:xfrm>
          <a:prstGeom prst="roundRect">
            <a:avLst>
              <a:gd name="adj" fmla="val 20000"/>
            </a:avLst>
          </a:prstGeom>
          <a:solidFill>
            <a:srgbClr val="1A2353"/>
          </a:solidFill>
          <a:ln w="12700">
            <a:solidFill>
              <a:srgbClr val="3A4370"/>
            </a:solidFill>
            <a:prstDash val="solid"/>
          </a:ln>
        </p:spPr>
      </p:sp>
      <p:sp>
        <p:nvSpPr>
          <p:cNvPr id="24" name="Text 13"/>
          <p:cNvSpPr txBox="1"/>
          <p:nvPr/>
        </p:nvSpPr>
        <p:spPr>
          <a:xfrm>
            <a:off x="5577840" y="5193792"/>
            <a:ext cx="2743200" cy="347472"/>
          </a:xfrm>
          <a:prstGeom prst="rect">
            <a:avLst/>
          </a:prstGeom>
          <a:noFill/>
          <a:ln/>
        </p:spPr>
        <p:txBody>
          <a:bodyPr wrap="square" lIns="0" tIns="0" rIns="0" bIns="0" rtlCol="0" anchor="ctr"/>
          <a:lstStyle/>
          <a:p>
            <a:pPr indent="0" marL="0">
              <a:buNone/>
            </a:pPr>
            <a:r>
              <a:rPr lang="en-US" sz="1200" dirty="0">
                <a:solidFill>
                  <a:srgbClr val="4BF0A0"/>
                </a:solidFill>
                <a:latin typeface="Courier New" pitchFamily="34" charset="0"/>
                <a:ea typeface="Courier New" pitchFamily="34" charset="-122"/>
                <a:cs typeface="Courier New" pitchFamily="34" charset="-120"/>
              </a:rPr>
              <a:t>1 of 3 cleared</a:t>
            </a:r>
            <a:endParaRPr lang="en-US" sz="1200" dirty="0"/>
          </a:p>
        </p:txBody>
      </p:sp>
      <p:sp>
        <p:nvSpPr>
          <p:cNvPr id="25" name="Link - CONTINUE">
            <a:hlinkClick r:id="rId13"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4" name="snd_correct.wav"/>
      </p:stSnd>
    </p:sndAc>
  </p:transition>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9BE564"/>
                </a:solidFill>
                <a:latin typeface="Courier New" pitchFamily="34" charset="0"/>
                <a:ea typeface="Courier New" pitchFamily="34" charset="-122"/>
                <a:cs typeface="Courier New" pitchFamily="34" charset="-120"/>
              </a:rPr>
              <a:t>&gt; SECTOR 04 // WORLD MAP</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6"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ExclamationTriangle_F72585.png">    </p:cNvPr>
          <p:cNvPicPr>
            <a:picLocks noChangeAspect="1"/>
          </p:cNvPicPr>
          <p:nvPr/>
        </p:nvPicPr>
        <p:blipFill>
          <a:blip r:embed="rId8"/>
          <a:stretch>
            <a:fillRect/>
          </a:stretch>
        </p:blipFill>
        <p:spPr>
          <a:xfrm>
            <a:off x="457200" y="1005840"/>
            <a:ext cx="603504" cy="603504"/>
          </a:xfrm>
          <a:prstGeom prst="rect">
            <a:avLst/>
          </a:prstGeom>
        </p:spPr>
      </p:pic>
      <p:sp>
        <p:nvSpPr>
          <p:cNvPr id="14" name="Text 4"/>
          <p:cNvSpPr txBox="1"/>
          <p:nvPr/>
        </p:nvSpPr>
        <p:spPr>
          <a:xfrm>
            <a:off x="1234440" y="914400"/>
            <a:ext cx="7498080" cy="777240"/>
          </a:xfrm>
          <a:prstGeom prst="rect">
            <a:avLst/>
          </a:prstGeom>
          <a:noFill/>
          <a:ln/>
        </p:spPr>
        <p:txBody>
          <a:bodyPr wrap="square" lIns="0" tIns="0" rIns="0" bIns="0" rtlCol="0" anchor="ctr"/>
          <a:lstStyle/>
          <a:p>
            <a:pPr indent="0" marL="0">
              <a:buNone/>
            </a:pPr>
            <a:r>
              <a:rPr lang="en-US" sz="3400" dirty="0">
                <a:solidFill>
                  <a:srgbClr val="F72585"/>
                </a:solidFill>
                <a:latin typeface="Arial Black" pitchFamily="34" charset="0"/>
                <a:ea typeface="Arial Black" pitchFamily="34" charset="-122"/>
                <a:cs typeface="Arial Black" pitchFamily="34" charset="-120"/>
              </a:rPr>
              <a:t>GLITCH DETECTED!</a:t>
            </a:r>
            <a:endParaRPr lang="en-US" sz="3400" dirty="0"/>
          </a:p>
        </p:txBody>
      </p:sp>
      <p:sp>
        <p:nvSpPr>
          <p:cNvPr id="15" name="Text 5"/>
          <p:cNvSpPr txBox="1"/>
          <p:nvPr/>
        </p:nvSpPr>
        <p:spPr>
          <a:xfrm>
            <a:off x="457200" y="1719072"/>
            <a:ext cx="8138160" cy="457200"/>
          </a:xfrm>
          <a:prstGeom prst="rect">
            <a:avLst/>
          </a:prstGeom>
          <a:noFill/>
          <a:ln/>
        </p:spPr>
        <p:txBody>
          <a:bodyPr wrap="square" lIns="0" tIns="0" rIns="0" bIns="0" rtlCol="0" anchor="ctr"/>
          <a:lstStyle/>
          <a:p>
            <a:pPr indent="0" marL="0">
              <a:buNone/>
            </a:pPr>
            <a:r>
              <a:rPr lang="en-US" sz="1500" b="1" dirty="0">
                <a:solidFill>
                  <a:srgbClr val="FF8FC7"/>
                </a:solidFill>
                <a:latin typeface="Courier New" pitchFamily="34" charset="0"/>
                <a:ea typeface="Courier New" pitchFamily="34" charset="-122"/>
                <a:cs typeface="Courier New" pitchFamily="34" charset="-120"/>
              </a:rPr>
              <a:t>NULL: "Did you even read the question? Hahaha!"</a:t>
            </a:r>
            <a:endParaRPr lang="en-US" sz="1500" dirty="0"/>
          </a:p>
        </p:txBody>
      </p:sp>
      <p:sp>
        <p:nvSpPr>
          <p:cNvPr id="16" name="Shape 6"/>
          <p:cNvSpPr/>
          <p:nvPr/>
        </p:nvSpPr>
        <p:spPr>
          <a:xfrm>
            <a:off x="457200" y="2331720"/>
            <a:ext cx="8138160" cy="1188720"/>
          </a:xfrm>
          <a:prstGeom prst="roundRect">
            <a:avLst>
              <a:gd name="adj" fmla="val 9231"/>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7" name="Text 7"/>
          <p:cNvSpPr txBox="1"/>
          <p:nvPr/>
        </p:nvSpPr>
        <p:spPr>
          <a:xfrm>
            <a:off x="731520" y="2331720"/>
            <a:ext cx="2743200" cy="1188720"/>
          </a:xfrm>
          <a:prstGeom prst="rect">
            <a:avLst/>
          </a:prstGeom>
          <a:noFill/>
          <a:ln/>
        </p:spPr>
        <p:txBody>
          <a:bodyPr wrap="square" lIns="0" tIns="0" rIns="0" bIns="0" rtlCol="0" anchor="ctr"/>
          <a:lstStyle/>
          <a:p>
            <a:pPr indent="0" marL="0">
              <a:buNone/>
            </a:pPr>
            <a:r>
              <a:rPr lang="en-US" sz="2400" dirty="0">
                <a:solidFill>
                  <a:srgbClr val="F72585"/>
                </a:solidFill>
                <a:latin typeface="Arial Black" pitchFamily="34" charset="0"/>
                <a:ea typeface="Arial Black" pitchFamily="34" charset="-122"/>
                <a:cs typeface="Arial Black" pitchFamily="34" charset="-120"/>
              </a:rPr>
              <a:t>-1 SHIELD</a:t>
            </a:r>
            <a:endParaRPr lang="en-US" sz="2400" dirty="0"/>
          </a:p>
        </p:txBody>
      </p:sp>
      <p:pic>
        <p:nvPicPr>
          <p:cNvPr id="18" name="Image 8" descr="/tmp/claude-0/-home-user-ashton212123/6ae88841-e158-5430-ba3a-d930461fce9f/scratchpad/build/assets/shield.png">    </p:cNvPr>
          <p:cNvPicPr>
            <a:picLocks noChangeAspect="1"/>
          </p:cNvPicPr>
          <p:nvPr/>
        </p:nvPicPr>
        <p:blipFill>
          <a:blip r:embed="rId9"/>
          <a:stretch>
            <a:fillRect/>
          </a:stretch>
        </p:blipFill>
        <p:spPr>
          <a:xfrm>
            <a:off x="3566160" y="2560320"/>
            <a:ext cx="731520" cy="731520"/>
          </a:xfrm>
          <a:prstGeom prst="rect">
            <a:avLst/>
          </a:prstGeom>
        </p:spPr>
      </p:pic>
      <p:pic>
        <p:nvPicPr>
          <p:cNvPr id="19" name="Image 9" descr="/tmp/claude-0/-home-user-ashton212123/6ae88841-e158-5430-ba3a-d930461fce9f/scratchpad/build/assets/shield.png">    </p:cNvPr>
          <p:cNvPicPr>
            <a:picLocks noChangeAspect="1"/>
          </p:cNvPicPr>
          <p:nvPr/>
        </p:nvPicPr>
        <p:blipFill>
          <a:blip r:embed="rId10"/>
          <a:stretch>
            <a:fillRect/>
          </a:stretch>
        </p:blipFill>
        <p:spPr>
          <a:xfrm>
            <a:off x="4434840" y="2560320"/>
            <a:ext cx="731520" cy="731520"/>
          </a:xfrm>
          <a:prstGeom prst="rect">
            <a:avLst/>
          </a:prstGeom>
        </p:spPr>
      </p:pic>
      <p:pic>
        <p:nvPicPr>
          <p:cNvPr id="20" name="Image 10" descr="/tmp/claude-0/-home-user-ashton212123/6ae88841-e158-5430-ba3a-d930461fce9f/scratchpad/build/assets/shield_empty.png">    </p:cNvPr>
          <p:cNvPicPr>
            <a:picLocks noChangeAspect="1"/>
          </p:cNvPicPr>
          <p:nvPr/>
        </p:nvPicPr>
        <p:blipFill>
          <a:blip r:embed="rId11"/>
          <a:stretch>
            <a:fillRect/>
          </a:stretch>
        </p:blipFill>
        <p:spPr>
          <a:xfrm>
            <a:off x="5303520" y="2560320"/>
            <a:ext cx="731520" cy="731520"/>
          </a:xfrm>
          <a:prstGeom prst="rect">
            <a:avLst/>
          </a:prstGeom>
        </p:spPr>
      </p:pic>
      <p:sp>
        <p:nvSpPr>
          <p:cNvPr id="21" name="Text 8"/>
          <p:cNvSpPr txBox="1"/>
          <p:nvPr/>
        </p:nvSpPr>
        <p:spPr>
          <a:xfrm>
            <a:off x="6263640" y="2331720"/>
            <a:ext cx="2103120" cy="1188720"/>
          </a:xfrm>
          <a:prstGeom prst="rect">
            <a:avLst/>
          </a:prstGeom>
          <a:noFill/>
          <a:ln/>
        </p:spPr>
        <p:txBody>
          <a:bodyPr wrap="square" lIns="0" tIns="0" rIns="0" bIns="0" rtlCol="0" anchor="ctr"/>
          <a:lstStyle/>
          <a:p>
            <a:pPr indent="0" marL="0">
              <a:buNone/>
            </a:pPr>
            <a:r>
              <a:rPr lang="en-US" sz="1800" b="1" dirty="0">
                <a:solidFill>
                  <a:srgbClr val="EAF2FF"/>
                </a:solidFill>
                <a:latin typeface="Courier New" pitchFamily="34" charset="0"/>
                <a:ea typeface="Courier New" pitchFamily="34" charset="-122"/>
                <a:cs typeface="Courier New" pitchFamily="34" charset="-120"/>
              </a:rPr>
              <a:t>2 LEFT</a:t>
            </a:r>
            <a:endParaRPr lang="en-US" sz="1800" dirty="0"/>
          </a:p>
        </p:txBody>
      </p:sp>
      <p:sp>
        <p:nvSpPr>
          <p:cNvPr id="22" name="Shape 9"/>
          <p:cNvSpPr/>
          <p:nvPr/>
        </p:nvSpPr>
        <p:spPr>
          <a:xfrm>
            <a:off x="457200" y="3749040"/>
            <a:ext cx="8138160" cy="1417320"/>
          </a:xfrm>
          <a:prstGeom prst="roundRect">
            <a:avLst>
              <a:gd name="adj" fmla="val 7742"/>
            </a:avLst>
          </a:prstGeom>
          <a:solidFill>
            <a:srgbClr val="121A3F">
              <a:alpha val="94000"/>
            </a:srgbClr>
          </a:solidFill>
          <a:ln w="19050">
            <a:solidFill>
              <a:srgbClr val="FFC233"/>
            </a:solidFill>
            <a:prstDash val="solid"/>
          </a:ln>
        </p:spPr>
      </p:sp>
      <p:pic>
        <p:nvPicPr>
          <p:cNvPr id="23" name="Image 11" descr="/tmp/claude-0/-home-user-ashton212123/6ae88841-e158-5430-ba3a-d930461fce9f/scratchpad/build/assets/icons/FaLightbulb_FFC233.png">    </p:cNvPr>
          <p:cNvPicPr>
            <a:picLocks noChangeAspect="1"/>
          </p:cNvPicPr>
          <p:nvPr/>
        </p:nvPicPr>
        <p:blipFill>
          <a:blip r:embed="rId12"/>
          <a:stretch>
            <a:fillRect/>
          </a:stretch>
        </p:blipFill>
        <p:spPr>
          <a:xfrm>
            <a:off x="731520" y="3931920"/>
            <a:ext cx="384048" cy="384048"/>
          </a:xfrm>
          <a:prstGeom prst="rect">
            <a:avLst/>
          </a:prstGeom>
        </p:spPr>
      </p:pic>
      <p:sp>
        <p:nvSpPr>
          <p:cNvPr id="24" name="Text 10"/>
          <p:cNvSpPr txBox="1"/>
          <p:nvPr/>
        </p:nvSpPr>
        <p:spPr>
          <a:xfrm>
            <a:off x="1234440" y="3931920"/>
            <a:ext cx="3657600" cy="384048"/>
          </a:xfrm>
          <a:prstGeom prst="rect">
            <a:avLst/>
          </a:prstGeom>
          <a:noFill/>
          <a:ln/>
        </p:spPr>
        <p:txBody>
          <a:bodyPr wrap="square" lIns="0" tIns="0" rIns="0" bIns="0" rtlCol="0" anchor="ctr"/>
          <a:lstStyle/>
          <a:p>
            <a:pPr indent="0" marL="0">
              <a:buNone/>
            </a:pPr>
            <a:r>
              <a:rPr lang="en-US" sz="1200" b="1" dirty="0">
                <a:solidFill>
                  <a:srgbClr val="FFC233"/>
                </a:solidFill>
                <a:latin typeface="Courier New" pitchFamily="34" charset="0"/>
                <a:ea typeface="Courier New" pitchFamily="34" charset="-122"/>
                <a:cs typeface="Courier New" pitchFamily="34" charset="-120"/>
              </a:rPr>
              <a:t>BYTE'S HINT</a:t>
            </a:r>
            <a:endParaRPr lang="en-US" sz="1200" dirty="0"/>
          </a:p>
        </p:txBody>
      </p:sp>
      <p:sp>
        <p:nvSpPr>
          <p:cNvPr id="25" name="Text 11"/>
          <p:cNvSpPr txBox="1"/>
          <p:nvPr/>
        </p:nvSpPr>
        <p:spPr>
          <a:xfrm>
            <a:off x="731520" y="4389120"/>
            <a:ext cx="7635240" cy="68580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This city hosted the 2020 Summer Olympics.</a:t>
            </a:r>
            <a:endParaRPr lang="en-US" sz="1800" dirty="0"/>
          </a:p>
        </p:txBody>
      </p:sp>
      <p:pic>
        <p:nvPicPr>
          <p:cNvPr id="26" name="Image 12" descr="/tmp/claude-0/-home-user-ashton212123/6ae88841-e158-5430-ba3a-d930461fce9f/scratchpad/build/assets/null_glitch.png">    </p:cNvPr>
          <p:cNvPicPr>
            <a:picLocks noChangeAspect="1"/>
          </p:cNvPicPr>
          <p:nvPr/>
        </p:nvPicPr>
        <p:blipFill>
          <a:blip r:embed="rId13"/>
          <a:stretch>
            <a:fillRect/>
          </a:stretch>
        </p:blipFill>
        <p:spPr>
          <a:xfrm>
            <a:off x="8915400" y="1554480"/>
            <a:ext cx="2834640" cy="2240280"/>
          </a:xfrm>
          <a:prstGeom prst="rect">
            <a:avLst/>
          </a:prstGeom>
        </p:spPr>
      </p:pic>
      <p:sp>
        <p:nvSpPr>
          <p:cNvPr id="27" name="Link - TRY AGAIN">
            <a:hlinkClick r:id="rId17" action="ppaction://hlinksldjump" highlightClick="1"/>
          </p:cNvPr>
          <p:cNvSpPr txBox="1"/>
          <p:nvPr/>
        </p:nvSpPr>
        <p:spPr>
          <a:xfrm>
            <a:off x="457200" y="5440680"/>
            <a:ext cx="3108960" cy="731520"/>
          </a:xfrm>
          <a:prstGeom prst="roundRect">
            <a:avLst>
              <a:gd name="adj" fmla="val 12500"/>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TRY AGAIN</a:t>
            </a:r>
            <a:endParaRPr lang="en-US" sz="1600" dirty="0"/>
          </a:p>
        </p:txBody>
      </p:sp>
      <p:sp>
        <p:nvSpPr>
          <p:cNvPr id="28" name="Text 13"/>
          <p:cNvSpPr txBox="1"/>
          <p:nvPr/>
        </p:nvSpPr>
        <p:spPr>
          <a:xfrm>
            <a:off x="3794760" y="5440680"/>
            <a:ext cx="4846320" cy="731520"/>
          </a:xfrm>
          <a:prstGeom prst="rect">
            <a:avLst/>
          </a:prstGeom>
          <a:noFill/>
          <a:ln/>
        </p:spPr>
        <p:txBody>
          <a:bodyPr wrap="square" lIns="0" tIns="0" rIns="0" bIns="0" rtlCol="0" anchor="ctr"/>
          <a:lstStyle/>
          <a:p>
            <a:pPr indent="0" marL="0">
              <a:buNone/>
            </a:pPr>
            <a:r>
              <a:rPr lang="en-US" sz="1200" dirty="0">
                <a:solidFill>
                  <a:srgbClr val="9AA6D9"/>
                </a:solidFill>
                <a:latin typeface="Courier New" pitchFamily="34" charset="0"/>
                <a:ea typeface="Courier New" pitchFamily="34" charset="-122"/>
                <a:cs typeface="Courier New" pitchFamily="34" charset="-120"/>
              </a:rPr>
              <a:t>Retry the same question with one less shield.</a:t>
            </a:r>
            <a:endParaRPr lang="en-US" sz="1200" dirty="0"/>
          </a:p>
        </p:txBody>
      </p:sp>
    </p:spTree>
  </p:cSld>
  <p:clrMapOvr>
    <a:masterClrMapping/>
  </p:clrMapOvr>
  <p:transition spd="med" advClick="0">
    <p:fade/>
    <p:sndAc>
      <p:stSnd>
        <p:snd r:embed="rId18" name="snd_wrong.wav"/>
      </p:stSnd>
    </p:sndAc>
  </p:transition>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9BE564"/>
                </a:solidFill>
                <a:latin typeface="Courier New" pitchFamily="34" charset="0"/>
                <a:ea typeface="Courier New" pitchFamily="34" charset="-122"/>
                <a:cs typeface="Courier New" pitchFamily="34" charset="-120"/>
              </a:rPr>
              <a:t>&gt; SECTOR 04 // WORLD MAP</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6"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ExclamationTriangle_F72585.png">    </p:cNvPr>
          <p:cNvPicPr>
            <a:picLocks noChangeAspect="1"/>
          </p:cNvPicPr>
          <p:nvPr/>
        </p:nvPicPr>
        <p:blipFill>
          <a:blip r:embed="rId8"/>
          <a:stretch>
            <a:fillRect/>
          </a:stretch>
        </p:blipFill>
        <p:spPr>
          <a:xfrm>
            <a:off x="457200" y="1005840"/>
            <a:ext cx="603504" cy="603504"/>
          </a:xfrm>
          <a:prstGeom prst="rect">
            <a:avLst/>
          </a:prstGeom>
        </p:spPr>
      </p:pic>
      <p:sp>
        <p:nvSpPr>
          <p:cNvPr id="14" name="Text 4"/>
          <p:cNvSpPr txBox="1"/>
          <p:nvPr/>
        </p:nvSpPr>
        <p:spPr>
          <a:xfrm>
            <a:off x="1234440" y="914400"/>
            <a:ext cx="7498080" cy="777240"/>
          </a:xfrm>
          <a:prstGeom prst="rect">
            <a:avLst/>
          </a:prstGeom>
          <a:noFill/>
          <a:ln/>
        </p:spPr>
        <p:txBody>
          <a:bodyPr wrap="square" lIns="0" tIns="0" rIns="0" bIns="0" rtlCol="0" anchor="ctr"/>
          <a:lstStyle/>
          <a:p>
            <a:pPr indent="0" marL="0">
              <a:buNone/>
            </a:pPr>
            <a:r>
              <a:rPr lang="en-US" sz="3400" dirty="0">
                <a:solidFill>
                  <a:srgbClr val="F72585"/>
                </a:solidFill>
                <a:latin typeface="Arial Black" pitchFamily="34" charset="0"/>
                <a:ea typeface="Arial Black" pitchFamily="34" charset="-122"/>
                <a:cs typeface="Arial Black" pitchFamily="34" charset="-120"/>
              </a:rPr>
              <a:t>GLITCH DETECTED!</a:t>
            </a:r>
            <a:endParaRPr lang="en-US" sz="3400" dirty="0"/>
          </a:p>
        </p:txBody>
      </p:sp>
      <p:sp>
        <p:nvSpPr>
          <p:cNvPr id="15" name="Text 5"/>
          <p:cNvSpPr txBox="1"/>
          <p:nvPr/>
        </p:nvSpPr>
        <p:spPr>
          <a:xfrm>
            <a:off x="457200" y="1719072"/>
            <a:ext cx="8138160" cy="457200"/>
          </a:xfrm>
          <a:prstGeom prst="rect">
            <a:avLst/>
          </a:prstGeom>
          <a:noFill/>
          <a:ln/>
        </p:spPr>
        <p:txBody>
          <a:bodyPr wrap="square" lIns="0" tIns="0" rIns="0" bIns="0" rtlCol="0" anchor="ctr"/>
          <a:lstStyle/>
          <a:p>
            <a:pPr indent="0" marL="0">
              <a:buNone/>
            </a:pPr>
            <a:r>
              <a:rPr lang="en-US" sz="1500" b="1" dirty="0">
                <a:solidFill>
                  <a:srgbClr val="FF8FC7"/>
                </a:solidFill>
                <a:latin typeface="Courier New" pitchFamily="34" charset="0"/>
                <a:ea typeface="Courier New" pitchFamily="34" charset="-122"/>
                <a:cs typeface="Courier New" pitchFamily="34" charset="-120"/>
              </a:rPr>
              <a:t>NULL: "That shield is now MY shield. Hehehe!"</a:t>
            </a:r>
            <a:endParaRPr lang="en-US" sz="1500" dirty="0"/>
          </a:p>
        </p:txBody>
      </p:sp>
      <p:sp>
        <p:nvSpPr>
          <p:cNvPr id="16" name="Shape 6"/>
          <p:cNvSpPr/>
          <p:nvPr/>
        </p:nvSpPr>
        <p:spPr>
          <a:xfrm>
            <a:off x="457200" y="2331720"/>
            <a:ext cx="8138160" cy="1188720"/>
          </a:xfrm>
          <a:prstGeom prst="roundRect">
            <a:avLst>
              <a:gd name="adj" fmla="val 9231"/>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7" name="Text 7"/>
          <p:cNvSpPr txBox="1"/>
          <p:nvPr/>
        </p:nvSpPr>
        <p:spPr>
          <a:xfrm>
            <a:off x="731520" y="2331720"/>
            <a:ext cx="2743200" cy="1188720"/>
          </a:xfrm>
          <a:prstGeom prst="rect">
            <a:avLst/>
          </a:prstGeom>
          <a:noFill/>
          <a:ln/>
        </p:spPr>
        <p:txBody>
          <a:bodyPr wrap="square" lIns="0" tIns="0" rIns="0" bIns="0" rtlCol="0" anchor="ctr"/>
          <a:lstStyle/>
          <a:p>
            <a:pPr indent="0" marL="0">
              <a:buNone/>
            </a:pPr>
            <a:r>
              <a:rPr lang="en-US" sz="2400" dirty="0">
                <a:solidFill>
                  <a:srgbClr val="F72585"/>
                </a:solidFill>
                <a:latin typeface="Arial Black" pitchFamily="34" charset="0"/>
                <a:ea typeface="Arial Black" pitchFamily="34" charset="-122"/>
                <a:cs typeface="Arial Black" pitchFamily="34" charset="-120"/>
              </a:rPr>
              <a:t>-1 SHIELD</a:t>
            </a:r>
            <a:endParaRPr lang="en-US" sz="2400" dirty="0"/>
          </a:p>
        </p:txBody>
      </p:sp>
      <p:pic>
        <p:nvPicPr>
          <p:cNvPr id="18" name="Image 8" descr="/tmp/claude-0/-home-user-ashton212123/6ae88841-e158-5430-ba3a-d930461fce9f/scratchpad/build/assets/shield.png">    </p:cNvPr>
          <p:cNvPicPr>
            <a:picLocks noChangeAspect="1"/>
          </p:cNvPicPr>
          <p:nvPr/>
        </p:nvPicPr>
        <p:blipFill>
          <a:blip r:embed="rId9"/>
          <a:stretch>
            <a:fillRect/>
          </a:stretch>
        </p:blipFill>
        <p:spPr>
          <a:xfrm>
            <a:off x="3566160" y="2560320"/>
            <a:ext cx="731520" cy="731520"/>
          </a:xfrm>
          <a:prstGeom prst="rect">
            <a:avLst/>
          </a:prstGeom>
        </p:spPr>
      </p:pic>
      <p:pic>
        <p:nvPicPr>
          <p:cNvPr id="19" name="Image 9" descr="/tmp/claude-0/-home-user-ashton212123/6ae88841-e158-5430-ba3a-d930461fce9f/scratchpad/build/assets/shield_empty.png">    </p:cNvPr>
          <p:cNvPicPr>
            <a:picLocks noChangeAspect="1"/>
          </p:cNvPicPr>
          <p:nvPr/>
        </p:nvPicPr>
        <p:blipFill>
          <a:blip r:embed="rId10"/>
          <a:stretch>
            <a:fillRect/>
          </a:stretch>
        </p:blipFill>
        <p:spPr>
          <a:xfrm>
            <a:off x="4434840" y="2560320"/>
            <a:ext cx="731520" cy="731520"/>
          </a:xfrm>
          <a:prstGeom prst="rect">
            <a:avLst/>
          </a:prstGeom>
        </p:spPr>
      </p:pic>
      <p:pic>
        <p:nvPicPr>
          <p:cNvPr id="20" name="Image 10" descr="/tmp/claude-0/-home-user-ashton212123/6ae88841-e158-5430-ba3a-d930461fce9f/scratchpad/build/assets/shield_empty.png">    </p:cNvPr>
          <p:cNvPicPr>
            <a:picLocks noChangeAspect="1"/>
          </p:cNvPicPr>
          <p:nvPr/>
        </p:nvPicPr>
        <p:blipFill>
          <a:blip r:embed="rId11"/>
          <a:stretch>
            <a:fillRect/>
          </a:stretch>
        </p:blipFill>
        <p:spPr>
          <a:xfrm>
            <a:off x="5303520" y="2560320"/>
            <a:ext cx="731520" cy="731520"/>
          </a:xfrm>
          <a:prstGeom prst="rect">
            <a:avLst/>
          </a:prstGeom>
        </p:spPr>
      </p:pic>
      <p:sp>
        <p:nvSpPr>
          <p:cNvPr id="21" name="Text 8"/>
          <p:cNvSpPr txBox="1"/>
          <p:nvPr/>
        </p:nvSpPr>
        <p:spPr>
          <a:xfrm>
            <a:off x="6263640" y="2331720"/>
            <a:ext cx="2103120" cy="1188720"/>
          </a:xfrm>
          <a:prstGeom prst="rect">
            <a:avLst/>
          </a:prstGeom>
          <a:noFill/>
          <a:ln/>
        </p:spPr>
        <p:txBody>
          <a:bodyPr wrap="square" lIns="0" tIns="0" rIns="0" bIns="0" rtlCol="0" anchor="ctr"/>
          <a:lstStyle/>
          <a:p>
            <a:pPr indent="0" marL="0">
              <a:buNone/>
            </a:pPr>
            <a:r>
              <a:rPr lang="en-US" sz="1800" b="1" dirty="0">
                <a:solidFill>
                  <a:srgbClr val="F72585"/>
                </a:solidFill>
                <a:latin typeface="Courier New" pitchFamily="34" charset="0"/>
                <a:ea typeface="Courier New" pitchFamily="34" charset="-122"/>
                <a:cs typeface="Courier New" pitchFamily="34" charset="-120"/>
              </a:rPr>
              <a:t>1 LEFT</a:t>
            </a:r>
            <a:endParaRPr lang="en-US" sz="1800" dirty="0"/>
          </a:p>
        </p:txBody>
      </p:sp>
      <p:sp>
        <p:nvSpPr>
          <p:cNvPr id="22" name="Shape 9"/>
          <p:cNvSpPr/>
          <p:nvPr/>
        </p:nvSpPr>
        <p:spPr>
          <a:xfrm>
            <a:off x="457200" y="3749040"/>
            <a:ext cx="8138160" cy="1417320"/>
          </a:xfrm>
          <a:prstGeom prst="roundRect">
            <a:avLst>
              <a:gd name="adj" fmla="val 7742"/>
            </a:avLst>
          </a:prstGeom>
          <a:solidFill>
            <a:srgbClr val="121A3F">
              <a:alpha val="94000"/>
            </a:srgbClr>
          </a:solidFill>
          <a:ln w="19050">
            <a:solidFill>
              <a:srgbClr val="FFC233"/>
            </a:solidFill>
            <a:prstDash val="solid"/>
          </a:ln>
        </p:spPr>
      </p:sp>
      <p:pic>
        <p:nvPicPr>
          <p:cNvPr id="23" name="Image 11" descr="/tmp/claude-0/-home-user-ashton212123/6ae88841-e158-5430-ba3a-d930461fce9f/scratchpad/build/assets/icons/FaLightbulb_FFC233.png">    </p:cNvPr>
          <p:cNvPicPr>
            <a:picLocks noChangeAspect="1"/>
          </p:cNvPicPr>
          <p:nvPr/>
        </p:nvPicPr>
        <p:blipFill>
          <a:blip r:embed="rId12"/>
          <a:stretch>
            <a:fillRect/>
          </a:stretch>
        </p:blipFill>
        <p:spPr>
          <a:xfrm>
            <a:off x="731520" y="3931920"/>
            <a:ext cx="384048" cy="384048"/>
          </a:xfrm>
          <a:prstGeom prst="rect">
            <a:avLst/>
          </a:prstGeom>
        </p:spPr>
      </p:pic>
      <p:sp>
        <p:nvSpPr>
          <p:cNvPr id="24" name="Text 10"/>
          <p:cNvSpPr txBox="1"/>
          <p:nvPr/>
        </p:nvSpPr>
        <p:spPr>
          <a:xfrm>
            <a:off x="1234440" y="3931920"/>
            <a:ext cx="3657600" cy="384048"/>
          </a:xfrm>
          <a:prstGeom prst="rect">
            <a:avLst/>
          </a:prstGeom>
          <a:noFill/>
          <a:ln/>
        </p:spPr>
        <p:txBody>
          <a:bodyPr wrap="square" lIns="0" tIns="0" rIns="0" bIns="0" rtlCol="0" anchor="ctr"/>
          <a:lstStyle/>
          <a:p>
            <a:pPr indent="0" marL="0">
              <a:buNone/>
            </a:pPr>
            <a:r>
              <a:rPr lang="en-US" sz="1200" b="1" dirty="0">
                <a:solidFill>
                  <a:srgbClr val="FFC233"/>
                </a:solidFill>
                <a:latin typeface="Courier New" pitchFamily="34" charset="0"/>
                <a:ea typeface="Courier New" pitchFamily="34" charset="-122"/>
                <a:cs typeface="Courier New" pitchFamily="34" charset="-120"/>
              </a:rPr>
              <a:t>BYTE'S HINT</a:t>
            </a:r>
            <a:endParaRPr lang="en-US" sz="1200" dirty="0"/>
          </a:p>
        </p:txBody>
      </p:sp>
      <p:sp>
        <p:nvSpPr>
          <p:cNvPr id="25" name="Text 11"/>
          <p:cNvSpPr txBox="1"/>
          <p:nvPr/>
        </p:nvSpPr>
        <p:spPr>
          <a:xfrm>
            <a:off x="731520" y="4389120"/>
            <a:ext cx="7635240" cy="68580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This city hosted the 2020 Summer Olympics.</a:t>
            </a:r>
            <a:endParaRPr lang="en-US" sz="1800" dirty="0"/>
          </a:p>
        </p:txBody>
      </p:sp>
      <p:pic>
        <p:nvPicPr>
          <p:cNvPr id="26" name="Image 12" descr="/tmp/claude-0/-home-user-ashton212123/6ae88841-e158-5430-ba3a-d930461fce9f/scratchpad/build/assets/null_glitch.png">    </p:cNvPr>
          <p:cNvPicPr>
            <a:picLocks noChangeAspect="1"/>
          </p:cNvPicPr>
          <p:nvPr/>
        </p:nvPicPr>
        <p:blipFill>
          <a:blip r:embed="rId13"/>
          <a:stretch>
            <a:fillRect/>
          </a:stretch>
        </p:blipFill>
        <p:spPr>
          <a:xfrm>
            <a:off x="8915400" y="1554480"/>
            <a:ext cx="2834640" cy="2240280"/>
          </a:xfrm>
          <a:prstGeom prst="rect">
            <a:avLst/>
          </a:prstGeom>
        </p:spPr>
      </p:pic>
      <p:sp>
        <p:nvSpPr>
          <p:cNvPr id="27" name="Link - TRY AGAIN">
            <a:hlinkClick r:id="rId17" action="ppaction://hlinksldjump" highlightClick="1"/>
          </p:cNvPr>
          <p:cNvSpPr txBox="1"/>
          <p:nvPr/>
        </p:nvSpPr>
        <p:spPr>
          <a:xfrm>
            <a:off x="457200" y="5440680"/>
            <a:ext cx="3108960" cy="731520"/>
          </a:xfrm>
          <a:prstGeom prst="roundRect">
            <a:avLst>
              <a:gd name="adj" fmla="val 12500"/>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TRY AGAIN</a:t>
            </a:r>
            <a:endParaRPr lang="en-US" sz="1600" dirty="0"/>
          </a:p>
        </p:txBody>
      </p:sp>
      <p:sp>
        <p:nvSpPr>
          <p:cNvPr id="28" name="Text 13"/>
          <p:cNvSpPr txBox="1"/>
          <p:nvPr/>
        </p:nvSpPr>
        <p:spPr>
          <a:xfrm>
            <a:off x="3794760" y="5440680"/>
            <a:ext cx="4846320" cy="731520"/>
          </a:xfrm>
          <a:prstGeom prst="rect">
            <a:avLst/>
          </a:prstGeom>
          <a:noFill/>
          <a:ln/>
        </p:spPr>
        <p:txBody>
          <a:bodyPr wrap="square" lIns="0" tIns="0" rIns="0" bIns="0" rtlCol="0" anchor="ctr"/>
          <a:lstStyle/>
          <a:p>
            <a:pPr indent="0" marL="0">
              <a:buNone/>
            </a:pPr>
            <a:r>
              <a:rPr lang="en-US" sz="1200" b="1" dirty="0">
                <a:solidFill>
                  <a:srgbClr val="F72585"/>
                </a:solidFill>
                <a:latin typeface="Courier New" pitchFamily="34" charset="0"/>
                <a:ea typeface="Courier New" pitchFamily="34" charset="-122"/>
                <a:cs typeface="Courier New" pitchFamily="34" charset="-120"/>
              </a:rPr>
              <a:t>Careful! This is your LAST shield.</a:t>
            </a:r>
            <a:endParaRPr lang="en-US" sz="1200" dirty="0"/>
          </a:p>
        </p:txBody>
      </p:sp>
    </p:spTree>
  </p:cSld>
  <p:clrMapOvr>
    <a:masterClrMapping/>
  </p:clrMapOvr>
  <p:transition spd="med" advClick="0">
    <p:fade/>
    <p:sndAc>
      <p:stSnd>
        <p:snd r:embed="rId18" name="snd_wrong.wav"/>
      </p:stSnd>
    </p:sndAc>
  </p:transition>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9BE564"/>
                </a:solidFill>
                <a:latin typeface="Courier New" pitchFamily="34" charset="0"/>
                <a:ea typeface="Courier New" pitchFamily="34" charset="-122"/>
                <a:cs typeface="Courier New" pitchFamily="34" charset="-120"/>
              </a:rPr>
              <a:t>&gt; SECTOR 04 // WORLD MAP</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1"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2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9BE564"/>
            </a:solidFill>
            <a:prstDash val="solid"/>
          </a:ln>
          <a:effectLst>
            <a:outerShdw sx="100000" sy="100000" kx="0" ky="0" algn="bl" rotWithShape="0" blurRad="203200" dist="50800" dir="5400000">
              <a:srgbClr val="9BE564">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What is the largest ocean on Earth?</a:t>
            </a:r>
            <a:endParaRPr lang="en-US" sz="2200" dirty="0"/>
          </a:p>
        </p:txBody>
      </p:sp>
      <p:sp>
        <p:nvSpPr>
          <p:cNvPr id="17" name="Link - Answer A">
            <a:hlinkClick r:id="rId12" action="ppaction://hlinksldjump" highlightClick="1"/>
          </p:cNvPr>
          <p:cNvSpPr txBox="1"/>
          <p:nvPr/>
        </p:nvSpPr>
        <p:spPr>
          <a:xfrm>
            <a:off x="457200" y="3474720"/>
            <a:ext cx="5486400" cy="1234440"/>
          </a:xfrm>
          <a:prstGeom prst="roundRect">
            <a:avLst>
              <a:gd name="adj" fmla="val 7407"/>
            </a:avLst>
          </a:prstGeom>
          <a:solidFill>
            <a:srgbClr val="1A2353"/>
          </a:solidFill>
          <a:ln w="22225">
            <a:solidFill>
              <a:srgbClr val="9BE564"/>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Pacific Ocean</a:t>
            </a:r>
            <a:endParaRPr lang="en-US" sz="1800" dirty="0"/>
          </a:p>
        </p:txBody>
      </p:sp>
      <p:sp>
        <p:nvSpPr>
          <p:cNvPr id="18" name="Link - Answer A badge">
            <a:hlinkClick r:id="rId12" action="ppaction://hlinksldjump" highlightClick="1"/>
          </p:cNvPr>
          <p:cNvSpPr txBox="1"/>
          <p:nvPr/>
        </p:nvSpPr>
        <p:spPr>
          <a:xfrm>
            <a:off x="658368" y="3817620"/>
            <a:ext cx="548640" cy="54864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19" name="Link - Answer B">
            <a:hlinkClick r:id="rId13" action="ppaction://hlinksldjump" highlightClick="1"/>
          </p:cNvPr>
          <p:cNvSpPr txBox="1"/>
          <p:nvPr/>
        </p:nvSpPr>
        <p:spPr>
          <a:xfrm>
            <a:off x="6245352" y="3474720"/>
            <a:ext cx="5486400" cy="1234440"/>
          </a:xfrm>
          <a:prstGeom prst="roundRect">
            <a:avLst>
              <a:gd name="adj" fmla="val 7407"/>
            </a:avLst>
          </a:prstGeom>
          <a:solidFill>
            <a:srgbClr val="1A2353"/>
          </a:solidFill>
          <a:ln w="22225">
            <a:solidFill>
              <a:srgbClr val="9BE564"/>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Atlantic Ocean</a:t>
            </a:r>
            <a:endParaRPr lang="en-US" sz="1800" dirty="0"/>
          </a:p>
        </p:txBody>
      </p:sp>
      <p:sp>
        <p:nvSpPr>
          <p:cNvPr id="20" name="Link - Answer B badge">
            <a:hlinkClick r:id="rId13" action="ppaction://hlinksldjump" highlightClick="1"/>
          </p:cNvPr>
          <p:cNvSpPr txBox="1"/>
          <p:nvPr/>
        </p:nvSpPr>
        <p:spPr>
          <a:xfrm>
            <a:off x="6446520" y="3817620"/>
            <a:ext cx="548640" cy="54864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
        <p:nvSpPr>
          <p:cNvPr id="21" name="Link - Answer C">
            <a:hlinkClick r:id="rId13" action="ppaction://hlinksldjump" highlightClick="1"/>
          </p:cNvPr>
          <p:cNvSpPr txBox="1"/>
          <p:nvPr/>
        </p:nvSpPr>
        <p:spPr>
          <a:xfrm>
            <a:off x="457200" y="4892040"/>
            <a:ext cx="5486400" cy="1234440"/>
          </a:xfrm>
          <a:prstGeom prst="roundRect">
            <a:avLst>
              <a:gd name="adj" fmla="val 7407"/>
            </a:avLst>
          </a:prstGeom>
          <a:solidFill>
            <a:srgbClr val="1A2353"/>
          </a:solidFill>
          <a:ln w="22225">
            <a:solidFill>
              <a:srgbClr val="9BE564"/>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Indian Ocean</a:t>
            </a:r>
            <a:endParaRPr lang="en-US" sz="1800" dirty="0"/>
          </a:p>
        </p:txBody>
      </p:sp>
      <p:sp>
        <p:nvSpPr>
          <p:cNvPr id="22" name="Link - Answer C badge">
            <a:hlinkClick r:id="rId13" action="ppaction://hlinksldjump" highlightClick="1"/>
          </p:cNvPr>
          <p:cNvSpPr txBox="1"/>
          <p:nvPr/>
        </p:nvSpPr>
        <p:spPr>
          <a:xfrm>
            <a:off x="658368" y="5234940"/>
            <a:ext cx="548640" cy="54864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sp>
        <p:nvSpPr>
          <p:cNvPr id="23" name="Link - Answer D">
            <a:hlinkClick r:id="rId13" action="ppaction://hlinksldjump" highlightClick="1"/>
          </p:cNvPr>
          <p:cNvSpPr txBox="1"/>
          <p:nvPr/>
        </p:nvSpPr>
        <p:spPr>
          <a:xfrm>
            <a:off x="6245352" y="4892040"/>
            <a:ext cx="5486400" cy="1234440"/>
          </a:xfrm>
          <a:prstGeom prst="roundRect">
            <a:avLst>
              <a:gd name="adj" fmla="val 7407"/>
            </a:avLst>
          </a:prstGeom>
          <a:solidFill>
            <a:srgbClr val="1A2353"/>
          </a:solidFill>
          <a:ln w="22225">
            <a:solidFill>
              <a:srgbClr val="9BE564"/>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Arctic Ocean</a:t>
            </a:r>
            <a:endParaRPr lang="en-US" sz="1800" dirty="0"/>
          </a:p>
        </p:txBody>
      </p:sp>
      <p:sp>
        <p:nvSpPr>
          <p:cNvPr id="24" name="Link - Answer D badge">
            <a:hlinkClick r:id="rId13" action="ppaction://hlinksldjump" highlightClick="1"/>
          </p:cNvPr>
          <p:cNvSpPr txBox="1"/>
          <p:nvPr/>
        </p:nvSpPr>
        <p:spPr>
          <a:xfrm>
            <a:off x="6446520" y="5234940"/>
            <a:ext cx="548640" cy="54864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spTree>
  </p:cSld>
  <p:clrMapOvr>
    <a:masterClrMapping/>
  </p:clrMapOvr>
  <p:transition spd="med" advClick="0">
    <p:fade/>
  </p:transition>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9BE564"/>
                </a:solidFill>
                <a:latin typeface="Courier New" pitchFamily="34" charset="0"/>
                <a:ea typeface="Courier New" pitchFamily="34" charset="-122"/>
                <a:cs typeface="Courier New" pitchFamily="34" charset="-120"/>
              </a:rPr>
              <a:t>&gt; SECTOR 04 // WORLD MAP</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1"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2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9BE564"/>
            </a:solidFill>
            <a:prstDash val="solid"/>
          </a:ln>
          <a:effectLst>
            <a:outerShdw sx="100000" sy="100000" kx="0" ky="0" algn="bl" rotWithShape="0" blurRad="203200" dist="50800" dir="5400000">
              <a:srgbClr val="9BE564">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What is the largest ocean on Earth?</a:t>
            </a:r>
            <a:endParaRPr lang="en-US" sz="2200" dirty="0"/>
          </a:p>
        </p:txBody>
      </p:sp>
      <p:sp>
        <p:nvSpPr>
          <p:cNvPr id="17" name="Link - Answer A">
            <a:hlinkClick r:id="rId12" action="ppaction://hlinksldjump" highlightClick="1"/>
          </p:cNvPr>
          <p:cNvSpPr txBox="1"/>
          <p:nvPr/>
        </p:nvSpPr>
        <p:spPr>
          <a:xfrm>
            <a:off x="457200" y="3474720"/>
            <a:ext cx="5486400" cy="1234440"/>
          </a:xfrm>
          <a:prstGeom prst="roundRect">
            <a:avLst>
              <a:gd name="adj" fmla="val 7407"/>
            </a:avLst>
          </a:prstGeom>
          <a:solidFill>
            <a:srgbClr val="1A2353"/>
          </a:solidFill>
          <a:ln w="22225">
            <a:solidFill>
              <a:srgbClr val="9BE564"/>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Pacific Ocean</a:t>
            </a:r>
            <a:endParaRPr lang="en-US" sz="1800" dirty="0"/>
          </a:p>
        </p:txBody>
      </p:sp>
      <p:sp>
        <p:nvSpPr>
          <p:cNvPr id="18" name="Link - Answer A badge">
            <a:hlinkClick r:id="rId12" action="ppaction://hlinksldjump" highlightClick="1"/>
          </p:cNvPr>
          <p:cNvSpPr txBox="1"/>
          <p:nvPr/>
        </p:nvSpPr>
        <p:spPr>
          <a:xfrm>
            <a:off x="658368" y="3817620"/>
            <a:ext cx="548640" cy="54864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19" name="Link - Answer B">
            <a:hlinkClick r:id="rId13" action="ppaction://hlinksldjump" highlightClick="1"/>
          </p:cNvPr>
          <p:cNvSpPr txBox="1"/>
          <p:nvPr/>
        </p:nvSpPr>
        <p:spPr>
          <a:xfrm>
            <a:off x="6245352" y="3474720"/>
            <a:ext cx="5486400" cy="1234440"/>
          </a:xfrm>
          <a:prstGeom prst="roundRect">
            <a:avLst>
              <a:gd name="adj" fmla="val 7407"/>
            </a:avLst>
          </a:prstGeom>
          <a:solidFill>
            <a:srgbClr val="1A2353"/>
          </a:solidFill>
          <a:ln w="22225">
            <a:solidFill>
              <a:srgbClr val="9BE564"/>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Atlantic Ocean</a:t>
            </a:r>
            <a:endParaRPr lang="en-US" sz="1800" dirty="0"/>
          </a:p>
        </p:txBody>
      </p:sp>
      <p:sp>
        <p:nvSpPr>
          <p:cNvPr id="20" name="Link - Answer B badge">
            <a:hlinkClick r:id="rId13" action="ppaction://hlinksldjump" highlightClick="1"/>
          </p:cNvPr>
          <p:cNvSpPr txBox="1"/>
          <p:nvPr/>
        </p:nvSpPr>
        <p:spPr>
          <a:xfrm>
            <a:off x="6446520" y="3817620"/>
            <a:ext cx="548640" cy="54864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
        <p:nvSpPr>
          <p:cNvPr id="21" name="Link - Answer C">
            <a:hlinkClick r:id="rId13" action="ppaction://hlinksldjump" highlightClick="1"/>
          </p:cNvPr>
          <p:cNvSpPr txBox="1"/>
          <p:nvPr/>
        </p:nvSpPr>
        <p:spPr>
          <a:xfrm>
            <a:off x="457200" y="4892040"/>
            <a:ext cx="5486400" cy="1234440"/>
          </a:xfrm>
          <a:prstGeom prst="roundRect">
            <a:avLst>
              <a:gd name="adj" fmla="val 7407"/>
            </a:avLst>
          </a:prstGeom>
          <a:solidFill>
            <a:srgbClr val="1A2353"/>
          </a:solidFill>
          <a:ln w="22225">
            <a:solidFill>
              <a:srgbClr val="9BE564"/>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Indian Ocean</a:t>
            </a:r>
            <a:endParaRPr lang="en-US" sz="1800" dirty="0"/>
          </a:p>
        </p:txBody>
      </p:sp>
      <p:sp>
        <p:nvSpPr>
          <p:cNvPr id="22" name="Link - Answer C badge">
            <a:hlinkClick r:id="rId13" action="ppaction://hlinksldjump" highlightClick="1"/>
          </p:cNvPr>
          <p:cNvSpPr txBox="1"/>
          <p:nvPr/>
        </p:nvSpPr>
        <p:spPr>
          <a:xfrm>
            <a:off x="658368" y="5234940"/>
            <a:ext cx="548640" cy="54864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sp>
        <p:nvSpPr>
          <p:cNvPr id="23" name="Link - Answer D">
            <a:hlinkClick r:id="rId13" action="ppaction://hlinksldjump" highlightClick="1"/>
          </p:cNvPr>
          <p:cNvSpPr txBox="1"/>
          <p:nvPr/>
        </p:nvSpPr>
        <p:spPr>
          <a:xfrm>
            <a:off x="6245352" y="4892040"/>
            <a:ext cx="5486400" cy="1234440"/>
          </a:xfrm>
          <a:prstGeom prst="roundRect">
            <a:avLst>
              <a:gd name="adj" fmla="val 7407"/>
            </a:avLst>
          </a:prstGeom>
          <a:solidFill>
            <a:srgbClr val="1A2353"/>
          </a:solidFill>
          <a:ln w="22225">
            <a:solidFill>
              <a:srgbClr val="9BE564"/>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Arctic Ocean</a:t>
            </a:r>
            <a:endParaRPr lang="en-US" sz="1800" dirty="0"/>
          </a:p>
        </p:txBody>
      </p:sp>
      <p:sp>
        <p:nvSpPr>
          <p:cNvPr id="24" name="Link - Answer D badge">
            <a:hlinkClick r:id="rId13" action="ppaction://hlinksldjump" highlightClick="1"/>
          </p:cNvPr>
          <p:cNvSpPr txBox="1"/>
          <p:nvPr/>
        </p:nvSpPr>
        <p:spPr>
          <a:xfrm>
            <a:off x="6446520" y="5234940"/>
            <a:ext cx="548640" cy="54864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spTree>
  </p:cSld>
  <p:clrMapOvr>
    <a:masterClrMapping/>
  </p:clrMapOvr>
  <p:transition spd="med" advClick="0">
    <p:fade/>
  </p:transition>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9BE564"/>
                </a:solidFill>
                <a:latin typeface="Courier New" pitchFamily="34" charset="0"/>
                <a:ea typeface="Courier New" pitchFamily="34" charset="-122"/>
                <a:cs typeface="Courier New" pitchFamily="34" charset="-120"/>
              </a:rPr>
              <a:t>&gt; SECTOR 04 // WORLD MAP</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1"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2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9BE564"/>
            </a:solidFill>
            <a:prstDash val="solid"/>
          </a:ln>
          <a:effectLst>
            <a:outerShdw sx="100000" sy="100000" kx="0" ky="0" algn="bl" rotWithShape="0" blurRad="203200" dist="50800" dir="5400000">
              <a:srgbClr val="9BE564">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What is the largest ocean on Earth?</a:t>
            </a:r>
            <a:endParaRPr lang="en-US" sz="2200" dirty="0"/>
          </a:p>
        </p:txBody>
      </p:sp>
      <p:sp>
        <p:nvSpPr>
          <p:cNvPr id="17" name="Link - Answer A">
            <a:hlinkClick r:id="rId12" action="ppaction://hlinksldjump" highlightClick="1"/>
          </p:cNvPr>
          <p:cNvSpPr txBox="1"/>
          <p:nvPr/>
        </p:nvSpPr>
        <p:spPr>
          <a:xfrm>
            <a:off x="457200" y="3474720"/>
            <a:ext cx="5486400" cy="1234440"/>
          </a:xfrm>
          <a:prstGeom prst="roundRect">
            <a:avLst>
              <a:gd name="adj" fmla="val 7407"/>
            </a:avLst>
          </a:prstGeom>
          <a:solidFill>
            <a:srgbClr val="1A2353"/>
          </a:solidFill>
          <a:ln w="22225">
            <a:solidFill>
              <a:srgbClr val="9BE564"/>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Pacific Ocean</a:t>
            </a:r>
            <a:endParaRPr lang="en-US" sz="1800" dirty="0"/>
          </a:p>
        </p:txBody>
      </p:sp>
      <p:sp>
        <p:nvSpPr>
          <p:cNvPr id="18" name="Link - Answer A badge">
            <a:hlinkClick r:id="rId12" action="ppaction://hlinksldjump" highlightClick="1"/>
          </p:cNvPr>
          <p:cNvSpPr txBox="1"/>
          <p:nvPr/>
        </p:nvSpPr>
        <p:spPr>
          <a:xfrm>
            <a:off x="658368" y="3817620"/>
            <a:ext cx="548640" cy="54864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19" name="Link - Answer B">
            <a:hlinkClick r:id="rId13" action="ppaction://hlinksldjump" highlightClick="1"/>
          </p:cNvPr>
          <p:cNvSpPr txBox="1"/>
          <p:nvPr/>
        </p:nvSpPr>
        <p:spPr>
          <a:xfrm>
            <a:off x="6245352" y="3474720"/>
            <a:ext cx="5486400" cy="1234440"/>
          </a:xfrm>
          <a:prstGeom prst="roundRect">
            <a:avLst>
              <a:gd name="adj" fmla="val 7407"/>
            </a:avLst>
          </a:prstGeom>
          <a:solidFill>
            <a:srgbClr val="1A2353"/>
          </a:solidFill>
          <a:ln w="22225">
            <a:solidFill>
              <a:srgbClr val="9BE564"/>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Atlantic Ocean</a:t>
            </a:r>
            <a:endParaRPr lang="en-US" sz="1800" dirty="0"/>
          </a:p>
        </p:txBody>
      </p:sp>
      <p:sp>
        <p:nvSpPr>
          <p:cNvPr id="20" name="Link - Answer B badge">
            <a:hlinkClick r:id="rId13" action="ppaction://hlinksldjump" highlightClick="1"/>
          </p:cNvPr>
          <p:cNvSpPr txBox="1"/>
          <p:nvPr/>
        </p:nvSpPr>
        <p:spPr>
          <a:xfrm>
            <a:off x="6446520" y="3817620"/>
            <a:ext cx="548640" cy="54864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
        <p:nvSpPr>
          <p:cNvPr id="21" name="Link - Answer C">
            <a:hlinkClick r:id="rId13" action="ppaction://hlinksldjump" highlightClick="1"/>
          </p:cNvPr>
          <p:cNvSpPr txBox="1"/>
          <p:nvPr/>
        </p:nvSpPr>
        <p:spPr>
          <a:xfrm>
            <a:off x="457200" y="4892040"/>
            <a:ext cx="5486400" cy="1234440"/>
          </a:xfrm>
          <a:prstGeom prst="roundRect">
            <a:avLst>
              <a:gd name="adj" fmla="val 7407"/>
            </a:avLst>
          </a:prstGeom>
          <a:solidFill>
            <a:srgbClr val="1A2353"/>
          </a:solidFill>
          <a:ln w="22225">
            <a:solidFill>
              <a:srgbClr val="9BE564"/>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Indian Ocean</a:t>
            </a:r>
            <a:endParaRPr lang="en-US" sz="1800" dirty="0"/>
          </a:p>
        </p:txBody>
      </p:sp>
      <p:sp>
        <p:nvSpPr>
          <p:cNvPr id="22" name="Link - Answer C badge">
            <a:hlinkClick r:id="rId13" action="ppaction://hlinksldjump" highlightClick="1"/>
          </p:cNvPr>
          <p:cNvSpPr txBox="1"/>
          <p:nvPr/>
        </p:nvSpPr>
        <p:spPr>
          <a:xfrm>
            <a:off x="658368" y="5234940"/>
            <a:ext cx="548640" cy="54864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sp>
        <p:nvSpPr>
          <p:cNvPr id="23" name="Link - Answer D">
            <a:hlinkClick r:id="rId13" action="ppaction://hlinksldjump" highlightClick="1"/>
          </p:cNvPr>
          <p:cNvSpPr txBox="1"/>
          <p:nvPr/>
        </p:nvSpPr>
        <p:spPr>
          <a:xfrm>
            <a:off x="6245352" y="4892040"/>
            <a:ext cx="5486400" cy="1234440"/>
          </a:xfrm>
          <a:prstGeom prst="roundRect">
            <a:avLst>
              <a:gd name="adj" fmla="val 7407"/>
            </a:avLst>
          </a:prstGeom>
          <a:solidFill>
            <a:srgbClr val="1A2353"/>
          </a:solidFill>
          <a:ln w="22225">
            <a:solidFill>
              <a:srgbClr val="9BE564"/>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Arctic Ocean</a:t>
            </a:r>
            <a:endParaRPr lang="en-US" sz="1800" dirty="0"/>
          </a:p>
        </p:txBody>
      </p:sp>
      <p:sp>
        <p:nvSpPr>
          <p:cNvPr id="24" name="Link - Answer D badge">
            <a:hlinkClick r:id="rId13" action="ppaction://hlinksldjump" highlightClick="1"/>
          </p:cNvPr>
          <p:cNvSpPr txBox="1"/>
          <p:nvPr/>
        </p:nvSpPr>
        <p:spPr>
          <a:xfrm>
            <a:off x="6446520" y="5234940"/>
            <a:ext cx="548640" cy="54864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spTree>
  </p:cSld>
  <p:clrMapOvr>
    <a:masterClrMapping/>
  </p:clrMapOvr>
  <p:transition spd="med" advClick="0">
    <p:fade/>
  </p:transition>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9BE564"/>
                </a:solidFill>
                <a:latin typeface="Courier New" pitchFamily="34" charset="0"/>
                <a:ea typeface="Courier New" pitchFamily="34" charset="-122"/>
                <a:cs typeface="Courier New" pitchFamily="34" charset="-120"/>
              </a:rPr>
              <a:t>&gt; SECTOR 04 // WORLD MAP</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A. Pacific Ocean</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The Pacific Ocean is the largest and deepest ocean, covering about one-third of Earth's surface. The Philippines sits on its western side.</a:t>
            </a:r>
            <a:endParaRPr lang="en-US" sz="1800" dirty="0"/>
          </a:p>
        </p:txBody>
      </p:sp>
      <p:sp>
        <p:nvSpPr>
          <p:cNvPr id="20" name="Text 9"/>
          <p:cNvSpPr txBox="1"/>
          <p:nvPr/>
        </p:nvSpPr>
        <p:spPr>
          <a:xfrm>
            <a:off x="2743200" y="4846320"/>
            <a:ext cx="3657600" cy="274320"/>
          </a:xfrm>
          <a:prstGeom prst="rect">
            <a:avLst/>
          </a:prstGeom>
          <a:noFill/>
          <a:ln/>
        </p:spPr>
        <p:txBody>
          <a:bodyPr wrap="square" lIns="0" tIns="0" rIns="0" bIns="0" rtlCol="0" anchor="t"/>
          <a:lstStyle/>
          <a:p>
            <a:pPr indent="0" marL="0">
              <a:buNone/>
            </a:pPr>
            <a:r>
              <a:rPr lang="en-US" sz="1100" b="1" dirty="0">
                <a:solidFill>
                  <a:srgbClr val="9AA6D9"/>
                </a:solidFill>
                <a:latin typeface="Courier New" pitchFamily="34" charset="0"/>
                <a:ea typeface="Courier New" pitchFamily="34" charset="-122"/>
                <a:cs typeface="Courier New" pitchFamily="34" charset="-120"/>
              </a:rPr>
              <a:t>SECTOR PROGRESS</a:t>
            </a:r>
            <a:endParaRPr lang="en-US" sz="1100" dirty="0"/>
          </a:p>
        </p:txBody>
      </p:sp>
      <p:sp>
        <p:nvSpPr>
          <p:cNvPr id="21" name="Shape 10"/>
          <p:cNvSpPr/>
          <p:nvPr/>
        </p:nvSpPr>
        <p:spPr>
          <a:xfrm>
            <a:off x="2743200" y="5230368"/>
            <a:ext cx="777240" cy="274320"/>
          </a:xfrm>
          <a:prstGeom prst="roundRect">
            <a:avLst>
              <a:gd name="adj" fmla="val 20000"/>
            </a:avLst>
          </a:prstGeom>
          <a:solidFill>
            <a:srgbClr val="4BF0A0"/>
          </a:solidFill>
          <a:ln w="12700">
            <a:solidFill>
              <a:srgbClr val="4BF0A0"/>
            </a:solidFill>
            <a:prstDash val="solid"/>
          </a:ln>
        </p:spPr>
      </p:sp>
      <p:sp>
        <p:nvSpPr>
          <p:cNvPr id="22" name="Shape 11"/>
          <p:cNvSpPr/>
          <p:nvPr/>
        </p:nvSpPr>
        <p:spPr>
          <a:xfrm>
            <a:off x="3657600" y="5230368"/>
            <a:ext cx="777240" cy="274320"/>
          </a:xfrm>
          <a:prstGeom prst="roundRect">
            <a:avLst>
              <a:gd name="adj" fmla="val 20000"/>
            </a:avLst>
          </a:prstGeom>
          <a:solidFill>
            <a:srgbClr val="4BF0A0"/>
          </a:solidFill>
          <a:ln w="12700">
            <a:solidFill>
              <a:srgbClr val="4BF0A0"/>
            </a:solidFill>
            <a:prstDash val="solid"/>
          </a:ln>
        </p:spPr>
      </p:sp>
      <p:sp>
        <p:nvSpPr>
          <p:cNvPr id="23" name="Shape 12"/>
          <p:cNvSpPr/>
          <p:nvPr/>
        </p:nvSpPr>
        <p:spPr>
          <a:xfrm>
            <a:off x="4572000" y="5230368"/>
            <a:ext cx="777240" cy="274320"/>
          </a:xfrm>
          <a:prstGeom prst="roundRect">
            <a:avLst>
              <a:gd name="adj" fmla="val 20000"/>
            </a:avLst>
          </a:prstGeom>
          <a:solidFill>
            <a:srgbClr val="1A2353"/>
          </a:solidFill>
          <a:ln w="12700">
            <a:solidFill>
              <a:srgbClr val="3A4370"/>
            </a:solidFill>
            <a:prstDash val="solid"/>
          </a:ln>
        </p:spPr>
      </p:sp>
      <p:sp>
        <p:nvSpPr>
          <p:cNvPr id="24" name="Text 13"/>
          <p:cNvSpPr txBox="1"/>
          <p:nvPr/>
        </p:nvSpPr>
        <p:spPr>
          <a:xfrm>
            <a:off x="5577840" y="5193792"/>
            <a:ext cx="2743200" cy="347472"/>
          </a:xfrm>
          <a:prstGeom prst="rect">
            <a:avLst/>
          </a:prstGeom>
          <a:noFill/>
          <a:ln/>
        </p:spPr>
        <p:txBody>
          <a:bodyPr wrap="square" lIns="0" tIns="0" rIns="0" bIns="0" rtlCol="0" anchor="ctr"/>
          <a:lstStyle/>
          <a:p>
            <a:pPr indent="0" marL="0">
              <a:buNone/>
            </a:pPr>
            <a:r>
              <a:rPr lang="en-US" sz="1200" dirty="0">
                <a:solidFill>
                  <a:srgbClr val="4BF0A0"/>
                </a:solidFill>
                <a:latin typeface="Courier New" pitchFamily="34" charset="0"/>
                <a:ea typeface="Courier New" pitchFamily="34" charset="-122"/>
                <a:cs typeface="Courier New" pitchFamily="34" charset="-120"/>
              </a:rPr>
              <a:t>2 of 3 cleared</a:t>
            </a:r>
            <a:endParaRPr lang="en-US" sz="1200" dirty="0"/>
          </a:p>
        </p:txBody>
      </p:sp>
      <p:sp>
        <p:nvSpPr>
          <p:cNvPr id="25" name="Link - CONTINUE">
            <a:hlinkClick r:id="rId13"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4" name="snd_correct.wav"/>
      </p:stSnd>
    </p:sndAc>
  </p:transition>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9BE564"/>
                </a:solidFill>
                <a:latin typeface="Courier New" pitchFamily="34" charset="0"/>
                <a:ea typeface="Courier New" pitchFamily="34" charset="-122"/>
                <a:cs typeface="Courier New" pitchFamily="34" charset="-120"/>
              </a:rPr>
              <a:t>&gt; SECTOR 04 // WORLD MAP</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A. Pacific Ocean</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The Pacific Ocean is the largest and deepest ocean, covering about one-third of Earth's surface. The Philippines sits on its western side.</a:t>
            </a:r>
            <a:endParaRPr lang="en-US" sz="1800" dirty="0"/>
          </a:p>
        </p:txBody>
      </p:sp>
      <p:sp>
        <p:nvSpPr>
          <p:cNvPr id="20" name="Text 9"/>
          <p:cNvSpPr txBox="1"/>
          <p:nvPr/>
        </p:nvSpPr>
        <p:spPr>
          <a:xfrm>
            <a:off x="2743200" y="4846320"/>
            <a:ext cx="3657600" cy="274320"/>
          </a:xfrm>
          <a:prstGeom prst="rect">
            <a:avLst/>
          </a:prstGeom>
          <a:noFill/>
          <a:ln/>
        </p:spPr>
        <p:txBody>
          <a:bodyPr wrap="square" lIns="0" tIns="0" rIns="0" bIns="0" rtlCol="0" anchor="t"/>
          <a:lstStyle/>
          <a:p>
            <a:pPr indent="0" marL="0">
              <a:buNone/>
            </a:pPr>
            <a:r>
              <a:rPr lang="en-US" sz="1100" b="1" dirty="0">
                <a:solidFill>
                  <a:srgbClr val="9AA6D9"/>
                </a:solidFill>
                <a:latin typeface="Courier New" pitchFamily="34" charset="0"/>
                <a:ea typeface="Courier New" pitchFamily="34" charset="-122"/>
                <a:cs typeface="Courier New" pitchFamily="34" charset="-120"/>
              </a:rPr>
              <a:t>SECTOR PROGRESS</a:t>
            </a:r>
            <a:endParaRPr lang="en-US" sz="1100" dirty="0"/>
          </a:p>
        </p:txBody>
      </p:sp>
      <p:sp>
        <p:nvSpPr>
          <p:cNvPr id="21" name="Shape 10"/>
          <p:cNvSpPr/>
          <p:nvPr/>
        </p:nvSpPr>
        <p:spPr>
          <a:xfrm>
            <a:off x="2743200" y="5230368"/>
            <a:ext cx="777240" cy="274320"/>
          </a:xfrm>
          <a:prstGeom prst="roundRect">
            <a:avLst>
              <a:gd name="adj" fmla="val 20000"/>
            </a:avLst>
          </a:prstGeom>
          <a:solidFill>
            <a:srgbClr val="4BF0A0"/>
          </a:solidFill>
          <a:ln w="12700">
            <a:solidFill>
              <a:srgbClr val="4BF0A0"/>
            </a:solidFill>
            <a:prstDash val="solid"/>
          </a:ln>
        </p:spPr>
      </p:sp>
      <p:sp>
        <p:nvSpPr>
          <p:cNvPr id="22" name="Shape 11"/>
          <p:cNvSpPr/>
          <p:nvPr/>
        </p:nvSpPr>
        <p:spPr>
          <a:xfrm>
            <a:off x="3657600" y="5230368"/>
            <a:ext cx="777240" cy="274320"/>
          </a:xfrm>
          <a:prstGeom prst="roundRect">
            <a:avLst>
              <a:gd name="adj" fmla="val 20000"/>
            </a:avLst>
          </a:prstGeom>
          <a:solidFill>
            <a:srgbClr val="4BF0A0"/>
          </a:solidFill>
          <a:ln w="12700">
            <a:solidFill>
              <a:srgbClr val="4BF0A0"/>
            </a:solidFill>
            <a:prstDash val="solid"/>
          </a:ln>
        </p:spPr>
      </p:sp>
      <p:sp>
        <p:nvSpPr>
          <p:cNvPr id="23" name="Shape 12"/>
          <p:cNvSpPr/>
          <p:nvPr/>
        </p:nvSpPr>
        <p:spPr>
          <a:xfrm>
            <a:off x="4572000" y="5230368"/>
            <a:ext cx="777240" cy="274320"/>
          </a:xfrm>
          <a:prstGeom prst="roundRect">
            <a:avLst>
              <a:gd name="adj" fmla="val 20000"/>
            </a:avLst>
          </a:prstGeom>
          <a:solidFill>
            <a:srgbClr val="1A2353"/>
          </a:solidFill>
          <a:ln w="12700">
            <a:solidFill>
              <a:srgbClr val="3A4370"/>
            </a:solidFill>
            <a:prstDash val="solid"/>
          </a:ln>
        </p:spPr>
      </p:sp>
      <p:sp>
        <p:nvSpPr>
          <p:cNvPr id="24" name="Text 13"/>
          <p:cNvSpPr txBox="1"/>
          <p:nvPr/>
        </p:nvSpPr>
        <p:spPr>
          <a:xfrm>
            <a:off x="5577840" y="5193792"/>
            <a:ext cx="2743200" cy="347472"/>
          </a:xfrm>
          <a:prstGeom prst="rect">
            <a:avLst/>
          </a:prstGeom>
          <a:noFill/>
          <a:ln/>
        </p:spPr>
        <p:txBody>
          <a:bodyPr wrap="square" lIns="0" tIns="0" rIns="0" bIns="0" rtlCol="0" anchor="ctr"/>
          <a:lstStyle/>
          <a:p>
            <a:pPr indent="0" marL="0">
              <a:buNone/>
            </a:pPr>
            <a:r>
              <a:rPr lang="en-US" sz="1200" dirty="0">
                <a:solidFill>
                  <a:srgbClr val="4BF0A0"/>
                </a:solidFill>
                <a:latin typeface="Courier New" pitchFamily="34" charset="0"/>
                <a:ea typeface="Courier New" pitchFamily="34" charset="-122"/>
                <a:cs typeface="Courier New" pitchFamily="34" charset="-120"/>
              </a:rPr>
              <a:t>2 of 3 cleared</a:t>
            </a:r>
            <a:endParaRPr lang="en-US" sz="1200" dirty="0"/>
          </a:p>
        </p:txBody>
      </p:sp>
      <p:sp>
        <p:nvSpPr>
          <p:cNvPr id="25" name="Link - CONTINUE">
            <a:hlinkClick r:id="rId13"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4" name="snd_correct.wav"/>
      </p:stSnd>
    </p:sndAc>
  </p:transition>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9BE564"/>
                </a:solidFill>
                <a:latin typeface="Courier New" pitchFamily="34" charset="0"/>
                <a:ea typeface="Courier New" pitchFamily="34" charset="-122"/>
                <a:cs typeface="Courier New" pitchFamily="34" charset="-120"/>
              </a:rPr>
              <a:t>&gt; SECTOR 04 // WORLD MAP</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A. Pacific Ocean</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The Pacific Ocean is the largest and deepest ocean, covering about one-third of Earth's surface. The Philippines sits on its western side.</a:t>
            </a:r>
            <a:endParaRPr lang="en-US" sz="1800" dirty="0"/>
          </a:p>
        </p:txBody>
      </p:sp>
      <p:sp>
        <p:nvSpPr>
          <p:cNvPr id="20" name="Text 9"/>
          <p:cNvSpPr txBox="1"/>
          <p:nvPr/>
        </p:nvSpPr>
        <p:spPr>
          <a:xfrm>
            <a:off x="2743200" y="4846320"/>
            <a:ext cx="3657600" cy="274320"/>
          </a:xfrm>
          <a:prstGeom prst="rect">
            <a:avLst/>
          </a:prstGeom>
          <a:noFill/>
          <a:ln/>
        </p:spPr>
        <p:txBody>
          <a:bodyPr wrap="square" lIns="0" tIns="0" rIns="0" bIns="0" rtlCol="0" anchor="t"/>
          <a:lstStyle/>
          <a:p>
            <a:pPr indent="0" marL="0">
              <a:buNone/>
            </a:pPr>
            <a:r>
              <a:rPr lang="en-US" sz="1100" b="1" dirty="0">
                <a:solidFill>
                  <a:srgbClr val="9AA6D9"/>
                </a:solidFill>
                <a:latin typeface="Courier New" pitchFamily="34" charset="0"/>
                <a:ea typeface="Courier New" pitchFamily="34" charset="-122"/>
                <a:cs typeface="Courier New" pitchFamily="34" charset="-120"/>
              </a:rPr>
              <a:t>SECTOR PROGRESS</a:t>
            </a:r>
            <a:endParaRPr lang="en-US" sz="1100" dirty="0"/>
          </a:p>
        </p:txBody>
      </p:sp>
      <p:sp>
        <p:nvSpPr>
          <p:cNvPr id="21" name="Shape 10"/>
          <p:cNvSpPr/>
          <p:nvPr/>
        </p:nvSpPr>
        <p:spPr>
          <a:xfrm>
            <a:off x="2743200" y="5230368"/>
            <a:ext cx="777240" cy="274320"/>
          </a:xfrm>
          <a:prstGeom prst="roundRect">
            <a:avLst>
              <a:gd name="adj" fmla="val 20000"/>
            </a:avLst>
          </a:prstGeom>
          <a:solidFill>
            <a:srgbClr val="4BF0A0"/>
          </a:solidFill>
          <a:ln w="12700">
            <a:solidFill>
              <a:srgbClr val="4BF0A0"/>
            </a:solidFill>
            <a:prstDash val="solid"/>
          </a:ln>
        </p:spPr>
      </p:sp>
      <p:sp>
        <p:nvSpPr>
          <p:cNvPr id="22" name="Shape 11"/>
          <p:cNvSpPr/>
          <p:nvPr/>
        </p:nvSpPr>
        <p:spPr>
          <a:xfrm>
            <a:off x="3657600" y="5230368"/>
            <a:ext cx="777240" cy="274320"/>
          </a:xfrm>
          <a:prstGeom prst="roundRect">
            <a:avLst>
              <a:gd name="adj" fmla="val 20000"/>
            </a:avLst>
          </a:prstGeom>
          <a:solidFill>
            <a:srgbClr val="4BF0A0"/>
          </a:solidFill>
          <a:ln w="12700">
            <a:solidFill>
              <a:srgbClr val="4BF0A0"/>
            </a:solidFill>
            <a:prstDash val="solid"/>
          </a:ln>
        </p:spPr>
      </p:sp>
      <p:sp>
        <p:nvSpPr>
          <p:cNvPr id="23" name="Shape 12"/>
          <p:cNvSpPr/>
          <p:nvPr/>
        </p:nvSpPr>
        <p:spPr>
          <a:xfrm>
            <a:off x="4572000" y="5230368"/>
            <a:ext cx="777240" cy="274320"/>
          </a:xfrm>
          <a:prstGeom prst="roundRect">
            <a:avLst>
              <a:gd name="adj" fmla="val 20000"/>
            </a:avLst>
          </a:prstGeom>
          <a:solidFill>
            <a:srgbClr val="1A2353"/>
          </a:solidFill>
          <a:ln w="12700">
            <a:solidFill>
              <a:srgbClr val="3A4370"/>
            </a:solidFill>
            <a:prstDash val="solid"/>
          </a:ln>
        </p:spPr>
      </p:sp>
      <p:sp>
        <p:nvSpPr>
          <p:cNvPr id="24" name="Text 13"/>
          <p:cNvSpPr txBox="1"/>
          <p:nvPr/>
        </p:nvSpPr>
        <p:spPr>
          <a:xfrm>
            <a:off x="5577840" y="5193792"/>
            <a:ext cx="2743200" cy="347472"/>
          </a:xfrm>
          <a:prstGeom prst="rect">
            <a:avLst/>
          </a:prstGeom>
          <a:noFill/>
          <a:ln/>
        </p:spPr>
        <p:txBody>
          <a:bodyPr wrap="square" lIns="0" tIns="0" rIns="0" bIns="0" rtlCol="0" anchor="ctr"/>
          <a:lstStyle/>
          <a:p>
            <a:pPr indent="0" marL="0">
              <a:buNone/>
            </a:pPr>
            <a:r>
              <a:rPr lang="en-US" sz="1200" dirty="0">
                <a:solidFill>
                  <a:srgbClr val="4BF0A0"/>
                </a:solidFill>
                <a:latin typeface="Courier New" pitchFamily="34" charset="0"/>
                <a:ea typeface="Courier New" pitchFamily="34" charset="-122"/>
                <a:cs typeface="Courier New" pitchFamily="34" charset="-120"/>
              </a:rPr>
              <a:t>2 of 3 cleared</a:t>
            </a:r>
            <a:endParaRPr lang="en-US" sz="1200" dirty="0"/>
          </a:p>
        </p:txBody>
      </p:sp>
      <p:sp>
        <p:nvSpPr>
          <p:cNvPr id="25" name="Link - CONTINUE">
            <a:hlinkClick r:id="rId13"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4" name="snd_correct.wav"/>
      </p:stSnd>
    </p:sndAc>
  </p:transition>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9BE564"/>
                </a:solidFill>
                <a:latin typeface="Courier New" pitchFamily="34" charset="0"/>
                <a:ea typeface="Courier New" pitchFamily="34" charset="-122"/>
                <a:cs typeface="Courier New" pitchFamily="34" charset="-120"/>
              </a:rPr>
              <a:t>&gt; SECTOR 04 // WORLD MAP</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6"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ExclamationTriangle_F72585.png">    </p:cNvPr>
          <p:cNvPicPr>
            <a:picLocks noChangeAspect="1"/>
          </p:cNvPicPr>
          <p:nvPr/>
        </p:nvPicPr>
        <p:blipFill>
          <a:blip r:embed="rId8"/>
          <a:stretch>
            <a:fillRect/>
          </a:stretch>
        </p:blipFill>
        <p:spPr>
          <a:xfrm>
            <a:off x="457200" y="1005840"/>
            <a:ext cx="603504" cy="603504"/>
          </a:xfrm>
          <a:prstGeom prst="rect">
            <a:avLst/>
          </a:prstGeom>
        </p:spPr>
      </p:pic>
      <p:sp>
        <p:nvSpPr>
          <p:cNvPr id="14" name="Text 4"/>
          <p:cNvSpPr txBox="1"/>
          <p:nvPr/>
        </p:nvSpPr>
        <p:spPr>
          <a:xfrm>
            <a:off x="1234440" y="914400"/>
            <a:ext cx="7498080" cy="777240"/>
          </a:xfrm>
          <a:prstGeom prst="rect">
            <a:avLst/>
          </a:prstGeom>
          <a:noFill/>
          <a:ln/>
        </p:spPr>
        <p:txBody>
          <a:bodyPr wrap="square" lIns="0" tIns="0" rIns="0" bIns="0" rtlCol="0" anchor="ctr"/>
          <a:lstStyle/>
          <a:p>
            <a:pPr indent="0" marL="0">
              <a:buNone/>
            </a:pPr>
            <a:r>
              <a:rPr lang="en-US" sz="3400" dirty="0">
                <a:solidFill>
                  <a:srgbClr val="F72585"/>
                </a:solidFill>
                <a:latin typeface="Arial Black" pitchFamily="34" charset="0"/>
                <a:ea typeface="Arial Black" pitchFamily="34" charset="-122"/>
                <a:cs typeface="Arial Black" pitchFamily="34" charset="-120"/>
              </a:rPr>
              <a:t>GLITCH DETECTED!</a:t>
            </a:r>
            <a:endParaRPr lang="en-US" sz="3400" dirty="0"/>
          </a:p>
        </p:txBody>
      </p:sp>
      <p:sp>
        <p:nvSpPr>
          <p:cNvPr id="15" name="Text 5"/>
          <p:cNvSpPr txBox="1"/>
          <p:nvPr/>
        </p:nvSpPr>
        <p:spPr>
          <a:xfrm>
            <a:off x="457200" y="1719072"/>
            <a:ext cx="8138160" cy="457200"/>
          </a:xfrm>
          <a:prstGeom prst="rect">
            <a:avLst/>
          </a:prstGeom>
          <a:noFill/>
          <a:ln/>
        </p:spPr>
        <p:txBody>
          <a:bodyPr wrap="square" lIns="0" tIns="0" rIns="0" bIns="0" rtlCol="0" anchor="ctr"/>
          <a:lstStyle/>
          <a:p>
            <a:pPr indent="0" marL="0">
              <a:buNone/>
            </a:pPr>
            <a:r>
              <a:rPr lang="en-US" sz="1500" b="1" dirty="0">
                <a:solidFill>
                  <a:srgbClr val="FF8FC7"/>
                </a:solidFill>
                <a:latin typeface="Courier New" pitchFamily="34" charset="0"/>
                <a:ea typeface="Courier New" pitchFamily="34" charset="-122"/>
                <a:cs typeface="Courier New" pitchFamily="34" charset="-120"/>
              </a:rPr>
              <a:t>NULL: "Hehehe! Wrong answer. Say goodbye to a shield!"</a:t>
            </a:r>
            <a:endParaRPr lang="en-US" sz="1500" dirty="0"/>
          </a:p>
        </p:txBody>
      </p:sp>
      <p:sp>
        <p:nvSpPr>
          <p:cNvPr id="16" name="Shape 6"/>
          <p:cNvSpPr/>
          <p:nvPr/>
        </p:nvSpPr>
        <p:spPr>
          <a:xfrm>
            <a:off x="457200" y="2331720"/>
            <a:ext cx="8138160" cy="1188720"/>
          </a:xfrm>
          <a:prstGeom prst="roundRect">
            <a:avLst>
              <a:gd name="adj" fmla="val 9231"/>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7" name="Text 7"/>
          <p:cNvSpPr txBox="1"/>
          <p:nvPr/>
        </p:nvSpPr>
        <p:spPr>
          <a:xfrm>
            <a:off x="731520" y="2331720"/>
            <a:ext cx="2743200" cy="1188720"/>
          </a:xfrm>
          <a:prstGeom prst="rect">
            <a:avLst/>
          </a:prstGeom>
          <a:noFill/>
          <a:ln/>
        </p:spPr>
        <p:txBody>
          <a:bodyPr wrap="square" lIns="0" tIns="0" rIns="0" bIns="0" rtlCol="0" anchor="ctr"/>
          <a:lstStyle/>
          <a:p>
            <a:pPr indent="0" marL="0">
              <a:buNone/>
            </a:pPr>
            <a:r>
              <a:rPr lang="en-US" sz="2400" dirty="0">
                <a:solidFill>
                  <a:srgbClr val="F72585"/>
                </a:solidFill>
                <a:latin typeface="Arial Black" pitchFamily="34" charset="0"/>
                <a:ea typeface="Arial Black" pitchFamily="34" charset="-122"/>
                <a:cs typeface="Arial Black" pitchFamily="34" charset="-120"/>
              </a:rPr>
              <a:t>-1 SHIELD</a:t>
            </a:r>
            <a:endParaRPr lang="en-US" sz="2400" dirty="0"/>
          </a:p>
        </p:txBody>
      </p:sp>
      <p:pic>
        <p:nvPicPr>
          <p:cNvPr id="18" name="Image 8" descr="/tmp/claude-0/-home-user-ashton212123/6ae88841-e158-5430-ba3a-d930461fce9f/scratchpad/build/assets/shield.png">    </p:cNvPr>
          <p:cNvPicPr>
            <a:picLocks noChangeAspect="1"/>
          </p:cNvPicPr>
          <p:nvPr/>
        </p:nvPicPr>
        <p:blipFill>
          <a:blip r:embed="rId9"/>
          <a:stretch>
            <a:fillRect/>
          </a:stretch>
        </p:blipFill>
        <p:spPr>
          <a:xfrm>
            <a:off x="3566160" y="2560320"/>
            <a:ext cx="731520" cy="731520"/>
          </a:xfrm>
          <a:prstGeom prst="rect">
            <a:avLst/>
          </a:prstGeom>
        </p:spPr>
      </p:pic>
      <p:pic>
        <p:nvPicPr>
          <p:cNvPr id="19" name="Image 9" descr="/tmp/claude-0/-home-user-ashton212123/6ae88841-e158-5430-ba3a-d930461fce9f/scratchpad/build/assets/shield.png">    </p:cNvPr>
          <p:cNvPicPr>
            <a:picLocks noChangeAspect="1"/>
          </p:cNvPicPr>
          <p:nvPr/>
        </p:nvPicPr>
        <p:blipFill>
          <a:blip r:embed="rId10"/>
          <a:stretch>
            <a:fillRect/>
          </a:stretch>
        </p:blipFill>
        <p:spPr>
          <a:xfrm>
            <a:off x="4434840" y="2560320"/>
            <a:ext cx="731520" cy="731520"/>
          </a:xfrm>
          <a:prstGeom prst="rect">
            <a:avLst/>
          </a:prstGeom>
        </p:spPr>
      </p:pic>
      <p:pic>
        <p:nvPicPr>
          <p:cNvPr id="20" name="Image 10" descr="/tmp/claude-0/-home-user-ashton212123/6ae88841-e158-5430-ba3a-d930461fce9f/scratchpad/build/assets/shield_empty.png">    </p:cNvPr>
          <p:cNvPicPr>
            <a:picLocks noChangeAspect="1"/>
          </p:cNvPicPr>
          <p:nvPr/>
        </p:nvPicPr>
        <p:blipFill>
          <a:blip r:embed="rId11"/>
          <a:stretch>
            <a:fillRect/>
          </a:stretch>
        </p:blipFill>
        <p:spPr>
          <a:xfrm>
            <a:off x="5303520" y="2560320"/>
            <a:ext cx="731520" cy="731520"/>
          </a:xfrm>
          <a:prstGeom prst="rect">
            <a:avLst/>
          </a:prstGeom>
        </p:spPr>
      </p:pic>
      <p:sp>
        <p:nvSpPr>
          <p:cNvPr id="21" name="Text 8"/>
          <p:cNvSpPr txBox="1"/>
          <p:nvPr/>
        </p:nvSpPr>
        <p:spPr>
          <a:xfrm>
            <a:off x="6263640" y="2331720"/>
            <a:ext cx="2103120" cy="1188720"/>
          </a:xfrm>
          <a:prstGeom prst="rect">
            <a:avLst/>
          </a:prstGeom>
          <a:noFill/>
          <a:ln/>
        </p:spPr>
        <p:txBody>
          <a:bodyPr wrap="square" lIns="0" tIns="0" rIns="0" bIns="0" rtlCol="0" anchor="ctr"/>
          <a:lstStyle/>
          <a:p>
            <a:pPr indent="0" marL="0">
              <a:buNone/>
            </a:pPr>
            <a:r>
              <a:rPr lang="en-US" sz="1800" b="1" dirty="0">
                <a:solidFill>
                  <a:srgbClr val="EAF2FF"/>
                </a:solidFill>
                <a:latin typeface="Courier New" pitchFamily="34" charset="0"/>
                <a:ea typeface="Courier New" pitchFamily="34" charset="-122"/>
                <a:cs typeface="Courier New" pitchFamily="34" charset="-120"/>
              </a:rPr>
              <a:t>2 LEFT</a:t>
            </a:r>
            <a:endParaRPr lang="en-US" sz="1800" dirty="0"/>
          </a:p>
        </p:txBody>
      </p:sp>
      <p:sp>
        <p:nvSpPr>
          <p:cNvPr id="22" name="Shape 9"/>
          <p:cNvSpPr/>
          <p:nvPr/>
        </p:nvSpPr>
        <p:spPr>
          <a:xfrm>
            <a:off x="457200" y="3749040"/>
            <a:ext cx="8138160" cy="1417320"/>
          </a:xfrm>
          <a:prstGeom prst="roundRect">
            <a:avLst>
              <a:gd name="adj" fmla="val 7742"/>
            </a:avLst>
          </a:prstGeom>
          <a:solidFill>
            <a:srgbClr val="121A3F">
              <a:alpha val="94000"/>
            </a:srgbClr>
          </a:solidFill>
          <a:ln w="19050">
            <a:solidFill>
              <a:srgbClr val="FFC233"/>
            </a:solidFill>
            <a:prstDash val="solid"/>
          </a:ln>
        </p:spPr>
      </p:sp>
      <p:pic>
        <p:nvPicPr>
          <p:cNvPr id="23" name="Image 11" descr="/tmp/claude-0/-home-user-ashton212123/6ae88841-e158-5430-ba3a-d930461fce9f/scratchpad/build/assets/icons/FaLightbulb_FFC233.png">    </p:cNvPr>
          <p:cNvPicPr>
            <a:picLocks noChangeAspect="1"/>
          </p:cNvPicPr>
          <p:nvPr/>
        </p:nvPicPr>
        <p:blipFill>
          <a:blip r:embed="rId12"/>
          <a:stretch>
            <a:fillRect/>
          </a:stretch>
        </p:blipFill>
        <p:spPr>
          <a:xfrm>
            <a:off x="731520" y="3931920"/>
            <a:ext cx="384048" cy="384048"/>
          </a:xfrm>
          <a:prstGeom prst="rect">
            <a:avLst/>
          </a:prstGeom>
        </p:spPr>
      </p:pic>
      <p:sp>
        <p:nvSpPr>
          <p:cNvPr id="24" name="Text 10"/>
          <p:cNvSpPr txBox="1"/>
          <p:nvPr/>
        </p:nvSpPr>
        <p:spPr>
          <a:xfrm>
            <a:off x="1234440" y="3931920"/>
            <a:ext cx="3657600" cy="384048"/>
          </a:xfrm>
          <a:prstGeom prst="rect">
            <a:avLst/>
          </a:prstGeom>
          <a:noFill/>
          <a:ln/>
        </p:spPr>
        <p:txBody>
          <a:bodyPr wrap="square" lIns="0" tIns="0" rIns="0" bIns="0" rtlCol="0" anchor="ctr"/>
          <a:lstStyle/>
          <a:p>
            <a:pPr indent="0" marL="0">
              <a:buNone/>
            </a:pPr>
            <a:r>
              <a:rPr lang="en-US" sz="1200" b="1" dirty="0">
                <a:solidFill>
                  <a:srgbClr val="FFC233"/>
                </a:solidFill>
                <a:latin typeface="Courier New" pitchFamily="34" charset="0"/>
                <a:ea typeface="Courier New" pitchFamily="34" charset="-122"/>
                <a:cs typeface="Courier New" pitchFamily="34" charset="-120"/>
              </a:rPr>
              <a:t>BYTE'S HINT</a:t>
            </a:r>
            <a:endParaRPr lang="en-US" sz="1200" dirty="0"/>
          </a:p>
        </p:txBody>
      </p:sp>
      <p:sp>
        <p:nvSpPr>
          <p:cNvPr id="25" name="Text 11"/>
          <p:cNvSpPr txBox="1"/>
          <p:nvPr/>
        </p:nvSpPr>
        <p:spPr>
          <a:xfrm>
            <a:off x="731520" y="4389120"/>
            <a:ext cx="7635240" cy="68580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It's the ocean right next to the Philippines.</a:t>
            </a:r>
            <a:endParaRPr lang="en-US" sz="1800" dirty="0"/>
          </a:p>
        </p:txBody>
      </p:sp>
      <p:pic>
        <p:nvPicPr>
          <p:cNvPr id="26" name="Image 12" descr="/tmp/claude-0/-home-user-ashton212123/6ae88841-e158-5430-ba3a-d930461fce9f/scratchpad/build/assets/null_glitch.png">    </p:cNvPr>
          <p:cNvPicPr>
            <a:picLocks noChangeAspect="1"/>
          </p:cNvPicPr>
          <p:nvPr/>
        </p:nvPicPr>
        <p:blipFill>
          <a:blip r:embed="rId13"/>
          <a:stretch>
            <a:fillRect/>
          </a:stretch>
        </p:blipFill>
        <p:spPr>
          <a:xfrm>
            <a:off x="8915400" y="1554480"/>
            <a:ext cx="2834640" cy="2240280"/>
          </a:xfrm>
          <a:prstGeom prst="rect">
            <a:avLst/>
          </a:prstGeom>
        </p:spPr>
      </p:pic>
      <p:sp>
        <p:nvSpPr>
          <p:cNvPr id="27" name="Link - TRY AGAIN">
            <a:hlinkClick r:id="rId17" action="ppaction://hlinksldjump" highlightClick="1"/>
          </p:cNvPr>
          <p:cNvSpPr txBox="1"/>
          <p:nvPr/>
        </p:nvSpPr>
        <p:spPr>
          <a:xfrm>
            <a:off x="457200" y="5440680"/>
            <a:ext cx="3108960" cy="731520"/>
          </a:xfrm>
          <a:prstGeom prst="roundRect">
            <a:avLst>
              <a:gd name="adj" fmla="val 12500"/>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TRY AGAIN</a:t>
            </a:r>
            <a:endParaRPr lang="en-US" sz="1600" dirty="0"/>
          </a:p>
        </p:txBody>
      </p:sp>
      <p:sp>
        <p:nvSpPr>
          <p:cNvPr id="28" name="Text 13"/>
          <p:cNvSpPr txBox="1"/>
          <p:nvPr/>
        </p:nvSpPr>
        <p:spPr>
          <a:xfrm>
            <a:off x="3794760" y="5440680"/>
            <a:ext cx="4846320" cy="731520"/>
          </a:xfrm>
          <a:prstGeom prst="rect">
            <a:avLst/>
          </a:prstGeom>
          <a:noFill/>
          <a:ln/>
        </p:spPr>
        <p:txBody>
          <a:bodyPr wrap="square" lIns="0" tIns="0" rIns="0" bIns="0" rtlCol="0" anchor="ctr"/>
          <a:lstStyle/>
          <a:p>
            <a:pPr indent="0" marL="0">
              <a:buNone/>
            </a:pPr>
            <a:r>
              <a:rPr lang="en-US" sz="1200" dirty="0">
                <a:solidFill>
                  <a:srgbClr val="9AA6D9"/>
                </a:solidFill>
                <a:latin typeface="Courier New" pitchFamily="34" charset="0"/>
                <a:ea typeface="Courier New" pitchFamily="34" charset="-122"/>
                <a:cs typeface="Courier New" pitchFamily="34" charset="-120"/>
              </a:rPr>
              <a:t>Retry the same question with one less shield.</a:t>
            </a:r>
            <a:endParaRPr lang="en-US" sz="1200" dirty="0"/>
          </a:p>
        </p:txBody>
      </p:sp>
    </p:spTree>
  </p:cSld>
  <p:clrMapOvr>
    <a:masterClrMapping/>
  </p:clrMapOvr>
  <p:transition spd="med" advClick="0">
    <p:fade/>
    <p:sndAc>
      <p:stSnd>
        <p:snd r:embed="rId18" name="snd_wrong.wav"/>
      </p:stSnd>
    </p:sndAc>
  </p:transition>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9BE564"/>
                </a:solidFill>
                <a:latin typeface="Courier New" pitchFamily="34" charset="0"/>
                <a:ea typeface="Courier New" pitchFamily="34" charset="-122"/>
                <a:cs typeface="Courier New" pitchFamily="34" charset="-120"/>
              </a:rPr>
              <a:t>&gt; SECTOR 04 // WORLD MAP</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6"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ExclamationTriangle_F72585.png">    </p:cNvPr>
          <p:cNvPicPr>
            <a:picLocks noChangeAspect="1"/>
          </p:cNvPicPr>
          <p:nvPr/>
        </p:nvPicPr>
        <p:blipFill>
          <a:blip r:embed="rId8"/>
          <a:stretch>
            <a:fillRect/>
          </a:stretch>
        </p:blipFill>
        <p:spPr>
          <a:xfrm>
            <a:off x="457200" y="1005840"/>
            <a:ext cx="603504" cy="603504"/>
          </a:xfrm>
          <a:prstGeom prst="rect">
            <a:avLst/>
          </a:prstGeom>
        </p:spPr>
      </p:pic>
      <p:sp>
        <p:nvSpPr>
          <p:cNvPr id="14" name="Text 4"/>
          <p:cNvSpPr txBox="1"/>
          <p:nvPr/>
        </p:nvSpPr>
        <p:spPr>
          <a:xfrm>
            <a:off x="1234440" y="914400"/>
            <a:ext cx="7498080" cy="777240"/>
          </a:xfrm>
          <a:prstGeom prst="rect">
            <a:avLst/>
          </a:prstGeom>
          <a:noFill/>
          <a:ln/>
        </p:spPr>
        <p:txBody>
          <a:bodyPr wrap="square" lIns="0" tIns="0" rIns="0" bIns="0" rtlCol="0" anchor="ctr"/>
          <a:lstStyle/>
          <a:p>
            <a:pPr indent="0" marL="0">
              <a:buNone/>
            </a:pPr>
            <a:r>
              <a:rPr lang="en-US" sz="3400" dirty="0">
                <a:solidFill>
                  <a:srgbClr val="F72585"/>
                </a:solidFill>
                <a:latin typeface="Arial Black" pitchFamily="34" charset="0"/>
                <a:ea typeface="Arial Black" pitchFamily="34" charset="-122"/>
                <a:cs typeface="Arial Black" pitchFamily="34" charset="-120"/>
              </a:rPr>
              <a:t>GLITCH DETECTED!</a:t>
            </a:r>
            <a:endParaRPr lang="en-US" sz="3400" dirty="0"/>
          </a:p>
        </p:txBody>
      </p:sp>
      <p:sp>
        <p:nvSpPr>
          <p:cNvPr id="15" name="Text 5"/>
          <p:cNvSpPr txBox="1"/>
          <p:nvPr/>
        </p:nvSpPr>
        <p:spPr>
          <a:xfrm>
            <a:off x="457200" y="1719072"/>
            <a:ext cx="8138160" cy="457200"/>
          </a:xfrm>
          <a:prstGeom prst="rect">
            <a:avLst/>
          </a:prstGeom>
          <a:noFill/>
          <a:ln/>
        </p:spPr>
        <p:txBody>
          <a:bodyPr wrap="square" lIns="0" tIns="0" rIns="0" bIns="0" rtlCol="0" anchor="ctr"/>
          <a:lstStyle/>
          <a:p>
            <a:pPr indent="0" marL="0">
              <a:buNone/>
            </a:pPr>
            <a:r>
              <a:rPr lang="en-US" sz="1500" b="1" dirty="0">
                <a:solidFill>
                  <a:srgbClr val="FF8FC7"/>
                </a:solidFill>
                <a:latin typeface="Courier New" pitchFamily="34" charset="0"/>
                <a:ea typeface="Courier New" pitchFamily="34" charset="-122"/>
                <a:cs typeface="Courier New" pitchFamily="34" charset="-120"/>
              </a:rPr>
              <a:t>NULL: "Did you even read the question? Hahaha!"</a:t>
            </a:r>
            <a:endParaRPr lang="en-US" sz="1500" dirty="0"/>
          </a:p>
        </p:txBody>
      </p:sp>
      <p:sp>
        <p:nvSpPr>
          <p:cNvPr id="16" name="Shape 6"/>
          <p:cNvSpPr/>
          <p:nvPr/>
        </p:nvSpPr>
        <p:spPr>
          <a:xfrm>
            <a:off x="457200" y="2331720"/>
            <a:ext cx="8138160" cy="1188720"/>
          </a:xfrm>
          <a:prstGeom prst="roundRect">
            <a:avLst>
              <a:gd name="adj" fmla="val 9231"/>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7" name="Text 7"/>
          <p:cNvSpPr txBox="1"/>
          <p:nvPr/>
        </p:nvSpPr>
        <p:spPr>
          <a:xfrm>
            <a:off x="731520" y="2331720"/>
            <a:ext cx="2743200" cy="1188720"/>
          </a:xfrm>
          <a:prstGeom prst="rect">
            <a:avLst/>
          </a:prstGeom>
          <a:noFill/>
          <a:ln/>
        </p:spPr>
        <p:txBody>
          <a:bodyPr wrap="square" lIns="0" tIns="0" rIns="0" bIns="0" rtlCol="0" anchor="ctr"/>
          <a:lstStyle/>
          <a:p>
            <a:pPr indent="0" marL="0">
              <a:buNone/>
            </a:pPr>
            <a:r>
              <a:rPr lang="en-US" sz="2400" dirty="0">
                <a:solidFill>
                  <a:srgbClr val="F72585"/>
                </a:solidFill>
                <a:latin typeface="Arial Black" pitchFamily="34" charset="0"/>
                <a:ea typeface="Arial Black" pitchFamily="34" charset="-122"/>
                <a:cs typeface="Arial Black" pitchFamily="34" charset="-120"/>
              </a:rPr>
              <a:t>-1 SHIELD</a:t>
            </a:r>
            <a:endParaRPr lang="en-US" sz="2400" dirty="0"/>
          </a:p>
        </p:txBody>
      </p:sp>
      <p:pic>
        <p:nvPicPr>
          <p:cNvPr id="18" name="Image 8" descr="/tmp/claude-0/-home-user-ashton212123/6ae88841-e158-5430-ba3a-d930461fce9f/scratchpad/build/assets/shield.png">    </p:cNvPr>
          <p:cNvPicPr>
            <a:picLocks noChangeAspect="1"/>
          </p:cNvPicPr>
          <p:nvPr/>
        </p:nvPicPr>
        <p:blipFill>
          <a:blip r:embed="rId9"/>
          <a:stretch>
            <a:fillRect/>
          </a:stretch>
        </p:blipFill>
        <p:spPr>
          <a:xfrm>
            <a:off x="3566160" y="2560320"/>
            <a:ext cx="731520" cy="731520"/>
          </a:xfrm>
          <a:prstGeom prst="rect">
            <a:avLst/>
          </a:prstGeom>
        </p:spPr>
      </p:pic>
      <p:pic>
        <p:nvPicPr>
          <p:cNvPr id="19" name="Image 9" descr="/tmp/claude-0/-home-user-ashton212123/6ae88841-e158-5430-ba3a-d930461fce9f/scratchpad/build/assets/shield_empty.png">    </p:cNvPr>
          <p:cNvPicPr>
            <a:picLocks noChangeAspect="1"/>
          </p:cNvPicPr>
          <p:nvPr/>
        </p:nvPicPr>
        <p:blipFill>
          <a:blip r:embed="rId10"/>
          <a:stretch>
            <a:fillRect/>
          </a:stretch>
        </p:blipFill>
        <p:spPr>
          <a:xfrm>
            <a:off x="4434840" y="2560320"/>
            <a:ext cx="731520" cy="731520"/>
          </a:xfrm>
          <a:prstGeom prst="rect">
            <a:avLst/>
          </a:prstGeom>
        </p:spPr>
      </p:pic>
      <p:pic>
        <p:nvPicPr>
          <p:cNvPr id="20" name="Image 10" descr="/tmp/claude-0/-home-user-ashton212123/6ae88841-e158-5430-ba3a-d930461fce9f/scratchpad/build/assets/shield_empty.png">    </p:cNvPr>
          <p:cNvPicPr>
            <a:picLocks noChangeAspect="1"/>
          </p:cNvPicPr>
          <p:nvPr/>
        </p:nvPicPr>
        <p:blipFill>
          <a:blip r:embed="rId11"/>
          <a:stretch>
            <a:fillRect/>
          </a:stretch>
        </p:blipFill>
        <p:spPr>
          <a:xfrm>
            <a:off x="5303520" y="2560320"/>
            <a:ext cx="731520" cy="731520"/>
          </a:xfrm>
          <a:prstGeom prst="rect">
            <a:avLst/>
          </a:prstGeom>
        </p:spPr>
      </p:pic>
      <p:sp>
        <p:nvSpPr>
          <p:cNvPr id="21" name="Text 8"/>
          <p:cNvSpPr txBox="1"/>
          <p:nvPr/>
        </p:nvSpPr>
        <p:spPr>
          <a:xfrm>
            <a:off x="6263640" y="2331720"/>
            <a:ext cx="2103120" cy="1188720"/>
          </a:xfrm>
          <a:prstGeom prst="rect">
            <a:avLst/>
          </a:prstGeom>
          <a:noFill/>
          <a:ln/>
        </p:spPr>
        <p:txBody>
          <a:bodyPr wrap="square" lIns="0" tIns="0" rIns="0" bIns="0" rtlCol="0" anchor="ctr"/>
          <a:lstStyle/>
          <a:p>
            <a:pPr indent="0" marL="0">
              <a:buNone/>
            </a:pPr>
            <a:r>
              <a:rPr lang="en-US" sz="1800" b="1" dirty="0">
                <a:solidFill>
                  <a:srgbClr val="F72585"/>
                </a:solidFill>
                <a:latin typeface="Courier New" pitchFamily="34" charset="0"/>
                <a:ea typeface="Courier New" pitchFamily="34" charset="-122"/>
                <a:cs typeface="Courier New" pitchFamily="34" charset="-120"/>
              </a:rPr>
              <a:t>1 LEFT</a:t>
            </a:r>
            <a:endParaRPr lang="en-US" sz="1800" dirty="0"/>
          </a:p>
        </p:txBody>
      </p:sp>
      <p:sp>
        <p:nvSpPr>
          <p:cNvPr id="22" name="Shape 9"/>
          <p:cNvSpPr/>
          <p:nvPr/>
        </p:nvSpPr>
        <p:spPr>
          <a:xfrm>
            <a:off x="457200" y="3749040"/>
            <a:ext cx="8138160" cy="1417320"/>
          </a:xfrm>
          <a:prstGeom prst="roundRect">
            <a:avLst>
              <a:gd name="adj" fmla="val 7742"/>
            </a:avLst>
          </a:prstGeom>
          <a:solidFill>
            <a:srgbClr val="121A3F">
              <a:alpha val="94000"/>
            </a:srgbClr>
          </a:solidFill>
          <a:ln w="19050">
            <a:solidFill>
              <a:srgbClr val="FFC233"/>
            </a:solidFill>
            <a:prstDash val="solid"/>
          </a:ln>
        </p:spPr>
      </p:sp>
      <p:pic>
        <p:nvPicPr>
          <p:cNvPr id="23" name="Image 11" descr="/tmp/claude-0/-home-user-ashton212123/6ae88841-e158-5430-ba3a-d930461fce9f/scratchpad/build/assets/icons/FaLightbulb_FFC233.png">    </p:cNvPr>
          <p:cNvPicPr>
            <a:picLocks noChangeAspect="1"/>
          </p:cNvPicPr>
          <p:nvPr/>
        </p:nvPicPr>
        <p:blipFill>
          <a:blip r:embed="rId12"/>
          <a:stretch>
            <a:fillRect/>
          </a:stretch>
        </p:blipFill>
        <p:spPr>
          <a:xfrm>
            <a:off x="731520" y="3931920"/>
            <a:ext cx="384048" cy="384048"/>
          </a:xfrm>
          <a:prstGeom prst="rect">
            <a:avLst/>
          </a:prstGeom>
        </p:spPr>
      </p:pic>
      <p:sp>
        <p:nvSpPr>
          <p:cNvPr id="24" name="Text 10"/>
          <p:cNvSpPr txBox="1"/>
          <p:nvPr/>
        </p:nvSpPr>
        <p:spPr>
          <a:xfrm>
            <a:off x="1234440" y="3931920"/>
            <a:ext cx="3657600" cy="384048"/>
          </a:xfrm>
          <a:prstGeom prst="rect">
            <a:avLst/>
          </a:prstGeom>
          <a:noFill/>
          <a:ln/>
        </p:spPr>
        <p:txBody>
          <a:bodyPr wrap="square" lIns="0" tIns="0" rIns="0" bIns="0" rtlCol="0" anchor="ctr"/>
          <a:lstStyle/>
          <a:p>
            <a:pPr indent="0" marL="0">
              <a:buNone/>
            </a:pPr>
            <a:r>
              <a:rPr lang="en-US" sz="1200" b="1" dirty="0">
                <a:solidFill>
                  <a:srgbClr val="FFC233"/>
                </a:solidFill>
                <a:latin typeface="Courier New" pitchFamily="34" charset="0"/>
                <a:ea typeface="Courier New" pitchFamily="34" charset="-122"/>
                <a:cs typeface="Courier New" pitchFamily="34" charset="-120"/>
              </a:rPr>
              <a:t>BYTE'S HINT</a:t>
            </a:r>
            <a:endParaRPr lang="en-US" sz="1200" dirty="0"/>
          </a:p>
        </p:txBody>
      </p:sp>
      <p:sp>
        <p:nvSpPr>
          <p:cNvPr id="25" name="Text 11"/>
          <p:cNvSpPr txBox="1"/>
          <p:nvPr/>
        </p:nvSpPr>
        <p:spPr>
          <a:xfrm>
            <a:off x="731520" y="4389120"/>
            <a:ext cx="7635240" cy="68580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It's the ocean right next to the Philippines.</a:t>
            </a:r>
            <a:endParaRPr lang="en-US" sz="1800" dirty="0"/>
          </a:p>
        </p:txBody>
      </p:sp>
      <p:pic>
        <p:nvPicPr>
          <p:cNvPr id="26" name="Image 12" descr="/tmp/claude-0/-home-user-ashton212123/6ae88841-e158-5430-ba3a-d930461fce9f/scratchpad/build/assets/null_glitch.png">    </p:cNvPr>
          <p:cNvPicPr>
            <a:picLocks noChangeAspect="1"/>
          </p:cNvPicPr>
          <p:nvPr/>
        </p:nvPicPr>
        <p:blipFill>
          <a:blip r:embed="rId13"/>
          <a:stretch>
            <a:fillRect/>
          </a:stretch>
        </p:blipFill>
        <p:spPr>
          <a:xfrm>
            <a:off x="8915400" y="1554480"/>
            <a:ext cx="2834640" cy="2240280"/>
          </a:xfrm>
          <a:prstGeom prst="rect">
            <a:avLst/>
          </a:prstGeom>
        </p:spPr>
      </p:pic>
      <p:sp>
        <p:nvSpPr>
          <p:cNvPr id="27" name="Link - TRY AGAIN">
            <a:hlinkClick r:id="rId17" action="ppaction://hlinksldjump" highlightClick="1"/>
          </p:cNvPr>
          <p:cNvSpPr txBox="1"/>
          <p:nvPr/>
        </p:nvSpPr>
        <p:spPr>
          <a:xfrm>
            <a:off x="457200" y="5440680"/>
            <a:ext cx="3108960" cy="731520"/>
          </a:xfrm>
          <a:prstGeom prst="roundRect">
            <a:avLst>
              <a:gd name="adj" fmla="val 12500"/>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TRY AGAIN</a:t>
            </a:r>
            <a:endParaRPr lang="en-US" sz="1600" dirty="0"/>
          </a:p>
        </p:txBody>
      </p:sp>
      <p:sp>
        <p:nvSpPr>
          <p:cNvPr id="28" name="Text 13"/>
          <p:cNvSpPr txBox="1"/>
          <p:nvPr/>
        </p:nvSpPr>
        <p:spPr>
          <a:xfrm>
            <a:off x="3794760" y="5440680"/>
            <a:ext cx="4846320" cy="731520"/>
          </a:xfrm>
          <a:prstGeom prst="rect">
            <a:avLst/>
          </a:prstGeom>
          <a:noFill/>
          <a:ln/>
        </p:spPr>
        <p:txBody>
          <a:bodyPr wrap="square" lIns="0" tIns="0" rIns="0" bIns="0" rtlCol="0" anchor="ctr"/>
          <a:lstStyle/>
          <a:p>
            <a:pPr indent="0" marL="0">
              <a:buNone/>
            </a:pPr>
            <a:r>
              <a:rPr lang="en-US" sz="1200" b="1" dirty="0">
                <a:solidFill>
                  <a:srgbClr val="F72585"/>
                </a:solidFill>
                <a:latin typeface="Courier New" pitchFamily="34" charset="0"/>
                <a:ea typeface="Courier New" pitchFamily="34" charset="-122"/>
                <a:cs typeface="Courier New" pitchFamily="34" charset="-120"/>
              </a:rPr>
              <a:t>Careful! This is your LAST shield.</a:t>
            </a:r>
            <a:endParaRPr lang="en-US" sz="1200" dirty="0"/>
          </a:p>
        </p:txBody>
      </p:sp>
    </p:spTree>
  </p:cSld>
  <p:clrMapOvr>
    <a:masterClrMapping/>
  </p:clrMapOvr>
  <p:transition spd="med" advClick="0">
    <p:fade/>
    <p:sndAc>
      <p:stSnd>
        <p:snd r:embed="rId18" name="snd_wrong.wav"/>
      </p:stSnd>
    </p:sndAc>
  </p:transition>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9BE564"/>
                </a:solidFill>
                <a:latin typeface="Courier New" pitchFamily="34" charset="0"/>
                <a:ea typeface="Courier New" pitchFamily="34" charset="-122"/>
                <a:cs typeface="Courier New" pitchFamily="34" charset="-120"/>
              </a:rPr>
              <a:t>&gt; SECTOR 04 // WORLD MAP</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1"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3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9BE564"/>
            </a:solidFill>
            <a:prstDash val="solid"/>
          </a:ln>
          <a:effectLst>
            <a:outerShdw sx="100000" sy="100000" kx="0" ky="0" algn="bl" rotWithShape="0" blurRad="203200" dist="50800" dir="5400000">
              <a:srgbClr val="9BE564">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Which is the highest mountain in the Philippines?</a:t>
            </a:r>
            <a:endParaRPr lang="en-US" sz="2200" dirty="0"/>
          </a:p>
        </p:txBody>
      </p:sp>
      <p:sp>
        <p:nvSpPr>
          <p:cNvPr id="17" name="Link - Answer A">
            <a:hlinkClick r:id="rId12" action="ppaction://hlinksldjump" highlightClick="1"/>
          </p:cNvPr>
          <p:cNvSpPr txBox="1"/>
          <p:nvPr/>
        </p:nvSpPr>
        <p:spPr>
          <a:xfrm>
            <a:off x="457200" y="3474720"/>
            <a:ext cx="5486400" cy="1234440"/>
          </a:xfrm>
          <a:prstGeom prst="roundRect">
            <a:avLst>
              <a:gd name="adj" fmla="val 7407"/>
            </a:avLst>
          </a:prstGeom>
          <a:solidFill>
            <a:srgbClr val="1A2353"/>
          </a:solidFill>
          <a:ln w="22225">
            <a:solidFill>
              <a:srgbClr val="9BE564"/>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Mount Mayon</a:t>
            </a:r>
            <a:endParaRPr lang="en-US" sz="1800" dirty="0"/>
          </a:p>
        </p:txBody>
      </p:sp>
      <p:sp>
        <p:nvSpPr>
          <p:cNvPr id="18" name="Link - Answer A badge">
            <a:hlinkClick r:id="rId12" action="ppaction://hlinksldjump" highlightClick="1"/>
          </p:cNvPr>
          <p:cNvSpPr txBox="1"/>
          <p:nvPr/>
        </p:nvSpPr>
        <p:spPr>
          <a:xfrm>
            <a:off x="658368" y="3817620"/>
            <a:ext cx="548640" cy="54864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19" name="Link - Answer B">
            <a:hlinkClick r:id="rId12" action="ppaction://hlinksldjump" highlightClick="1"/>
          </p:cNvPr>
          <p:cNvSpPr txBox="1"/>
          <p:nvPr/>
        </p:nvSpPr>
        <p:spPr>
          <a:xfrm>
            <a:off x="6245352" y="3474720"/>
            <a:ext cx="5486400" cy="1234440"/>
          </a:xfrm>
          <a:prstGeom prst="roundRect">
            <a:avLst>
              <a:gd name="adj" fmla="val 7407"/>
            </a:avLst>
          </a:prstGeom>
          <a:solidFill>
            <a:srgbClr val="1A2353"/>
          </a:solidFill>
          <a:ln w="22225">
            <a:solidFill>
              <a:srgbClr val="9BE564"/>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Mount Pulag</a:t>
            </a:r>
            <a:endParaRPr lang="en-US" sz="1800" dirty="0"/>
          </a:p>
        </p:txBody>
      </p:sp>
      <p:sp>
        <p:nvSpPr>
          <p:cNvPr id="20" name="Link - Answer B badge">
            <a:hlinkClick r:id="rId12" action="ppaction://hlinksldjump" highlightClick="1"/>
          </p:cNvPr>
          <p:cNvSpPr txBox="1"/>
          <p:nvPr/>
        </p:nvSpPr>
        <p:spPr>
          <a:xfrm>
            <a:off x="6446520" y="3817620"/>
            <a:ext cx="548640" cy="54864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
        <p:nvSpPr>
          <p:cNvPr id="21" name="Link - Answer C">
            <a:hlinkClick r:id="rId13" action="ppaction://hlinksldjump" highlightClick="1"/>
          </p:cNvPr>
          <p:cNvSpPr txBox="1"/>
          <p:nvPr/>
        </p:nvSpPr>
        <p:spPr>
          <a:xfrm>
            <a:off x="457200" y="4892040"/>
            <a:ext cx="5486400" cy="1234440"/>
          </a:xfrm>
          <a:prstGeom prst="roundRect">
            <a:avLst>
              <a:gd name="adj" fmla="val 7407"/>
            </a:avLst>
          </a:prstGeom>
          <a:solidFill>
            <a:srgbClr val="1A2353"/>
          </a:solidFill>
          <a:ln w="22225">
            <a:solidFill>
              <a:srgbClr val="9BE564"/>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Mount Apo</a:t>
            </a:r>
            <a:endParaRPr lang="en-US" sz="1800" dirty="0"/>
          </a:p>
        </p:txBody>
      </p:sp>
      <p:sp>
        <p:nvSpPr>
          <p:cNvPr id="22" name="Link - Answer C badge">
            <a:hlinkClick r:id="rId13" action="ppaction://hlinksldjump" highlightClick="1"/>
          </p:cNvPr>
          <p:cNvSpPr txBox="1"/>
          <p:nvPr/>
        </p:nvSpPr>
        <p:spPr>
          <a:xfrm>
            <a:off x="658368" y="5234940"/>
            <a:ext cx="548640" cy="54864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sp>
        <p:nvSpPr>
          <p:cNvPr id="23" name="Link - Answer D">
            <a:hlinkClick r:id="rId12" action="ppaction://hlinksldjump" highlightClick="1"/>
          </p:cNvPr>
          <p:cNvSpPr txBox="1"/>
          <p:nvPr/>
        </p:nvSpPr>
        <p:spPr>
          <a:xfrm>
            <a:off x="6245352" y="4892040"/>
            <a:ext cx="5486400" cy="1234440"/>
          </a:xfrm>
          <a:prstGeom prst="roundRect">
            <a:avLst>
              <a:gd name="adj" fmla="val 7407"/>
            </a:avLst>
          </a:prstGeom>
          <a:solidFill>
            <a:srgbClr val="1A2353"/>
          </a:solidFill>
          <a:ln w="22225">
            <a:solidFill>
              <a:srgbClr val="9BE564"/>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Mount Pinatubo</a:t>
            </a:r>
            <a:endParaRPr lang="en-US" sz="1800" dirty="0"/>
          </a:p>
        </p:txBody>
      </p:sp>
      <p:sp>
        <p:nvSpPr>
          <p:cNvPr id="24" name="Link - Answer D badge">
            <a:hlinkClick r:id="rId12" action="ppaction://hlinksldjump" highlightClick="1"/>
          </p:cNvPr>
          <p:cNvSpPr txBox="1"/>
          <p:nvPr/>
        </p:nvSpPr>
        <p:spPr>
          <a:xfrm>
            <a:off x="6446520" y="5234940"/>
            <a:ext cx="548640" cy="54864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spTree>
  </p:cSld>
  <p:clrMapOvr>
    <a:masterClrMapping/>
  </p:clrMapOvr>
  <p:transition spd="med" advClick="0">
    <p:fade/>
  </p:transition>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9BE564"/>
                </a:solidFill>
                <a:latin typeface="Courier New" pitchFamily="34" charset="0"/>
                <a:ea typeface="Courier New" pitchFamily="34" charset="-122"/>
                <a:cs typeface="Courier New" pitchFamily="34" charset="-120"/>
              </a:rPr>
              <a:t>&gt; SECTOR 04 // WORLD MAP</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1"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3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9BE564"/>
            </a:solidFill>
            <a:prstDash val="solid"/>
          </a:ln>
          <a:effectLst>
            <a:outerShdw sx="100000" sy="100000" kx="0" ky="0" algn="bl" rotWithShape="0" blurRad="203200" dist="50800" dir="5400000">
              <a:srgbClr val="9BE564">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Which is the highest mountain in the Philippines?</a:t>
            </a:r>
            <a:endParaRPr lang="en-US" sz="2200" dirty="0"/>
          </a:p>
        </p:txBody>
      </p:sp>
      <p:sp>
        <p:nvSpPr>
          <p:cNvPr id="17" name="Link - Answer A">
            <a:hlinkClick r:id="rId12" action="ppaction://hlinksldjump" highlightClick="1"/>
          </p:cNvPr>
          <p:cNvSpPr txBox="1"/>
          <p:nvPr/>
        </p:nvSpPr>
        <p:spPr>
          <a:xfrm>
            <a:off x="457200" y="3474720"/>
            <a:ext cx="5486400" cy="1234440"/>
          </a:xfrm>
          <a:prstGeom prst="roundRect">
            <a:avLst>
              <a:gd name="adj" fmla="val 7407"/>
            </a:avLst>
          </a:prstGeom>
          <a:solidFill>
            <a:srgbClr val="1A2353"/>
          </a:solidFill>
          <a:ln w="22225">
            <a:solidFill>
              <a:srgbClr val="9BE564"/>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Mount Mayon</a:t>
            </a:r>
            <a:endParaRPr lang="en-US" sz="1800" dirty="0"/>
          </a:p>
        </p:txBody>
      </p:sp>
      <p:sp>
        <p:nvSpPr>
          <p:cNvPr id="18" name="Link - Answer A badge">
            <a:hlinkClick r:id="rId12" action="ppaction://hlinksldjump" highlightClick="1"/>
          </p:cNvPr>
          <p:cNvSpPr txBox="1"/>
          <p:nvPr/>
        </p:nvSpPr>
        <p:spPr>
          <a:xfrm>
            <a:off x="658368" y="3817620"/>
            <a:ext cx="548640" cy="54864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19" name="Link - Answer B">
            <a:hlinkClick r:id="rId12" action="ppaction://hlinksldjump" highlightClick="1"/>
          </p:cNvPr>
          <p:cNvSpPr txBox="1"/>
          <p:nvPr/>
        </p:nvSpPr>
        <p:spPr>
          <a:xfrm>
            <a:off x="6245352" y="3474720"/>
            <a:ext cx="5486400" cy="1234440"/>
          </a:xfrm>
          <a:prstGeom prst="roundRect">
            <a:avLst>
              <a:gd name="adj" fmla="val 7407"/>
            </a:avLst>
          </a:prstGeom>
          <a:solidFill>
            <a:srgbClr val="1A2353"/>
          </a:solidFill>
          <a:ln w="22225">
            <a:solidFill>
              <a:srgbClr val="9BE564"/>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Mount Pulag</a:t>
            </a:r>
            <a:endParaRPr lang="en-US" sz="1800" dirty="0"/>
          </a:p>
        </p:txBody>
      </p:sp>
      <p:sp>
        <p:nvSpPr>
          <p:cNvPr id="20" name="Link - Answer B badge">
            <a:hlinkClick r:id="rId12" action="ppaction://hlinksldjump" highlightClick="1"/>
          </p:cNvPr>
          <p:cNvSpPr txBox="1"/>
          <p:nvPr/>
        </p:nvSpPr>
        <p:spPr>
          <a:xfrm>
            <a:off x="6446520" y="3817620"/>
            <a:ext cx="548640" cy="54864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
        <p:nvSpPr>
          <p:cNvPr id="21" name="Link - Answer C">
            <a:hlinkClick r:id="rId13" action="ppaction://hlinksldjump" highlightClick="1"/>
          </p:cNvPr>
          <p:cNvSpPr txBox="1"/>
          <p:nvPr/>
        </p:nvSpPr>
        <p:spPr>
          <a:xfrm>
            <a:off x="457200" y="4892040"/>
            <a:ext cx="5486400" cy="1234440"/>
          </a:xfrm>
          <a:prstGeom prst="roundRect">
            <a:avLst>
              <a:gd name="adj" fmla="val 7407"/>
            </a:avLst>
          </a:prstGeom>
          <a:solidFill>
            <a:srgbClr val="1A2353"/>
          </a:solidFill>
          <a:ln w="22225">
            <a:solidFill>
              <a:srgbClr val="9BE564"/>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Mount Apo</a:t>
            </a:r>
            <a:endParaRPr lang="en-US" sz="1800" dirty="0"/>
          </a:p>
        </p:txBody>
      </p:sp>
      <p:sp>
        <p:nvSpPr>
          <p:cNvPr id="22" name="Link - Answer C badge">
            <a:hlinkClick r:id="rId13" action="ppaction://hlinksldjump" highlightClick="1"/>
          </p:cNvPr>
          <p:cNvSpPr txBox="1"/>
          <p:nvPr/>
        </p:nvSpPr>
        <p:spPr>
          <a:xfrm>
            <a:off x="658368" y="5234940"/>
            <a:ext cx="548640" cy="54864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sp>
        <p:nvSpPr>
          <p:cNvPr id="23" name="Link - Answer D">
            <a:hlinkClick r:id="rId12" action="ppaction://hlinksldjump" highlightClick="1"/>
          </p:cNvPr>
          <p:cNvSpPr txBox="1"/>
          <p:nvPr/>
        </p:nvSpPr>
        <p:spPr>
          <a:xfrm>
            <a:off x="6245352" y="4892040"/>
            <a:ext cx="5486400" cy="1234440"/>
          </a:xfrm>
          <a:prstGeom prst="roundRect">
            <a:avLst>
              <a:gd name="adj" fmla="val 7407"/>
            </a:avLst>
          </a:prstGeom>
          <a:solidFill>
            <a:srgbClr val="1A2353"/>
          </a:solidFill>
          <a:ln w="22225">
            <a:solidFill>
              <a:srgbClr val="9BE564"/>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Mount Pinatubo</a:t>
            </a:r>
            <a:endParaRPr lang="en-US" sz="1800" dirty="0"/>
          </a:p>
        </p:txBody>
      </p:sp>
      <p:sp>
        <p:nvSpPr>
          <p:cNvPr id="24" name="Link - Answer D badge">
            <a:hlinkClick r:id="rId12" action="ppaction://hlinksldjump" highlightClick="1"/>
          </p:cNvPr>
          <p:cNvSpPr txBox="1"/>
          <p:nvPr/>
        </p:nvSpPr>
        <p:spPr>
          <a:xfrm>
            <a:off x="6446520" y="5234940"/>
            <a:ext cx="548640" cy="54864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spTree>
  </p:cSld>
  <p:clrMapOvr>
    <a:masterClrMapping/>
  </p:clrMapOvr>
  <p:transition spd="med" advClick="0">
    <p:fade/>
  </p:transition>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9BE564"/>
                </a:solidFill>
                <a:latin typeface="Courier New" pitchFamily="34" charset="0"/>
                <a:ea typeface="Courier New" pitchFamily="34" charset="-122"/>
                <a:cs typeface="Courier New" pitchFamily="34" charset="-120"/>
              </a:rPr>
              <a:t>&gt; SECTOR 04 // WORLD MAP</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1"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QUESTION 3 OF 3</a:t>
            </a:r>
            <a:endParaRPr lang="en-US" sz="1300" dirty="0"/>
          </a:p>
        </p:txBody>
      </p:sp>
      <p:pic>
        <p:nvPicPr>
          <p:cNvPr id="14" name="Image 7" descr="/tmp/claude-0/-home-user-ashton212123/6ae88841-e158-5430-ba3a-d930461fce9f/scratchpad/build/assets/byte.png">    </p:cNvPr>
          <p:cNvPicPr>
            <a:picLocks noChangeAspect="1"/>
          </p:cNvPicPr>
          <p:nvPr/>
        </p:nvPicPr>
        <p:blipFill>
          <a:blip r:embed="rId8"/>
          <a:stretch>
            <a:fillRect/>
          </a:stretch>
        </p:blipFill>
        <p:spPr>
          <a:xfrm>
            <a:off x="548640" y="1234440"/>
            <a:ext cx="1234440" cy="1929384"/>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9BE564"/>
            </a:solidFill>
            <a:prstDash val="solid"/>
          </a:ln>
          <a:effectLst>
            <a:outerShdw sx="100000" sy="100000" kx="0" ky="0" algn="bl" rotWithShape="0" blurRad="203200" dist="50800" dir="5400000">
              <a:srgbClr val="9BE564">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Which is the highest mountain in the Philippines?</a:t>
            </a:r>
            <a:endParaRPr lang="en-US" sz="2200" dirty="0"/>
          </a:p>
        </p:txBody>
      </p:sp>
      <p:sp>
        <p:nvSpPr>
          <p:cNvPr id="17" name="Link - Answer A">
            <a:hlinkClick r:id="rId12" action="ppaction://hlinksldjump" highlightClick="1"/>
          </p:cNvPr>
          <p:cNvSpPr txBox="1"/>
          <p:nvPr/>
        </p:nvSpPr>
        <p:spPr>
          <a:xfrm>
            <a:off x="457200" y="3474720"/>
            <a:ext cx="5486400" cy="1234440"/>
          </a:xfrm>
          <a:prstGeom prst="roundRect">
            <a:avLst>
              <a:gd name="adj" fmla="val 7407"/>
            </a:avLst>
          </a:prstGeom>
          <a:solidFill>
            <a:srgbClr val="1A2353"/>
          </a:solidFill>
          <a:ln w="22225">
            <a:solidFill>
              <a:srgbClr val="9BE564"/>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Mount Mayon</a:t>
            </a:r>
            <a:endParaRPr lang="en-US" sz="1800" dirty="0"/>
          </a:p>
        </p:txBody>
      </p:sp>
      <p:sp>
        <p:nvSpPr>
          <p:cNvPr id="18" name="Link - Answer A badge">
            <a:hlinkClick r:id="rId12" action="ppaction://hlinksldjump" highlightClick="1"/>
          </p:cNvPr>
          <p:cNvSpPr txBox="1"/>
          <p:nvPr/>
        </p:nvSpPr>
        <p:spPr>
          <a:xfrm>
            <a:off x="658368" y="3817620"/>
            <a:ext cx="548640" cy="54864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19" name="Link - Answer B">
            <a:hlinkClick r:id="rId12" action="ppaction://hlinksldjump" highlightClick="1"/>
          </p:cNvPr>
          <p:cNvSpPr txBox="1"/>
          <p:nvPr/>
        </p:nvSpPr>
        <p:spPr>
          <a:xfrm>
            <a:off x="6245352" y="3474720"/>
            <a:ext cx="5486400" cy="1234440"/>
          </a:xfrm>
          <a:prstGeom prst="roundRect">
            <a:avLst>
              <a:gd name="adj" fmla="val 7407"/>
            </a:avLst>
          </a:prstGeom>
          <a:solidFill>
            <a:srgbClr val="1A2353"/>
          </a:solidFill>
          <a:ln w="22225">
            <a:solidFill>
              <a:srgbClr val="9BE564"/>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Mount Pulag</a:t>
            </a:r>
            <a:endParaRPr lang="en-US" sz="1800" dirty="0"/>
          </a:p>
        </p:txBody>
      </p:sp>
      <p:sp>
        <p:nvSpPr>
          <p:cNvPr id="20" name="Link - Answer B badge">
            <a:hlinkClick r:id="rId12" action="ppaction://hlinksldjump" highlightClick="1"/>
          </p:cNvPr>
          <p:cNvSpPr txBox="1"/>
          <p:nvPr/>
        </p:nvSpPr>
        <p:spPr>
          <a:xfrm>
            <a:off x="6446520" y="3817620"/>
            <a:ext cx="548640" cy="54864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
        <p:nvSpPr>
          <p:cNvPr id="21" name="Link - Answer C">
            <a:hlinkClick r:id="rId13" action="ppaction://hlinksldjump" highlightClick="1"/>
          </p:cNvPr>
          <p:cNvSpPr txBox="1"/>
          <p:nvPr/>
        </p:nvSpPr>
        <p:spPr>
          <a:xfrm>
            <a:off x="457200" y="4892040"/>
            <a:ext cx="5486400" cy="1234440"/>
          </a:xfrm>
          <a:prstGeom prst="roundRect">
            <a:avLst>
              <a:gd name="adj" fmla="val 7407"/>
            </a:avLst>
          </a:prstGeom>
          <a:solidFill>
            <a:srgbClr val="1A2353"/>
          </a:solidFill>
          <a:ln w="22225">
            <a:solidFill>
              <a:srgbClr val="9BE564"/>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Mount Apo</a:t>
            </a:r>
            <a:endParaRPr lang="en-US" sz="1800" dirty="0"/>
          </a:p>
        </p:txBody>
      </p:sp>
      <p:sp>
        <p:nvSpPr>
          <p:cNvPr id="22" name="Link - Answer C badge">
            <a:hlinkClick r:id="rId13" action="ppaction://hlinksldjump" highlightClick="1"/>
          </p:cNvPr>
          <p:cNvSpPr txBox="1"/>
          <p:nvPr/>
        </p:nvSpPr>
        <p:spPr>
          <a:xfrm>
            <a:off x="658368" y="5234940"/>
            <a:ext cx="548640" cy="54864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sp>
        <p:nvSpPr>
          <p:cNvPr id="23" name="Link - Answer D">
            <a:hlinkClick r:id="rId12" action="ppaction://hlinksldjump" highlightClick="1"/>
          </p:cNvPr>
          <p:cNvSpPr txBox="1"/>
          <p:nvPr/>
        </p:nvSpPr>
        <p:spPr>
          <a:xfrm>
            <a:off x="6245352" y="4892040"/>
            <a:ext cx="5486400" cy="1234440"/>
          </a:xfrm>
          <a:prstGeom prst="roundRect">
            <a:avLst>
              <a:gd name="adj" fmla="val 7407"/>
            </a:avLst>
          </a:prstGeom>
          <a:solidFill>
            <a:srgbClr val="1A2353"/>
          </a:solidFill>
          <a:ln w="22225">
            <a:solidFill>
              <a:srgbClr val="9BE564"/>
            </a:solidFill>
          </a:ln>
        </p:spPr>
        <p:txBody>
          <a:bodyPr wrap="square" lIns="863600" tIns="50800" rIns="127000" bIns="50800" rtlCol="0" anchor="ctr"/>
          <a:lstStyle/>
          <a:p>
            <a:pPr algn="l" indent="0" marL="0">
              <a:buNone/>
            </a:pPr>
            <a:r>
              <a:rPr lang="en-US" sz="1800" dirty="0">
                <a:solidFill>
                  <a:srgbClr val="EAF2FF"/>
                </a:solidFill>
                <a:latin typeface="Calibri" pitchFamily="34" charset="0"/>
                <a:ea typeface="Calibri" pitchFamily="34" charset="-122"/>
                <a:cs typeface="Calibri" pitchFamily="34" charset="-120"/>
              </a:rPr>
              <a:t>Mount Pinatubo</a:t>
            </a:r>
            <a:endParaRPr lang="en-US" sz="1800" dirty="0"/>
          </a:p>
        </p:txBody>
      </p:sp>
      <p:sp>
        <p:nvSpPr>
          <p:cNvPr id="24" name="Link - Answer D badge">
            <a:hlinkClick r:id="rId12" action="ppaction://hlinksldjump" highlightClick="1"/>
          </p:cNvPr>
          <p:cNvSpPr txBox="1"/>
          <p:nvPr/>
        </p:nvSpPr>
        <p:spPr>
          <a:xfrm>
            <a:off x="6446520" y="5234940"/>
            <a:ext cx="548640" cy="548640"/>
          </a:xfrm>
          <a:prstGeom prst="ellipse">
            <a:avLst/>
          </a:prstGeom>
          <a:solidFill>
            <a:srgbClr val="9BE564"/>
          </a:solidFill>
          <a:ln w="12700">
            <a:solidFill>
              <a:srgbClr val="9BE564"/>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spTree>
  </p:cSld>
  <p:clrMapOvr>
    <a:masterClrMapping/>
  </p:clrMapOvr>
  <p:transition spd="med" advClick="0">
    <p:fade/>
  </p:transition>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9BE564"/>
                </a:solidFill>
                <a:latin typeface="Courier New" pitchFamily="34" charset="0"/>
                <a:ea typeface="Courier New" pitchFamily="34" charset="-122"/>
                <a:cs typeface="Courier New" pitchFamily="34" charset="-120"/>
              </a:rPr>
              <a:t>&gt; SECTOR 04 // WORLD MAP</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3"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C. Mount Apo</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Mount Apo in Mindanao is the highest peak in the Philippines, at about 2,950 meters above sea level. Mount Pulag is the highest in Luzon, and Mayon is famous for its perfect cone shape.</a:t>
            </a:r>
            <a:endParaRPr lang="en-US" sz="1800" dirty="0"/>
          </a:p>
        </p:txBody>
      </p:sp>
      <p:sp>
        <p:nvSpPr>
          <p:cNvPr id="20" name="Shape 9"/>
          <p:cNvSpPr/>
          <p:nvPr/>
        </p:nvSpPr>
        <p:spPr>
          <a:xfrm>
            <a:off x="2743200" y="4709160"/>
            <a:ext cx="6035040" cy="1463040"/>
          </a:xfrm>
          <a:prstGeom prst="roundRect">
            <a:avLst>
              <a:gd name="adj" fmla="val 7500"/>
            </a:avLst>
          </a:prstGeom>
          <a:solidFill>
            <a:srgbClr val="121A3F">
              <a:alpha val="94000"/>
            </a:srgbClr>
          </a:solidFill>
          <a:ln w="25400">
            <a:solidFill>
              <a:srgbClr val="FFC233"/>
            </a:solidFill>
            <a:prstDash val="solid"/>
          </a:ln>
          <a:effectLst>
            <a:outerShdw sx="100000" sy="100000" kx="0" ky="0" algn="bl" rotWithShape="0" blurRad="203200" dist="50800" dir="5400000">
              <a:srgbClr val="FFC233">
                <a:alpha val="45000"/>
              </a:srgbClr>
            </a:outerShdw>
          </a:effectLst>
        </p:spPr>
      </p:sp>
      <p:pic>
        <p:nvPicPr>
          <p:cNvPr id="21" name="Image 9" descr="/tmp/claude-0/-home-user-ashton212123/6ae88841-e158-5430-ba3a-d930461fce9f/scratchpad/build/assets/chip.png">    </p:cNvPr>
          <p:cNvPicPr>
            <a:picLocks noChangeAspect="1"/>
          </p:cNvPicPr>
          <p:nvPr/>
        </p:nvPicPr>
        <p:blipFill>
          <a:blip r:embed="rId10"/>
          <a:stretch>
            <a:fillRect/>
          </a:stretch>
        </p:blipFill>
        <p:spPr>
          <a:xfrm>
            <a:off x="3017520" y="5010912"/>
            <a:ext cx="914400" cy="841248"/>
          </a:xfrm>
          <a:prstGeom prst="rect">
            <a:avLst/>
          </a:prstGeom>
        </p:spPr>
      </p:pic>
      <p:sp>
        <p:nvSpPr>
          <p:cNvPr id="22" name="Text 10"/>
          <p:cNvSpPr txBox="1"/>
          <p:nvPr/>
        </p:nvSpPr>
        <p:spPr>
          <a:xfrm>
            <a:off x="4114800" y="4864608"/>
            <a:ext cx="3200400" cy="548640"/>
          </a:xfrm>
          <a:prstGeom prst="rect">
            <a:avLst/>
          </a:prstGeom>
          <a:noFill/>
          <a:ln/>
        </p:spPr>
        <p:txBody>
          <a:bodyPr wrap="square" lIns="0" tIns="0" rIns="0" bIns="0" rtlCol="0" anchor="ctr"/>
          <a:lstStyle/>
          <a:p>
            <a:pPr indent="0" marL="0">
              <a:buNone/>
            </a:pPr>
            <a:r>
              <a:rPr lang="en-US" sz="1400" dirty="0">
                <a:solidFill>
                  <a:srgbClr val="FFC233"/>
                </a:solidFill>
                <a:latin typeface="Arial Black" pitchFamily="34" charset="0"/>
                <a:ea typeface="Arial Black" pitchFamily="34" charset="-122"/>
                <a:cs typeface="Arial Black" pitchFamily="34" charset="-120"/>
              </a:rPr>
              <a:t>CODE FRAGMENT 4 OF 4 FOUND!</a:t>
            </a:r>
            <a:endParaRPr lang="en-US" sz="1400" dirty="0"/>
          </a:p>
        </p:txBody>
      </p:sp>
      <p:sp>
        <p:nvSpPr>
          <p:cNvPr id="23" name="Text 11"/>
          <p:cNvSpPr txBox="1"/>
          <p:nvPr/>
        </p:nvSpPr>
        <p:spPr>
          <a:xfrm>
            <a:off x="4114800" y="5413248"/>
            <a:ext cx="3108960" cy="640080"/>
          </a:xfrm>
          <a:prstGeom prst="rect">
            <a:avLst/>
          </a:prstGeom>
          <a:noFill/>
          <a:ln/>
        </p:spPr>
        <p:txBody>
          <a:bodyPr wrap="square" lIns="0" tIns="0" rIns="0" bIns="0" rtlCol="0" anchor="t"/>
          <a:lstStyle/>
          <a:p>
            <a:pPr indent="0" marL="0">
              <a:buNone/>
            </a:pPr>
            <a:r>
              <a:rPr lang="en-US" sz="1300" dirty="0">
                <a:solidFill>
                  <a:srgbClr val="9AA6D9"/>
                </a:solidFill>
                <a:latin typeface="Calibri" pitchFamily="34" charset="0"/>
                <a:ea typeface="Calibri" pitchFamily="34" charset="-122"/>
                <a:cs typeface="Calibri" pitchFamily="34" charset="-120"/>
              </a:rPr>
              <a:t>Write it down. You will need it at the ESC Gate!</a:t>
            </a:r>
            <a:endParaRPr lang="en-US" sz="1300" dirty="0"/>
          </a:p>
        </p:txBody>
      </p:sp>
      <p:sp>
        <p:nvSpPr>
          <p:cNvPr id="24" name="Text 12"/>
          <p:cNvSpPr txBox="1"/>
          <p:nvPr/>
        </p:nvSpPr>
        <p:spPr>
          <a:xfrm>
            <a:off x="7498080" y="4892040"/>
            <a:ext cx="1097280" cy="1097280"/>
          </a:xfrm>
          <a:prstGeom prst="roundRect">
            <a:avLst>
              <a:gd name="adj" fmla="val 8333"/>
            </a:avLst>
          </a:prstGeom>
          <a:solidFill>
            <a:srgbClr val="0A0F24"/>
          </a:solidFill>
          <a:ln w="25400">
            <a:solidFill>
              <a:srgbClr val="FFC233"/>
            </a:solidFill>
          </a:ln>
        </p:spPr>
        <p:txBody>
          <a:bodyPr wrap="square" lIns="0" tIns="0" rIns="0" bIns="0" rtlCol="0" anchor="ctr"/>
          <a:lstStyle/>
          <a:p>
            <a:pPr algn="ctr" indent="0" marL="0">
              <a:buNone/>
            </a:pPr>
            <a:r>
              <a:rPr lang="en-US" sz="5400" b="1" dirty="0">
                <a:solidFill>
                  <a:srgbClr val="FFC233"/>
                </a:solidFill>
                <a:latin typeface="Courier New" pitchFamily="34" charset="0"/>
                <a:ea typeface="Courier New" pitchFamily="34" charset="-122"/>
                <a:cs typeface="Courier New" pitchFamily="34" charset="-120"/>
              </a:rPr>
              <a:t>6</a:t>
            </a:r>
            <a:endParaRPr lang="en-US" sz="5400" dirty="0"/>
          </a:p>
        </p:txBody>
      </p:sp>
      <p:sp>
        <p:nvSpPr>
          <p:cNvPr id="25" name="Link - CONTINUE">
            <a:hlinkClick r:id="rId14"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5" name="snd_correct.wav"/>
      </p:stSnd>
    </p:sndAc>
  </p:transition>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9BE564"/>
                </a:solidFill>
                <a:latin typeface="Courier New" pitchFamily="34" charset="0"/>
                <a:ea typeface="Courier New" pitchFamily="34" charset="-122"/>
                <a:cs typeface="Courier New" pitchFamily="34" charset="-120"/>
              </a:rPr>
              <a:t>&gt; SECTOR 04 // WORLD MAP</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3"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C. Mount Apo</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Mount Apo in Mindanao is the highest peak in the Philippines, at about 2,950 meters above sea level. Mount Pulag is the highest in Luzon, and Mayon is famous for its perfect cone shape.</a:t>
            </a:r>
            <a:endParaRPr lang="en-US" sz="1800" dirty="0"/>
          </a:p>
        </p:txBody>
      </p:sp>
      <p:sp>
        <p:nvSpPr>
          <p:cNvPr id="20" name="Shape 9"/>
          <p:cNvSpPr/>
          <p:nvPr/>
        </p:nvSpPr>
        <p:spPr>
          <a:xfrm>
            <a:off x="2743200" y="4709160"/>
            <a:ext cx="6035040" cy="1463040"/>
          </a:xfrm>
          <a:prstGeom prst="roundRect">
            <a:avLst>
              <a:gd name="adj" fmla="val 7500"/>
            </a:avLst>
          </a:prstGeom>
          <a:solidFill>
            <a:srgbClr val="121A3F">
              <a:alpha val="94000"/>
            </a:srgbClr>
          </a:solidFill>
          <a:ln w="25400">
            <a:solidFill>
              <a:srgbClr val="FFC233"/>
            </a:solidFill>
            <a:prstDash val="solid"/>
          </a:ln>
          <a:effectLst>
            <a:outerShdw sx="100000" sy="100000" kx="0" ky="0" algn="bl" rotWithShape="0" blurRad="203200" dist="50800" dir="5400000">
              <a:srgbClr val="FFC233">
                <a:alpha val="45000"/>
              </a:srgbClr>
            </a:outerShdw>
          </a:effectLst>
        </p:spPr>
      </p:sp>
      <p:pic>
        <p:nvPicPr>
          <p:cNvPr id="21" name="Image 9" descr="/tmp/claude-0/-home-user-ashton212123/6ae88841-e158-5430-ba3a-d930461fce9f/scratchpad/build/assets/chip.png">    </p:cNvPr>
          <p:cNvPicPr>
            <a:picLocks noChangeAspect="1"/>
          </p:cNvPicPr>
          <p:nvPr/>
        </p:nvPicPr>
        <p:blipFill>
          <a:blip r:embed="rId10"/>
          <a:stretch>
            <a:fillRect/>
          </a:stretch>
        </p:blipFill>
        <p:spPr>
          <a:xfrm>
            <a:off x="3017520" y="5010912"/>
            <a:ext cx="914400" cy="841248"/>
          </a:xfrm>
          <a:prstGeom prst="rect">
            <a:avLst/>
          </a:prstGeom>
        </p:spPr>
      </p:pic>
      <p:sp>
        <p:nvSpPr>
          <p:cNvPr id="22" name="Text 10"/>
          <p:cNvSpPr txBox="1"/>
          <p:nvPr/>
        </p:nvSpPr>
        <p:spPr>
          <a:xfrm>
            <a:off x="4114800" y="4864608"/>
            <a:ext cx="3200400" cy="548640"/>
          </a:xfrm>
          <a:prstGeom prst="rect">
            <a:avLst/>
          </a:prstGeom>
          <a:noFill/>
          <a:ln/>
        </p:spPr>
        <p:txBody>
          <a:bodyPr wrap="square" lIns="0" tIns="0" rIns="0" bIns="0" rtlCol="0" anchor="ctr"/>
          <a:lstStyle/>
          <a:p>
            <a:pPr indent="0" marL="0">
              <a:buNone/>
            </a:pPr>
            <a:r>
              <a:rPr lang="en-US" sz="1400" dirty="0">
                <a:solidFill>
                  <a:srgbClr val="FFC233"/>
                </a:solidFill>
                <a:latin typeface="Arial Black" pitchFamily="34" charset="0"/>
                <a:ea typeface="Arial Black" pitchFamily="34" charset="-122"/>
                <a:cs typeface="Arial Black" pitchFamily="34" charset="-120"/>
              </a:rPr>
              <a:t>CODE FRAGMENT 4 OF 4 FOUND!</a:t>
            </a:r>
            <a:endParaRPr lang="en-US" sz="1400" dirty="0"/>
          </a:p>
        </p:txBody>
      </p:sp>
      <p:sp>
        <p:nvSpPr>
          <p:cNvPr id="23" name="Text 11"/>
          <p:cNvSpPr txBox="1"/>
          <p:nvPr/>
        </p:nvSpPr>
        <p:spPr>
          <a:xfrm>
            <a:off x="4114800" y="5413248"/>
            <a:ext cx="3108960" cy="640080"/>
          </a:xfrm>
          <a:prstGeom prst="rect">
            <a:avLst/>
          </a:prstGeom>
          <a:noFill/>
          <a:ln/>
        </p:spPr>
        <p:txBody>
          <a:bodyPr wrap="square" lIns="0" tIns="0" rIns="0" bIns="0" rtlCol="0" anchor="t"/>
          <a:lstStyle/>
          <a:p>
            <a:pPr indent="0" marL="0">
              <a:buNone/>
            </a:pPr>
            <a:r>
              <a:rPr lang="en-US" sz="1300" dirty="0">
                <a:solidFill>
                  <a:srgbClr val="9AA6D9"/>
                </a:solidFill>
                <a:latin typeface="Calibri" pitchFamily="34" charset="0"/>
                <a:ea typeface="Calibri" pitchFamily="34" charset="-122"/>
                <a:cs typeface="Calibri" pitchFamily="34" charset="-120"/>
              </a:rPr>
              <a:t>Write it down. You will need it at the ESC Gate!</a:t>
            </a:r>
            <a:endParaRPr lang="en-US" sz="1300" dirty="0"/>
          </a:p>
        </p:txBody>
      </p:sp>
      <p:sp>
        <p:nvSpPr>
          <p:cNvPr id="24" name="Text 12"/>
          <p:cNvSpPr txBox="1"/>
          <p:nvPr/>
        </p:nvSpPr>
        <p:spPr>
          <a:xfrm>
            <a:off x="7498080" y="4892040"/>
            <a:ext cx="1097280" cy="1097280"/>
          </a:xfrm>
          <a:prstGeom prst="roundRect">
            <a:avLst>
              <a:gd name="adj" fmla="val 8333"/>
            </a:avLst>
          </a:prstGeom>
          <a:solidFill>
            <a:srgbClr val="0A0F24"/>
          </a:solidFill>
          <a:ln w="25400">
            <a:solidFill>
              <a:srgbClr val="FFC233"/>
            </a:solidFill>
          </a:ln>
        </p:spPr>
        <p:txBody>
          <a:bodyPr wrap="square" lIns="0" tIns="0" rIns="0" bIns="0" rtlCol="0" anchor="ctr"/>
          <a:lstStyle/>
          <a:p>
            <a:pPr algn="ctr" indent="0" marL="0">
              <a:buNone/>
            </a:pPr>
            <a:r>
              <a:rPr lang="en-US" sz="5400" b="1" dirty="0">
                <a:solidFill>
                  <a:srgbClr val="FFC233"/>
                </a:solidFill>
                <a:latin typeface="Courier New" pitchFamily="34" charset="0"/>
                <a:ea typeface="Courier New" pitchFamily="34" charset="-122"/>
                <a:cs typeface="Courier New" pitchFamily="34" charset="-120"/>
              </a:rPr>
              <a:t>6</a:t>
            </a:r>
            <a:endParaRPr lang="en-US" sz="5400" dirty="0"/>
          </a:p>
        </p:txBody>
      </p:sp>
      <p:sp>
        <p:nvSpPr>
          <p:cNvPr id="25" name="Link - CONTINUE">
            <a:hlinkClick r:id="rId14"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5" name="snd_correct.wav"/>
      </p:stSnd>
    </p:sndAc>
  </p:transition>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9BE564"/>
                </a:solidFill>
                <a:latin typeface="Courier New" pitchFamily="34" charset="0"/>
                <a:ea typeface="Courier New" pitchFamily="34" charset="-122"/>
                <a:cs typeface="Courier New" pitchFamily="34" charset="-120"/>
              </a:rPr>
              <a:t>&gt; SECTOR 04 // WORLD MAP</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3"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2000" b="1" dirty="0">
                <a:solidFill>
                  <a:srgbClr val="EAF2FF"/>
                </a:solidFill>
                <a:latin typeface="Calibri" pitchFamily="34" charset="0"/>
                <a:ea typeface="Calibri" pitchFamily="34" charset="-122"/>
                <a:cs typeface="Calibri" pitchFamily="34" charset="-120"/>
              </a:rPr>
              <a:t>Correct answer: C. Mount Apo</a:t>
            </a:r>
            <a:endParaRPr lang="en-US" sz="20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Mount Apo in Mindanao is the highest peak in the Philippines, at about 2,950 meters above sea level. Mount Pulag is the highest in Luzon, and Mayon is famous for its perfect cone shape.</a:t>
            </a:r>
            <a:endParaRPr lang="en-US" sz="1800" dirty="0"/>
          </a:p>
        </p:txBody>
      </p:sp>
      <p:sp>
        <p:nvSpPr>
          <p:cNvPr id="20" name="Shape 9"/>
          <p:cNvSpPr/>
          <p:nvPr/>
        </p:nvSpPr>
        <p:spPr>
          <a:xfrm>
            <a:off x="2743200" y="4709160"/>
            <a:ext cx="6035040" cy="1463040"/>
          </a:xfrm>
          <a:prstGeom prst="roundRect">
            <a:avLst>
              <a:gd name="adj" fmla="val 7500"/>
            </a:avLst>
          </a:prstGeom>
          <a:solidFill>
            <a:srgbClr val="121A3F">
              <a:alpha val="94000"/>
            </a:srgbClr>
          </a:solidFill>
          <a:ln w="25400">
            <a:solidFill>
              <a:srgbClr val="FFC233"/>
            </a:solidFill>
            <a:prstDash val="solid"/>
          </a:ln>
          <a:effectLst>
            <a:outerShdw sx="100000" sy="100000" kx="0" ky="0" algn="bl" rotWithShape="0" blurRad="203200" dist="50800" dir="5400000">
              <a:srgbClr val="FFC233">
                <a:alpha val="45000"/>
              </a:srgbClr>
            </a:outerShdw>
          </a:effectLst>
        </p:spPr>
      </p:sp>
      <p:pic>
        <p:nvPicPr>
          <p:cNvPr id="21" name="Image 9" descr="/tmp/claude-0/-home-user-ashton212123/6ae88841-e158-5430-ba3a-d930461fce9f/scratchpad/build/assets/chip.png">    </p:cNvPr>
          <p:cNvPicPr>
            <a:picLocks noChangeAspect="1"/>
          </p:cNvPicPr>
          <p:nvPr/>
        </p:nvPicPr>
        <p:blipFill>
          <a:blip r:embed="rId10"/>
          <a:stretch>
            <a:fillRect/>
          </a:stretch>
        </p:blipFill>
        <p:spPr>
          <a:xfrm>
            <a:off x="3017520" y="5010912"/>
            <a:ext cx="914400" cy="841248"/>
          </a:xfrm>
          <a:prstGeom prst="rect">
            <a:avLst/>
          </a:prstGeom>
        </p:spPr>
      </p:pic>
      <p:sp>
        <p:nvSpPr>
          <p:cNvPr id="22" name="Text 10"/>
          <p:cNvSpPr txBox="1"/>
          <p:nvPr/>
        </p:nvSpPr>
        <p:spPr>
          <a:xfrm>
            <a:off x="4114800" y="4864608"/>
            <a:ext cx="3200400" cy="548640"/>
          </a:xfrm>
          <a:prstGeom prst="rect">
            <a:avLst/>
          </a:prstGeom>
          <a:noFill/>
          <a:ln/>
        </p:spPr>
        <p:txBody>
          <a:bodyPr wrap="square" lIns="0" tIns="0" rIns="0" bIns="0" rtlCol="0" anchor="ctr"/>
          <a:lstStyle/>
          <a:p>
            <a:pPr indent="0" marL="0">
              <a:buNone/>
            </a:pPr>
            <a:r>
              <a:rPr lang="en-US" sz="1400" dirty="0">
                <a:solidFill>
                  <a:srgbClr val="FFC233"/>
                </a:solidFill>
                <a:latin typeface="Arial Black" pitchFamily="34" charset="0"/>
                <a:ea typeface="Arial Black" pitchFamily="34" charset="-122"/>
                <a:cs typeface="Arial Black" pitchFamily="34" charset="-120"/>
              </a:rPr>
              <a:t>CODE FRAGMENT 4 OF 4 FOUND!</a:t>
            </a:r>
            <a:endParaRPr lang="en-US" sz="1400" dirty="0"/>
          </a:p>
        </p:txBody>
      </p:sp>
      <p:sp>
        <p:nvSpPr>
          <p:cNvPr id="23" name="Text 11"/>
          <p:cNvSpPr txBox="1"/>
          <p:nvPr/>
        </p:nvSpPr>
        <p:spPr>
          <a:xfrm>
            <a:off x="4114800" y="5413248"/>
            <a:ext cx="3108960" cy="640080"/>
          </a:xfrm>
          <a:prstGeom prst="rect">
            <a:avLst/>
          </a:prstGeom>
          <a:noFill/>
          <a:ln/>
        </p:spPr>
        <p:txBody>
          <a:bodyPr wrap="square" lIns="0" tIns="0" rIns="0" bIns="0" rtlCol="0" anchor="t"/>
          <a:lstStyle/>
          <a:p>
            <a:pPr indent="0" marL="0">
              <a:buNone/>
            </a:pPr>
            <a:r>
              <a:rPr lang="en-US" sz="1300" dirty="0">
                <a:solidFill>
                  <a:srgbClr val="9AA6D9"/>
                </a:solidFill>
                <a:latin typeface="Calibri" pitchFamily="34" charset="0"/>
                <a:ea typeface="Calibri" pitchFamily="34" charset="-122"/>
                <a:cs typeface="Calibri" pitchFamily="34" charset="-120"/>
              </a:rPr>
              <a:t>Write it down. You will need it at the ESC Gate!</a:t>
            </a:r>
            <a:endParaRPr lang="en-US" sz="1300" dirty="0"/>
          </a:p>
        </p:txBody>
      </p:sp>
      <p:sp>
        <p:nvSpPr>
          <p:cNvPr id="24" name="Text 12"/>
          <p:cNvSpPr txBox="1"/>
          <p:nvPr/>
        </p:nvSpPr>
        <p:spPr>
          <a:xfrm>
            <a:off x="7498080" y="4892040"/>
            <a:ext cx="1097280" cy="1097280"/>
          </a:xfrm>
          <a:prstGeom prst="roundRect">
            <a:avLst>
              <a:gd name="adj" fmla="val 8333"/>
            </a:avLst>
          </a:prstGeom>
          <a:solidFill>
            <a:srgbClr val="0A0F24"/>
          </a:solidFill>
          <a:ln w="25400">
            <a:solidFill>
              <a:srgbClr val="FFC233"/>
            </a:solidFill>
          </a:ln>
        </p:spPr>
        <p:txBody>
          <a:bodyPr wrap="square" lIns="0" tIns="0" rIns="0" bIns="0" rtlCol="0" anchor="ctr"/>
          <a:lstStyle/>
          <a:p>
            <a:pPr algn="ctr" indent="0" marL="0">
              <a:buNone/>
            </a:pPr>
            <a:r>
              <a:rPr lang="en-US" sz="5400" b="1" dirty="0">
                <a:solidFill>
                  <a:srgbClr val="FFC233"/>
                </a:solidFill>
                <a:latin typeface="Courier New" pitchFamily="34" charset="0"/>
                <a:ea typeface="Courier New" pitchFamily="34" charset="-122"/>
                <a:cs typeface="Courier New" pitchFamily="34" charset="-120"/>
              </a:rPr>
              <a:t>6</a:t>
            </a:r>
            <a:endParaRPr lang="en-US" sz="5400" dirty="0"/>
          </a:p>
        </p:txBody>
      </p:sp>
      <p:sp>
        <p:nvSpPr>
          <p:cNvPr id="25" name="Link - CONTINUE">
            <a:hlinkClick r:id="rId14"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5" name="snd_correct.wav"/>
      </p:stSnd>
    </p:sndAc>
  </p:transition>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9BE564"/>
                </a:solidFill>
                <a:latin typeface="Courier New" pitchFamily="34" charset="0"/>
                <a:ea typeface="Courier New" pitchFamily="34" charset="-122"/>
                <a:cs typeface="Courier New" pitchFamily="34" charset="-120"/>
              </a:rPr>
              <a:t>&gt; SECTOR 04 // WORLD MAP</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6"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ExclamationTriangle_F72585.png">    </p:cNvPr>
          <p:cNvPicPr>
            <a:picLocks noChangeAspect="1"/>
          </p:cNvPicPr>
          <p:nvPr/>
        </p:nvPicPr>
        <p:blipFill>
          <a:blip r:embed="rId8"/>
          <a:stretch>
            <a:fillRect/>
          </a:stretch>
        </p:blipFill>
        <p:spPr>
          <a:xfrm>
            <a:off x="457200" y="1005840"/>
            <a:ext cx="603504" cy="603504"/>
          </a:xfrm>
          <a:prstGeom prst="rect">
            <a:avLst/>
          </a:prstGeom>
        </p:spPr>
      </p:pic>
      <p:sp>
        <p:nvSpPr>
          <p:cNvPr id="14" name="Text 4"/>
          <p:cNvSpPr txBox="1"/>
          <p:nvPr/>
        </p:nvSpPr>
        <p:spPr>
          <a:xfrm>
            <a:off x="1234440" y="914400"/>
            <a:ext cx="7498080" cy="777240"/>
          </a:xfrm>
          <a:prstGeom prst="rect">
            <a:avLst/>
          </a:prstGeom>
          <a:noFill/>
          <a:ln/>
        </p:spPr>
        <p:txBody>
          <a:bodyPr wrap="square" lIns="0" tIns="0" rIns="0" bIns="0" rtlCol="0" anchor="ctr"/>
          <a:lstStyle/>
          <a:p>
            <a:pPr indent="0" marL="0">
              <a:buNone/>
            </a:pPr>
            <a:r>
              <a:rPr lang="en-US" sz="3400" dirty="0">
                <a:solidFill>
                  <a:srgbClr val="F72585"/>
                </a:solidFill>
                <a:latin typeface="Arial Black" pitchFamily="34" charset="0"/>
                <a:ea typeface="Arial Black" pitchFamily="34" charset="-122"/>
                <a:cs typeface="Arial Black" pitchFamily="34" charset="-120"/>
              </a:rPr>
              <a:t>GLITCH DETECTED!</a:t>
            </a:r>
            <a:endParaRPr lang="en-US" sz="3400" dirty="0"/>
          </a:p>
        </p:txBody>
      </p:sp>
      <p:sp>
        <p:nvSpPr>
          <p:cNvPr id="15" name="Text 5"/>
          <p:cNvSpPr txBox="1"/>
          <p:nvPr/>
        </p:nvSpPr>
        <p:spPr>
          <a:xfrm>
            <a:off x="457200" y="1719072"/>
            <a:ext cx="8138160" cy="457200"/>
          </a:xfrm>
          <a:prstGeom prst="rect">
            <a:avLst/>
          </a:prstGeom>
          <a:noFill/>
          <a:ln/>
        </p:spPr>
        <p:txBody>
          <a:bodyPr wrap="square" lIns="0" tIns="0" rIns="0" bIns="0" rtlCol="0" anchor="ctr"/>
          <a:lstStyle/>
          <a:p>
            <a:pPr indent="0" marL="0">
              <a:buNone/>
            </a:pPr>
            <a:r>
              <a:rPr lang="en-US" sz="1500" b="1" dirty="0">
                <a:solidFill>
                  <a:srgbClr val="FF8FC7"/>
                </a:solidFill>
                <a:latin typeface="Courier New" pitchFamily="34" charset="0"/>
                <a:ea typeface="Courier New" pitchFamily="34" charset="-122"/>
                <a:cs typeface="Courier New" pitchFamily="34" charset="-120"/>
              </a:rPr>
              <a:t>NULL: "ERROR 404: Correct answer not found! Hahaha!"</a:t>
            </a:r>
            <a:endParaRPr lang="en-US" sz="1500" dirty="0"/>
          </a:p>
        </p:txBody>
      </p:sp>
      <p:sp>
        <p:nvSpPr>
          <p:cNvPr id="16" name="Shape 6"/>
          <p:cNvSpPr/>
          <p:nvPr/>
        </p:nvSpPr>
        <p:spPr>
          <a:xfrm>
            <a:off x="457200" y="2331720"/>
            <a:ext cx="8138160" cy="1188720"/>
          </a:xfrm>
          <a:prstGeom prst="roundRect">
            <a:avLst>
              <a:gd name="adj" fmla="val 9231"/>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7" name="Text 7"/>
          <p:cNvSpPr txBox="1"/>
          <p:nvPr/>
        </p:nvSpPr>
        <p:spPr>
          <a:xfrm>
            <a:off x="731520" y="2331720"/>
            <a:ext cx="2743200" cy="1188720"/>
          </a:xfrm>
          <a:prstGeom prst="rect">
            <a:avLst/>
          </a:prstGeom>
          <a:noFill/>
          <a:ln/>
        </p:spPr>
        <p:txBody>
          <a:bodyPr wrap="square" lIns="0" tIns="0" rIns="0" bIns="0" rtlCol="0" anchor="ctr"/>
          <a:lstStyle/>
          <a:p>
            <a:pPr indent="0" marL="0">
              <a:buNone/>
            </a:pPr>
            <a:r>
              <a:rPr lang="en-US" sz="2400" dirty="0">
                <a:solidFill>
                  <a:srgbClr val="F72585"/>
                </a:solidFill>
                <a:latin typeface="Arial Black" pitchFamily="34" charset="0"/>
                <a:ea typeface="Arial Black" pitchFamily="34" charset="-122"/>
                <a:cs typeface="Arial Black" pitchFamily="34" charset="-120"/>
              </a:rPr>
              <a:t>-1 SHIELD</a:t>
            </a:r>
            <a:endParaRPr lang="en-US" sz="2400" dirty="0"/>
          </a:p>
        </p:txBody>
      </p:sp>
      <p:pic>
        <p:nvPicPr>
          <p:cNvPr id="18" name="Image 8" descr="/tmp/claude-0/-home-user-ashton212123/6ae88841-e158-5430-ba3a-d930461fce9f/scratchpad/build/assets/shield.png">    </p:cNvPr>
          <p:cNvPicPr>
            <a:picLocks noChangeAspect="1"/>
          </p:cNvPicPr>
          <p:nvPr/>
        </p:nvPicPr>
        <p:blipFill>
          <a:blip r:embed="rId9"/>
          <a:stretch>
            <a:fillRect/>
          </a:stretch>
        </p:blipFill>
        <p:spPr>
          <a:xfrm>
            <a:off x="3566160" y="2560320"/>
            <a:ext cx="731520" cy="731520"/>
          </a:xfrm>
          <a:prstGeom prst="rect">
            <a:avLst/>
          </a:prstGeom>
        </p:spPr>
      </p:pic>
      <p:pic>
        <p:nvPicPr>
          <p:cNvPr id="19" name="Image 9" descr="/tmp/claude-0/-home-user-ashton212123/6ae88841-e158-5430-ba3a-d930461fce9f/scratchpad/build/assets/shield.png">    </p:cNvPr>
          <p:cNvPicPr>
            <a:picLocks noChangeAspect="1"/>
          </p:cNvPicPr>
          <p:nvPr/>
        </p:nvPicPr>
        <p:blipFill>
          <a:blip r:embed="rId10"/>
          <a:stretch>
            <a:fillRect/>
          </a:stretch>
        </p:blipFill>
        <p:spPr>
          <a:xfrm>
            <a:off x="4434840" y="2560320"/>
            <a:ext cx="731520" cy="731520"/>
          </a:xfrm>
          <a:prstGeom prst="rect">
            <a:avLst/>
          </a:prstGeom>
        </p:spPr>
      </p:pic>
      <p:pic>
        <p:nvPicPr>
          <p:cNvPr id="20" name="Image 10" descr="/tmp/claude-0/-home-user-ashton212123/6ae88841-e158-5430-ba3a-d930461fce9f/scratchpad/build/assets/shield_empty.png">    </p:cNvPr>
          <p:cNvPicPr>
            <a:picLocks noChangeAspect="1"/>
          </p:cNvPicPr>
          <p:nvPr/>
        </p:nvPicPr>
        <p:blipFill>
          <a:blip r:embed="rId11"/>
          <a:stretch>
            <a:fillRect/>
          </a:stretch>
        </p:blipFill>
        <p:spPr>
          <a:xfrm>
            <a:off x="5303520" y="2560320"/>
            <a:ext cx="731520" cy="731520"/>
          </a:xfrm>
          <a:prstGeom prst="rect">
            <a:avLst/>
          </a:prstGeom>
        </p:spPr>
      </p:pic>
      <p:sp>
        <p:nvSpPr>
          <p:cNvPr id="21" name="Text 8"/>
          <p:cNvSpPr txBox="1"/>
          <p:nvPr/>
        </p:nvSpPr>
        <p:spPr>
          <a:xfrm>
            <a:off x="6263640" y="2331720"/>
            <a:ext cx="2103120" cy="1188720"/>
          </a:xfrm>
          <a:prstGeom prst="rect">
            <a:avLst/>
          </a:prstGeom>
          <a:noFill/>
          <a:ln/>
        </p:spPr>
        <p:txBody>
          <a:bodyPr wrap="square" lIns="0" tIns="0" rIns="0" bIns="0" rtlCol="0" anchor="ctr"/>
          <a:lstStyle/>
          <a:p>
            <a:pPr indent="0" marL="0">
              <a:buNone/>
            </a:pPr>
            <a:r>
              <a:rPr lang="en-US" sz="1800" b="1" dirty="0">
                <a:solidFill>
                  <a:srgbClr val="EAF2FF"/>
                </a:solidFill>
                <a:latin typeface="Courier New" pitchFamily="34" charset="0"/>
                <a:ea typeface="Courier New" pitchFamily="34" charset="-122"/>
                <a:cs typeface="Courier New" pitchFamily="34" charset="-120"/>
              </a:rPr>
              <a:t>2 LEFT</a:t>
            </a:r>
            <a:endParaRPr lang="en-US" sz="1800" dirty="0"/>
          </a:p>
        </p:txBody>
      </p:sp>
      <p:sp>
        <p:nvSpPr>
          <p:cNvPr id="22" name="Shape 9"/>
          <p:cNvSpPr/>
          <p:nvPr/>
        </p:nvSpPr>
        <p:spPr>
          <a:xfrm>
            <a:off x="457200" y="3749040"/>
            <a:ext cx="8138160" cy="1417320"/>
          </a:xfrm>
          <a:prstGeom prst="roundRect">
            <a:avLst>
              <a:gd name="adj" fmla="val 7742"/>
            </a:avLst>
          </a:prstGeom>
          <a:solidFill>
            <a:srgbClr val="121A3F">
              <a:alpha val="94000"/>
            </a:srgbClr>
          </a:solidFill>
          <a:ln w="19050">
            <a:solidFill>
              <a:srgbClr val="FFC233"/>
            </a:solidFill>
            <a:prstDash val="solid"/>
          </a:ln>
        </p:spPr>
      </p:sp>
      <p:pic>
        <p:nvPicPr>
          <p:cNvPr id="23" name="Image 11" descr="/tmp/claude-0/-home-user-ashton212123/6ae88841-e158-5430-ba3a-d930461fce9f/scratchpad/build/assets/icons/FaLightbulb_FFC233.png">    </p:cNvPr>
          <p:cNvPicPr>
            <a:picLocks noChangeAspect="1"/>
          </p:cNvPicPr>
          <p:nvPr/>
        </p:nvPicPr>
        <p:blipFill>
          <a:blip r:embed="rId12"/>
          <a:stretch>
            <a:fillRect/>
          </a:stretch>
        </p:blipFill>
        <p:spPr>
          <a:xfrm>
            <a:off x="731520" y="3931920"/>
            <a:ext cx="384048" cy="384048"/>
          </a:xfrm>
          <a:prstGeom prst="rect">
            <a:avLst/>
          </a:prstGeom>
        </p:spPr>
      </p:pic>
      <p:sp>
        <p:nvSpPr>
          <p:cNvPr id="24" name="Text 10"/>
          <p:cNvSpPr txBox="1"/>
          <p:nvPr/>
        </p:nvSpPr>
        <p:spPr>
          <a:xfrm>
            <a:off x="1234440" y="3931920"/>
            <a:ext cx="3657600" cy="384048"/>
          </a:xfrm>
          <a:prstGeom prst="rect">
            <a:avLst/>
          </a:prstGeom>
          <a:noFill/>
          <a:ln/>
        </p:spPr>
        <p:txBody>
          <a:bodyPr wrap="square" lIns="0" tIns="0" rIns="0" bIns="0" rtlCol="0" anchor="ctr"/>
          <a:lstStyle/>
          <a:p>
            <a:pPr indent="0" marL="0">
              <a:buNone/>
            </a:pPr>
            <a:r>
              <a:rPr lang="en-US" sz="1200" b="1" dirty="0">
                <a:solidFill>
                  <a:srgbClr val="FFC233"/>
                </a:solidFill>
                <a:latin typeface="Courier New" pitchFamily="34" charset="0"/>
                <a:ea typeface="Courier New" pitchFamily="34" charset="-122"/>
                <a:cs typeface="Courier New" pitchFamily="34" charset="-120"/>
              </a:rPr>
              <a:t>BYTE'S HINT</a:t>
            </a:r>
            <a:endParaRPr lang="en-US" sz="1200" dirty="0"/>
          </a:p>
        </p:txBody>
      </p:sp>
      <p:sp>
        <p:nvSpPr>
          <p:cNvPr id="25" name="Text 11"/>
          <p:cNvSpPr txBox="1"/>
          <p:nvPr/>
        </p:nvSpPr>
        <p:spPr>
          <a:xfrm>
            <a:off x="731520" y="4389120"/>
            <a:ext cx="7635240" cy="68580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It's on the island of Mindanao, near Davao City.</a:t>
            </a:r>
            <a:endParaRPr lang="en-US" sz="1800" dirty="0"/>
          </a:p>
        </p:txBody>
      </p:sp>
      <p:pic>
        <p:nvPicPr>
          <p:cNvPr id="26" name="Image 12" descr="/tmp/claude-0/-home-user-ashton212123/6ae88841-e158-5430-ba3a-d930461fce9f/scratchpad/build/assets/null_glitch.png">    </p:cNvPr>
          <p:cNvPicPr>
            <a:picLocks noChangeAspect="1"/>
          </p:cNvPicPr>
          <p:nvPr/>
        </p:nvPicPr>
        <p:blipFill>
          <a:blip r:embed="rId13"/>
          <a:stretch>
            <a:fillRect/>
          </a:stretch>
        </p:blipFill>
        <p:spPr>
          <a:xfrm>
            <a:off x="8915400" y="1554480"/>
            <a:ext cx="2834640" cy="2240280"/>
          </a:xfrm>
          <a:prstGeom prst="rect">
            <a:avLst/>
          </a:prstGeom>
        </p:spPr>
      </p:pic>
      <p:sp>
        <p:nvSpPr>
          <p:cNvPr id="27" name="Link - TRY AGAIN">
            <a:hlinkClick r:id="rId17" action="ppaction://hlinksldjump" highlightClick="1"/>
          </p:cNvPr>
          <p:cNvSpPr txBox="1"/>
          <p:nvPr/>
        </p:nvSpPr>
        <p:spPr>
          <a:xfrm>
            <a:off x="457200" y="5440680"/>
            <a:ext cx="3108960" cy="731520"/>
          </a:xfrm>
          <a:prstGeom prst="roundRect">
            <a:avLst>
              <a:gd name="adj" fmla="val 12500"/>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TRY AGAIN</a:t>
            </a:r>
            <a:endParaRPr lang="en-US" sz="1600" dirty="0"/>
          </a:p>
        </p:txBody>
      </p:sp>
      <p:sp>
        <p:nvSpPr>
          <p:cNvPr id="28" name="Text 13"/>
          <p:cNvSpPr txBox="1"/>
          <p:nvPr/>
        </p:nvSpPr>
        <p:spPr>
          <a:xfrm>
            <a:off x="3794760" y="5440680"/>
            <a:ext cx="4846320" cy="731520"/>
          </a:xfrm>
          <a:prstGeom prst="rect">
            <a:avLst/>
          </a:prstGeom>
          <a:noFill/>
          <a:ln/>
        </p:spPr>
        <p:txBody>
          <a:bodyPr wrap="square" lIns="0" tIns="0" rIns="0" bIns="0" rtlCol="0" anchor="ctr"/>
          <a:lstStyle/>
          <a:p>
            <a:pPr indent="0" marL="0">
              <a:buNone/>
            </a:pPr>
            <a:r>
              <a:rPr lang="en-US" sz="1200" dirty="0">
                <a:solidFill>
                  <a:srgbClr val="9AA6D9"/>
                </a:solidFill>
                <a:latin typeface="Courier New" pitchFamily="34" charset="0"/>
                <a:ea typeface="Courier New" pitchFamily="34" charset="-122"/>
                <a:cs typeface="Courier New" pitchFamily="34" charset="-120"/>
              </a:rPr>
              <a:t>Retry the same question with one less shield.</a:t>
            </a:r>
            <a:endParaRPr lang="en-US" sz="1200" dirty="0"/>
          </a:p>
        </p:txBody>
      </p:sp>
    </p:spTree>
  </p:cSld>
  <p:clrMapOvr>
    <a:masterClrMapping/>
  </p:clrMapOvr>
  <p:transition spd="med" advClick="0">
    <p:fade/>
    <p:sndAc>
      <p:stSnd>
        <p:snd r:embed="rId18" name="snd_wrong.wav"/>
      </p:stSnd>
    </p:sndAc>
  </p:transition>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9BE564"/>
                </a:solidFill>
                <a:latin typeface="Courier New" pitchFamily="34" charset="0"/>
                <a:ea typeface="Courier New" pitchFamily="34" charset="-122"/>
                <a:cs typeface="Courier New" pitchFamily="34" charset="-120"/>
              </a:rPr>
              <a:t>&gt; SECTOR 04 // WORLD MAP</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_empty.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6"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ExclamationTriangle_F72585.png">    </p:cNvPr>
          <p:cNvPicPr>
            <a:picLocks noChangeAspect="1"/>
          </p:cNvPicPr>
          <p:nvPr/>
        </p:nvPicPr>
        <p:blipFill>
          <a:blip r:embed="rId8"/>
          <a:stretch>
            <a:fillRect/>
          </a:stretch>
        </p:blipFill>
        <p:spPr>
          <a:xfrm>
            <a:off x="457200" y="1005840"/>
            <a:ext cx="603504" cy="603504"/>
          </a:xfrm>
          <a:prstGeom prst="rect">
            <a:avLst/>
          </a:prstGeom>
        </p:spPr>
      </p:pic>
      <p:sp>
        <p:nvSpPr>
          <p:cNvPr id="14" name="Text 4"/>
          <p:cNvSpPr txBox="1"/>
          <p:nvPr/>
        </p:nvSpPr>
        <p:spPr>
          <a:xfrm>
            <a:off x="1234440" y="914400"/>
            <a:ext cx="7498080" cy="777240"/>
          </a:xfrm>
          <a:prstGeom prst="rect">
            <a:avLst/>
          </a:prstGeom>
          <a:noFill/>
          <a:ln/>
        </p:spPr>
        <p:txBody>
          <a:bodyPr wrap="square" lIns="0" tIns="0" rIns="0" bIns="0" rtlCol="0" anchor="ctr"/>
          <a:lstStyle/>
          <a:p>
            <a:pPr indent="0" marL="0">
              <a:buNone/>
            </a:pPr>
            <a:r>
              <a:rPr lang="en-US" sz="3400" dirty="0">
                <a:solidFill>
                  <a:srgbClr val="F72585"/>
                </a:solidFill>
                <a:latin typeface="Arial Black" pitchFamily="34" charset="0"/>
                <a:ea typeface="Arial Black" pitchFamily="34" charset="-122"/>
                <a:cs typeface="Arial Black" pitchFamily="34" charset="-120"/>
              </a:rPr>
              <a:t>GLITCH DETECTED!</a:t>
            </a:r>
            <a:endParaRPr lang="en-US" sz="3400" dirty="0"/>
          </a:p>
        </p:txBody>
      </p:sp>
      <p:sp>
        <p:nvSpPr>
          <p:cNvPr id="15" name="Text 5"/>
          <p:cNvSpPr txBox="1"/>
          <p:nvPr/>
        </p:nvSpPr>
        <p:spPr>
          <a:xfrm>
            <a:off x="457200" y="1719072"/>
            <a:ext cx="8138160" cy="457200"/>
          </a:xfrm>
          <a:prstGeom prst="rect">
            <a:avLst/>
          </a:prstGeom>
          <a:noFill/>
          <a:ln/>
        </p:spPr>
        <p:txBody>
          <a:bodyPr wrap="square" lIns="0" tIns="0" rIns="0" bIns="0" rtlCol="0" anchor="ctr"/>
          <a:lstStyle/>
          <a:p>
            <a:pPr indent="0" marL="0">
              <a:buNone/>
            </a:pPr>
            <a:r>
              <a:rPr lang="en-US" sz="1500" b="1" dirty="0">
                <a:solidFill>
                  <a:srgbClr val="FF8FC7"/>
                </a:solidFill>
                <a:latin typeface="Courier New" pitchFamily="34" charset="0"/>
                <a:ea typeface="Courier New" pitchFamily="34" charset="-122"/>
                <a:cs typeface="Courier New" pitchFamily="34" charset="-120"/>
              </a:rPr>
              <a:t>NULL: "Hehehe! Wrong answer. Say goodbye to a shield!"</a:t>
            </a:r>
            <a:endParaRPr lang="en-US" sz="1500" dirty="0"/>
          </a:p>
        </p:txBody>
      </p:sp>
      <p:sp>
        <p:nvSpPr>
          <p:cNvPr id="16" name="Shape 6"/>
          <p:cNvSpPr/>
          <p:nvPr/>
        </p:nvSpPr>
        <p:spPr>
          <a:xfrm>
            <a:off x="457200" y="2331720"/>
            <a:ext cx="8138160" cy="1188720"/>
          </a:xfrm>
          <a:prstGeom prst="roundRect">
            <a:avLst>
              <a:gd name="adj" fmla="val 9231"/>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7" name="Text 7"/>
          <p:cNvSpPr txBox="1"/>
          <p:nvPr/>
        </p:nvSpPr>
        <p:spPr>
          <a:xfrm>
            <a:off x="731520" y="2331720"/>
            <a:ext cx="2743200" cy="1188720"/>
          </a:xfrm>
          <a:prstGeom prst="rect">
            <a:avLst/>
          </a:prstGeom>
          <a:noFill/>
          <a:ln/>
        </p:spPr>
        <p:txBody>
          <a:bodyPr wrap="square" lIns="0" tIns="0" rIns="0" bIns="0" rtlCol="0" anchor="ctr"/>
          <a:lstStyle/>
          <a:p>
            <a:pPr indent="0" marL="0">
              <a:buNone/>
            </a:pPr>
            <a:r>
              <a:rPr lang="en-US" sz="2400" dirty="0">
                <a:solidFill>
                  <a:srgbClr val="F72585"/>
                </a:solidFill>
                <a:latin typeface="Arial Black" pitchFamily="34" charset="0"/>
                <a:ea typeface="Arial Black" pitchFamily="34" charset="-122"/>
                <a:cs typeface="Arial Black" pitchFamily="34" charset="-120"/>
              </a:rPr>
              <a:t>-1 SHIELD</a:t>
            </a:r>
            <a:endParaRPr lang="en-US" sz="2400" dirty="0"/>
          </a:p>
        </p:txBody>
      </p:sp>
      <p:pic>
        <p:nvPicPr>
          <p:cNvPr id="18" name="Image 8" descr="/tmp/claude-0/-home-user-ashton212123/6ae88841-e158-5430-ba3a-d930461fce9f/scratchpad/build/assets/shield.png">    </p:cNvPr>
          <p:cNvPicPr>
            <a:picLocks noChangeAspect="1"/>
          </p:cNvPicPr>
          <p:nvPr/>
        </p:nvPicPr>
        <p:blipFill>
          <a:blip r:embed="rId9"/>
          <a:stretch>
            <a:fillRect/>
          </a:stretch>
        </p:blipFill>
        <p:spPr>
          <a:xfrm>
            <a:off x="3566160" y="2560320"/>
            <a:ext cx="731520" cy="731520"/>
          </a:xfrm>
          <a:prstGeom prst="rect">
            <a:avLst/>
          </a:prstGeom>
        </p:spPr>
      </p:pic>
      <p:pic>
        <p:nvPicPr>
          <p:cNvPr id="19" name="Image 9" descr="/tmp/claude-0/-home-user-ashton212123/6ae88841-e158-5430-ba3a-d930461fce9f/scratchpad/build/assets/shield_empty.png">    </p:cNvPr>
          <p:cNvPicPr>
            <a:picLocks noChangeAspect="1"/>
          </p:cNvPicPr>
          <p:nvPr/>
        </p:nvPicPr>
        <p:blipFill>
          <a:blip r:embed="rId10"/>
          <a:stretch>
            <a:fillRect/>
          </a:stretch>
        </p:blipFill>
        <p:spPr>
          <a:xfrm>
            <a:off x="4434840" y="2560320"/>
            <a:ext cx="731520" cy="731520"/>
          </a:xfrm>
          <a:prstGeom prst="rect">
            <a:avLst/>
          </a:prstGeom>
        </p:spPr>
      </p:pic>
      <p:pic>
        <p:nvPicPr>
          <p:cNvPr id="20" name="Image 10" descr="/tmp/claude-0/-home-user-ashton212123/6ae88841-e158-5430-ba3a-d930461fce9f/scratchpad/build/assets/shield_empty.png">    </p:cNvPr>
          <p:cNvPicPr>
            <a:picLocks noChangeAspect="1"/>
          </p:cNvPicPr>
          <p:nvPr/>
        </p:nvPicPr>
        <p:blipFill>
          <a:blip r:embed="rId11"/>
          <a:stretch>
            <a:fillRect/>
          </a:stretch>
        </p:blipFill>
        <p:spPr>
          <a:xfrm>
            <a:off x="5303520" y="2560320"/>
            <a:ext cx="731520" cy="731520"/>
          </a:xfrm>
          <a:prstGeom prst="rect">
            <a:avLst/>
          </a:prstGeom>
        </p:spPr>
      </p:pic>
      <p:sp>
        <p:nvSpPr>
          <p:cNvPr id="21" name="Text 8"/>
          <p:cNvSpPr txBox="1"/>
          <p:nvPr/>
        </p:nvSpPr>
        <p:spPr>
          <a:xfrm>
            <a:off x="6263640" y="2331720"/>
            <a:ext cx="2103120" cy="1188720"/>
          </a:xfrm>
          <a:prstGeom prst="rect">
            <a:avLst/>
          </a:prstGeom>
          <a:noFill/>
          <a:ln/>
        </p:spPr>
        <p:txBody>
          <a:bodyPr wrap="square" lIns="0" tIns="0" rIns="0" bIns="0" rtlCol="0" anchor="ctr"/>
          <a:lstStyle/>
          <a:p>
            <a:pPr indent="0" marL="0">
              <a:buNone/>
            </a:pPr>
            <a:r>
              <a:rPr lang="en-US" sz="1800" b="1" dirty="0">
                <a:solidFill>
                  <a:srgbClr val="F72585"/>
                </a:solidFill>
                <a:latin typeface="Courier New" pitchFamily="34" charset="0"/>
                <a:ea typeface="Courier New" pitchFamily="34" charset="-122"/>
                <a:cs typeface="Courier New" pitchFamily="34" charset="-120"/>
              </a:rPr>
              <a:t>1 LEFT</a:t>
            </a:r>
            <a:endParaRPr lang="en-US" sz="1800" dirty="0"/>
          </a:p>
        </p:txBody>
      </p:sp>
      <p:sp>
        <p:nvSpPr>
          <p:cNvPr id="22" name="Shape 9"/>
          <p:cNvSpPr/>
          <p:nvPr/>
        </p:nvSpPr>
        <p:spPr>
          <a:xfrm>
            <a:off x="457200" y="3749040"/>
            <a:ext cx="8138160" cy="1417320"/>
          </a:xfrm>
          <a:prstGeom prst="roundRect">
            <a:avLst>
              <a:gd name="adj" fmla="val 7742"/>
            </a:avLst>
          </a:prstGeom>
          <a:solidFill>
            <a:srgbClr val="121A3F">
              <a:alpha val="94000"/>
            </a:srgbClr>
          </a:solidFill>
          <a:ln w="19050">
            <a:solidFill>
              <a:srgbClr val="FFC233"/>
            </a:solidFill>
            <a:prstDash val="solid"/>
          </a:ln>
        </p:spPr>
      </p:sp>
      <p:pic>
        <p:nvPicPr>
          <p:cNvPr id="23" name="Image 11" descr="/tmp/claude-0/-home-user-ashton212123/6ae88841-e158-5430-ba3a-d930461fce9f/scratchpad/build/assets/icons/FaLightbulb_FFC233.png">    </p:cNvPr>
          <p:cNvPicPr>
            <a:picLocks noChangeAspect="1"/>
          </p:cNvPicPr>
          <p:nvPr/>
        </p:nvPicPr>
        <p:blipFill>
          <a:blip r:embed="rId12"/>
          <a:stretch>
            <a:fillRect/>
          </a:stretch>
        </p:blipFill>
        <p:spPr>
          <a:xfrm>
            <a:off x="731520" y="3931920"/>
            <a:ext cx="384048" cy="384048"/>
          </a:xfrm>
          <a:prstGeom prst="rect">
            <a:avLst/>
          </a:prstGeom>
        </p:spPr>
      </p:pic>
      <p:sp>
        <p:nvSpPr>
          <p:cNvPr id="24" name="Text 10"/>
          <p:cNvSpPr txBox="1"/>
          <p:nvPr/>
        </p:nvSpPr>
        <p:spPr>
          <a:xfrm>
            <a:off x="1234440" y="3931920"/>
            <a:ext cx="3657600" cy="384048"/>
          </a:xfrm>
          <a:prstGeom prst="rect">
            <a:avLst/>
          </a:prstGeom>
          <a:noFill/>
          <a:ln/>
        </p:spPr>
        <p:txBody>
          <a:bodyPr wrap="square" lIns="0" tIns="0" rIns="0" bIns="0" rtlCol="0" anchor="ctr"/>
          <a:lstStyle/>
          <a:p>
            <a:pPr indent="0" marL="0">
              <a:buNone/>
            </a:pPr>
            <a:r>
              <a:rPr lang="en-US" sz="1200" b="1" dirty="0">
                <a:solidFill>
                  <a:srgbClr val="FFC233"/>
                </a:solidFill>
                <a:latin typeface="Courier New" pitchFamily="34" charset="0"/>
                <a:ea typeface="Courier New" pitchFamily="34" charset="-122"/>
                <a:cs typeface="Courier New" pitchFamily="34" charset="-120"/>
              </a:rPr>
              <a:t>BYTE'S HINT</a:t>
            </a:r>
            <a:endParaRPr lang="en-US" sz="1200" dirty="0"/>
          </a:p>
        </p:txBody>
      </p:sp>
      <p:sp>
        <p:nvSpPr>
          <p:cNvPr id="25" name="Text 11"/>
          <p:cNvSpPr txBox="1"/>
          <p:nvPr/>
        </p:nvSpPr>
        <p:spPr>
          <a:xfrm>
            <a:off x="731520" y="4389120"/>
            <a:ext cx="7635240" cy="68580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It's on the island of Mindanao, near Davao City.</a:t>
            </a:r>
            <a:endParaRPr lang="en-US" sz="1800" dirty="0"/>
          </a:p>
        </p:txBody>
      </p:sp>
      <p:pic>
        <p:nvPicPr>
          <p:cNvPr id="26" name="Image 12" descr="/tmp/claude-0/-home-user-ashton212123/6ae88841-e158-5430-ba3a-d930461fce9f/scratchpad/build/assets/null_glitch.png">    </p:cNvPr>
          <p:cNvPicPr>
            <a:picLocks noChangeAspect="1"/>
          </p:cNvPicPr>
          <p:nvPr/>
        </p:nvPicPr>
        <p:blipFill>
          <a:blip r:embed="rId13"/>
          <a:stretch>
            <a:fillRect/>
          </a:stretch>
        </p:blipFill>
        <p:spPr>
          <a:xfrm>
            <a:off x="8915400" y="1554480"/>
            <a:ext cx="2834640" cy="2240280"/>
          </a:xfrm>
          <a:prstGeom prst="rect">
            <a:avLst/>
          </a:prstGeom>
        </p:spPr>
      </p:pic>
      <p:sp>
        <p:nvSpPr>
          <p:cNvPr id="27" name="Link - TRY AGAIN">
            <a:hlinkClick r:id="rId17" action="ppaction://hlinksldjump" highlightClick="1"/>
          </p:cNvPr>
          <p:cNvSpPr txBox="1"/>
          <p:nvPr/>
        </p:nvSpPr>
        <p:spPr>
          <a:xfrm>
            <a:off x="457200" y="5440680"/>
            <a:ext cx="3108960" cy="731520"/>
          </a:xfrm>
          <a:prstGeom prst="roundRect">
            <a:avLst>
              <a:gd name="adj" fmla="val 12500"/>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TRY AGAIN</a:t>
            </a:r>
            <a:endParaRPr lang="en-US" sz="1600" dirty="0"/>
          </a:p>
        </p:txBody>
      </p:sp>
      <p:sp>
        <p:nvSpPr>
          <p:cNvPr id="28" name="Text 13"/>
          <p:cNvSpPr txBox="1"/>
          <p:nvPr/>
        </p:nvSpPr>
        <p:spPr>
          <a:xfrm>
            <a:off x="3794760" y="5440680"/>
            <a:ext cx="4846320" cy="731520"/>
          </a:xfrm>
          <a:prstGeom prst="rect">
            <a:avLst/>
          </a:prstGeom>
          <a:noFill/>
          <a:ln/>
        </p:spPr>
        <p:txBody>
          <a:bodyPr wrap="square" lIns="0" tIns="0" rIns="0" bIns="0" rtlCol="0" anchor="ctr"/>
          <a:lstStyle/>
          <a:p>
            <a:pPr indent="0" marL="0">
              <a:buNone/>
            </a:pPr>
            <a:r>
              <a:rPr lang="en-US" sz="1200" b="1" dirty="0">
                <a:solidFill>
                  <a:srgbClr val="F72585"/>
                </a:solidFill>
                <a:latin typeface="Courier New" pitchFamily="34" charset="0"/>
                <a:ea typeface="Courier New" pitchFamily="34" charset="-122"/>
                <a:cs typeface="Courier New" pitchFamily="34" charset="-120"/>
              </a:rPr>
              <a:t>Careful! This is your LAST shield.</a:t>
            </a:r>
            <a:endParaRPr lang="en-US" sz="1200" dirty="0"/>
          </a:p>
        </p:txBody>
      </p:sp>
    </p:spTree>
  </p:cSld>
  <p:clrMapOvr>
    <a:masterClrMapping/>
  </p:clrMapOvr>
  <p:transition spd="med" advClick="0">
    <p:fade/>
    <p:sndAc>
      <p:stSnd>
        <p:snd r:embed="rId18" name="snd_wrong.wav"/>
      </p:stSnd>
    </p:sndAc>
  </p:transition>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72585"/>
                </a:solidFill>
                <a:latin typeface="Courier New" pitchFamily="34" charset="0"/>
                <a:ea typeface="Courier New" pitchFamily="34" charset="-122"/>
                <a:cs typeface="Courier New" pitchFamily="34" charset="-120"/>
              </a:rPr>
              <a:t>&gt; ENTERING NULL'S CORE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7"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Shape 4"/>
          <p:cNvSpPr/>
          <p:nvPr/>
        </p:nvSpPr>
        <p:spPr>
          <a:xfrm>
            <a:off x="548640" y="1097280"/>
            <a:ext cx="1828800" cy="1828800"/>
          </a:xfrm>
          <a:prstGeom prst="ellipse">
            <a:avLst/>
          </a:prstGeom>
          <a:solidFill>
            <a:srgbClr val="1A2353"/>
          </a:solidFill>
          <a:ln w="38100">
            <a:solidFill>
              <a:srgbClr val="F72585"/>
            </a:solidFill>
            <a:prstDash val="solid"/>
          </a:ln>
          <a:effectLst>
            <a:outerShdw sx="100000" sy="100000" kx="0" ky="0" algn="bl" rotWithShape="0" blurRad="152400" dist="50800" dir="5400000">
              <a:srgbClr val="F72585">
                <a:alpha val="45000"/>
              </a:srgbClr>
            </a:outerShdw>
          </a:effectLst>
        </p:spPr>
      </p:sp>
      <p:pic>
        <p:nvPicPr>
          <p:cNvPr id="14" name="Image 7" descr="/tmp/claude-0/-home-user-ashton212123/6ae88841-e158-5430-ba3a-d930461fce9f/scratchpad/build/assets/icons/FaBug_F72585.png">    </p:cNvPr>
          <p:cNvPicPr>
            <a:picLocks noChangeAspect="1"/>
          </p:cNvPicPr>
          <p:nvPr/>
        </p:nvPicPr>
        <p:blipFill>
          <a:blip r:embed="rId8"/>
          <a:stretch>
            <a:fillRect/>
          </a:stretch>
        </p:blipFill>
        <p:spPr>
          <a:xfrm>
            <a:off x="950976" y="1499616"/>
            <a:ext cx="1024128" cy="1024128"/>
          </a:xfrm>
          <a:prstGeom prst="rect">
            <a:avLst/>
          </a:prstGeom>
        </p:spPr>
      </p:pic>
      <p:sp>
        <p:nvSpPr>
          <p:cNvPr id="15" name="Text 5"/>
          <p:cNvSpPr txBox="1"/>
          <p:nvPr/>
        </p:nvSpPr>
        <p:spPr>
          <a:xfrm>
            <a:off x="2743200" y="1115568"/>
            <a:ext cx="5486400" cy="365760"/>
          </a:xfrm>
          <a:prstGeom prst="rect">
            <a:avLst/>
          </a:prstGeom>
          <a:noFill/>
          <a:ln/>
        </p:spPr>
        <p:txBody>
          <a:bodyPr wrap="square" lIns="0" tIns="0" rIns="0" bIns="0" rtlCol="0" anchor="t"/>
          <a:lstStyle/>
          <a:p>
            <a:pPr indent="0" marL="0">
              <a:buNone/>
            </a:pPr>
            <a:r>
              <a:rPr lang="en-US" sz="1600" b="1" dirty="0">
                <a:solidFill>
                  <a:srgbClr val="F72585"/>
                </a:solidFill>
                <a:latin typeface="Courier New" pitchFamily="34" charset="0"/>
                <a:ea typeface="Courier New" pitchFamily="34" charset="-122"/>
                <a:cs typeface="Courier New" pitchFamily="34" charset="-120"/>
              </a:rPr>
              <a:t>FINAL SECTOR</a:t>
            </a:r>
            <a:endParaRPr lang="en-US" sz="1600" dirty="0"/>
          </a:p>
        </p:txBody>
      </p:sp>
      <p:sp>
        <p:nvSpPr>
          <p:cNvPr id="16" name="Text 6"/>
          <p:cNvSpPr txBox="1"/>
          <p:nvPr/>
        </p:nvSpPr>
        <p:spPr>
          <a:xfrm>
            <a:off x="2743200" y="1463040"/>
            <a:ext cx="8988552" cy="777240"/>
          </a:xfrm>
          <a:prstGeom prst="rect">
            <a:avLst/>
          </a:prstGeom>
          <a:noFill/>
          <a:ln/>
        </p:spPr>
        <p:txBody>
          <a:bodyPr wrap="square" lIns="0" tIns="0" rIns="0" bIns="0" rtlCol="0" anchor="t"/>
          <a:lstStyle/>
          <a:p>
            <a:pPr indent="0" marL="0">
              <a:buNone/>
            </a:pPr>
            <a:r>
              <a:rPr lang="en-US" sz="3600" dirty="0">
                <a:solidFill>
                  <a:srgbClr val="EAF2FF"/>
                </a:solidFill>
                <a:latin typeface="Arial Black" pitchFamily="34" charset="0"/>
                <a:ea typeface="Arial Black" pitchFamily="34" charset="-122"/>
                <a:cs typeface="Arial Black" pitchFamily="34" charset="-120"/>
              </a:rPr>
              <a:t>NULL'S CORE</a:t>
            </a:r>
            <a:endParaRPr lang="en-US" sz="3600" dirty="0"/>
          </a:p>
        </p:txBody>
      </p:sp>
      <p:sp>
        <p:nvSpPr>
          <p:cNvPr id="17" name="Text 7"/>
          <p:cNvSpPr txBox="1"/>
          <p:nvPr/>
        </p:nvSpPr>
        <p:spPr>
          <a:xfrm>
            <a:off x="2743200" y="2267712"/>
            <a:ext cx="8988552" cy="365760"/>
          </a:xfrm>
          <a:prstGeom prst="rect">
            <a:avLst/>
          </a:prstGeom>
          <a:noFill/>
          <a:ln/>
        </p:spPr>
        <p:txBody>
          <a:bodyPr wrap="square" lIns="0" tIns="0" rIns="0" bIns="0" rtlCol="0" anchor="t"/>
          <a:lstStyle/>
          <a:p>
            <a:pPr indent="0" marL="0">
              <a:buNone/>
            </a:pPr>
            <a:r>
              <a:rPr lang="en-US" sz="1600" dirty="0">
                <a:solidFill>
                  <a:srgbClr val="9AA6D9"/>
                </a:solidFill>
                <a:latin typeface="Calibri" pitchFamily="34" charset="0"/>
                <a:ea typeface="Calibri" pitchFamily="34" charset="-122"/>
                <a:cs typeface="Calibri" pitchFamily="34" charset="-120"/>
              </a:rPr>
              <a:t>Topic: Final Challenge: Think Before You Click</a:t>
            </a:r>
            <a:endParaRPr lang="en-US" sz="1600" dirty="0"/>
          </a:p>
        </p:txBody>
      </p:sp>
      <p:pic>
        <p:nvPicPr>
          <p:cNvPr id="18" name="Image 8" descr="/tmp/claude-0/-home-user-ashton212123/6ae88841-e158-5430-ba3a-d930461fce9f/scratchpad/build/assets/null.png">    </p:cNvPr>
          <p:cNvPicPr>
            <a:picLocks noChangeAspect="1"/>
          </p:cNvPicPr>
          <p:nvPr/>
        </p:nvPicPr>
        <p:blipFill>
          <a:blip r:embed="rId9"/>
          <a:stretch>
            <a:fillRect/>
          </a:stretch>
        </p:blipFill>
        <p:spPr>
          <a:xfrm>
            <a:off x="548640" y="3246120"/>
            <a:ext cx="1828800" cy="1737360"/>
          </a:xfrm>
          <a:prstGeom prst="rect">
            <a:avLst/>
          </a:prstGeom>
        </p:spPr>
      </p:pic>
      <p:sp>
        <p:nvSpPr>
          <p:cNvPr id="19" name="Shape 8"/>
          <p:cNvSpPr/>
          <p:nvPr/>
        </p:nvSpPr>
        <p:spPr>
          <a:xfrm>
            <a:off x="2743200" y="3017520"/>
            <a:ext cx="8988552" cy="1600200"/>
          </a:xfrm>
          <a:prstGeom prst="roundRect">
            <a:avLst>
              <a:gd name="adj" fmla="val 6857"/>
            </a:avLst>
          </a:prstGeom>
          <a:solidFill>
            <a:srgbClr val="121A3F">
              <a:alpha val="94000"/>
            </a:srgbClr>
          </a:solidFill>
          <a:ln w="22225">
            <a:solidFill>
              <a:srgbClr val="2DE2E6"/>
            </a:solidFill>
            <a:prstDash val="solid"/>
          </a:ln>
          <a:effectLst>
            <a:outerShdw sx="100000" sy="100000" kx="0" ky="0" algn="bl" rotWithShape="0" blurRad="203200" dist="50800" dir="5400000">
              <a:srgbClr val="2DE2E6">
                <a:alpha val="45000"/>
              </a:srgbClr>
            </a:outerShdw>
          </a:effectLst>
        </p:spPr>
      </p:sp>
      <p:sp>
        <p:nvSpPr>
          <p:cNvPr id="20" name="Text 9"/>
          <p:cNvSpPr txBox="1"/>
          <p:nvPr/>
        </p:nvSpPr>
        <p:spPr>
          <a:xfrm>
            <a:off x="3017520" y="2816352"/>
            <a:ext cx="1188720" cy="384048"/>
          </a:xfrm>
          <a:prstGeom prst="roundRect">
            <a:avLst>
              <a:gd name="adj" fmla="val 14286"/>
            </a:avLst>
          </a:prstGeom>
          <a:solidFill>
            <a:srgbClr val="2DE2E6"/>
          </a:solidFill>
          <a:ln/>
        </p:spPr>
        <p:txBody>
          <a:bodyPr wrap="square" lIns="0" tIns="0" rIns="0" bIns="0" rtlCol="0" anchor="ctr"/>
          <a:lstStyle/>
          <a:p>
            <a:pPr algn="ctr" indent="0" marL="0">
              <a:buNone/>
            </a:pPr>
            <a:r>
              <a:rPr lang="en-US" sz="1300" b="1" dirty="0">
                <a:solidFill>
                  <a:srgbClr val="0A0F24"/>
                </a:solidFill>
                <a:latin typeface="Courier New" pitchFamily="34" charset="0"/>
                <a:ea typeface="Courier New" pitchFamily="34" charset="-122"/>
                <a:cs typeface="Courier New" pitchFamily="34" charset="-120"/>
              </a:rPr>
              <a:t>BYTE</a:t>
            </a:r>
            <a:endParaRPr lang="en-US" sz="1300" dirty="0"/>
          </a:p>
        </p:txBody>
      </p:sp>
      <p:sp>
        <p:nvSpPr>
          <p:cNvPr id="21" name="Text 10"/>
          <p:cNvSpPr txBox="1"/>
          <p:nvPr/>
        </p:nvSpPr>
        <p:spPr>
          <a:xfrm>
            <a:off x="3063240" y="3364992"/>
            <a:ext cx="8348472" cy="1097280"/>
          </a:xfrm>
          <a:prstGeom prst="rect">
            <a:avLst/>
          </a:prstGeom>
          <a:noFill/>
          <a:ln/>
        </p:spPr>
        <p:txBody>
          <a:bodyPr wrap="square" lIns="0" tIns="0" rIns="0" bIns="0" rtlCol="0" anchor="t"/>
          <a:lstStyle/>
          <a:p>
            <a:pPr indent="0" marL="0">
              <a:spcAft>
                <a:spcPts val="400"/>
              </a:spcAft>
              <a:buNone/>
            </a:pPr>
            <a:r>
              <a:rPr lang="en-US" sz="1600" dirty="0">
                <a:solidFill>
                  <a:srgbClr val="EAF2FF"/>
                </a:solidFill>
                <a:latin typeface="Calibri" pitchFamily="34" charset="0"/>
                <a:ea typeface="Calibri" pitchFamily="34" charset="-122"/>
                <a:cs typeface="Calibri" pitchFamily="34" charset="-120"/>
              </a:rPr>
              <a:t>You made it to the heart of the system! NULL guards the ESC Gate here. Beat NULL's final question, then use your 4 Code Fragments to unlock the gate. Don't lose your shields now!</a:t>
            </a:r>
            <a:endParaRPr lang="en-US" sz="1600" dirty="0"/>
          </a:p>
        </p:txBody>
      </p:sp>
      <p:sp>
        <p:nvSpPr>
          <p:cNvPr id="22" name="Text 11"/>
          <p:cNvSpPr txBox="1"/>
          <p:nvPr/>
        </p:nvSpPr>
        <p:spPr>
          <a:xfrm>
            <a:off x="548640" y="4892040"/>
            <a:ext cx="2743200" cy="274320"/>
          </a:xfrm>
          <a:prstGeom prst="rect">
            <a:avLst/>
          </a:prstGeom>
          <a:noFill/>
          <a:ln/>
        </p:spPr>
        <p:txBody>
          <a:bodyPr wrap="square" lIns="0" tIns="0" rIns="0" bIns="0" rtlCol="0" anchor="t"/>
          <a:lstStyle/>
          <a:p>
            <a:pPr indent="0" marL="0">
              <a:buNone/>
            </a:pPr>
            <a:r>
              <a:rPr lang="en-US" sz="1000" b="1" dirty="0">
                <a:solidFill>
                  <a:srgbClr val="9AA6D9"/>
                </a:solidFill>
                <a:latin typeface="Courier New" pitchFamily="34" charset="0"/>
                <a:ea typeface="Courier New" pitchFamily="34" charset="-122"/>
                <a:cs typeface="Courier New" pitchFamily="34" charset="-120"/>
              </a:rPr>
              <a:t>MISSION MAP</a:t>
            </a:r>
            <a:endParaRPr lang="en-US" sz="1000" dirty="0"/>
          </a:p>
        </p:txBody>
      </p:sp>
      <p:sp>
        <p:nvSpPr>
          <p:cNvPr id="23" name="Shape 12"/>
          <p:cNvSpPr/>
          <p:nvPr/>
        </p:nvSpPr>
        <p:spPr>
          <a:xfrm>
            <a:off x="969264" y="5513832"/>
            <a:ext cx="6400800" cy="0"/>
          </a:xfrm>
          <a:prstGeom prst="line">
            <a:avLst/>
          </a:prstGeom>
          <a:noFill/>
          <a:ln w="38100">
            <a:solidFill>
              <a:srgbClr val="3A4370"/>
            </a:solidFill>
            <a:prstDash val="dash"/>
          </a:ln>
        </p:spPr>
      </p:sp>
      <p:sp>
        <p:nvSpPr>
          <p:cNvPr id="24" name="Shape 13"/>
          <p:cNvSpPr/>
          <p:nvPr/>
        </p:nvSpPr>
        <p:spPr>
          <a:xfrm>
            <a:off x="685800" y="5230368"/>
            <a:ext cx="566928" cy="566928"/>
          </a:xfrm>
          <a:prstGeom prst="ellipse">
            <a:avLst/>
          </a:prstGeom>
          <a:solidFill>
            <a:srgbClr val="4BF0A0"/>
          </a:solidFill>
          <a:ln w="25400">
            <a:solidFill>
              <a:srgbClr val="4BF0A0"/>
            </a:solidFill>
            <a:prstDash val="solid"/>
          </a:ln>
        </p:spPr>
      </p:sp>
      <p:pic>
        <p:nvPicPr>
          <p:cNvPr id="25" name="Image 9" descr="/tmp/claude-0/-home-user-ashton212123/6ae88841-e158-5430-ba3a-d930461fce9f/scratchpad/build/assets/icons/FaCheck_0A0F24.png">    </p:cNvPr>
          <p:cNvPicPr>
            <a:picLocks noChangeAspect="1"/>
          </p:cNvPicPr>
          <p:nvPr/>
        </p:nvPicPr>
        <p:blipFill>
          <a:blip r:embed="rId10"/>
          <a:stretch>
            <a:fillRect/>
          </a:stretch>
        </p:blipFill>
        <p:spPr>
          <a:xfrm>
            <a:off x="821863" y="5366431"/>
            <a:ext cx="294803" cy="294803"/>
          </a:xfrm>
          <a:prstGeom prst="rect">
            <a:avLst/>
          </a:prstGeom>
        </p:spPr>
      </p:pic>
      <p:sp>
        <p:nvSpPr>
          <p:cNvPr id="26" name="Text 14"/>
          <p:cNvSpPr txBox="1"/>
          <p:nvPr/>
        </p:nvSpPr>
        <p:spPr>
          <a:xfrm>
            <a:off x="237744" y="5852160"/>
            <a:ext cx="1463040" cy="256032"/>
          </a:xfrm>
          <a:prstGeom prst="rect">
            <a:avLst/>
          </a:prstGeom>
          <a:noFill/>
          <a:ln/>
        </p:spPr>
        <p:txBody>
          <a:bodyPr wrap="square" lIns="0" tIns="0" rIns="0" bIns="0" rtlCol="0" anchor="t"/>
          <a:lstStyle/>
          <a:p>
            <a:pPr algn="ctr" indent="0" marL="0">
              <a:buNone/>
            </a:pPr>
            <a:r>
              <a:rPr lang="en-US" sz="900" b="1" dirty="0">
                <a:solidFill>
                  <a:srgbClr val="4BF0A0"/>
                </a:solidFill>
                <a:latin typeface="Courier New" pitchFamily="34" charset="0"/>
                <a:ea typeface="Courier New" pitchFamily="34" charset="-122"/>
                <a:cs typeface="Courier New" pitchFamily="34" charset="-120"/>
              </a:rPr>
              <a:t>SCIENCE</a:t>
            </a:r>
            <a:endParaRPr lang="en-US" sz="900" dirty="0"/>
          </a:p>
        </p:txBody>
      </p:sp>
      <p:sp>
        <p:nvSpPr>
          <p:cNvPr id="27" name="Shape 15"/>
          <p:cNvSpPr/>
          <p:nvPr/>
        </p:nvSpPr>
        <p:spPr>
          <a:xfrm>
            <a:off x="2286000" y="5230368"/>
            <a:ext cx="566928" cy="566928"/>
          </a:xfrm>
          <a:prstGeom prst="ellipse">
            <a:avLst/>
          </a:prstGeom>
          <a:solidFill>
            <a:srgbClr val="4BF0A0"/>
          </a:solidFill>
          <a:ln w="25400">
            <a:solidFill>
              <a:srgbClr val="4BF0A0"/>
            </a:solidFill>
            <a:prstDash val="solid"/>
          </a:ln>
        </p:spPr>
      </p:sp>
      <p:pic>
        <p:nvPicPr>
          <p:cNvPr id="28" name="Image 10" descr="/tmp/claude-0/-home-user-ashton212123/6ae88841-e158-5430-ba3a-d930461fce9f/scratchpad/build/assets/icons/FaCheck_0A0F24.png">    </p:cNvPr>
          <p:cNvPicPr>
            <a:picLocks noChangeAspect="1"/>
          </p:cNvPicPr>
          <p:nvPr/>
        </p:nvPicPr>
        <p:blipFill>
          <a:blip r:embed="rId11"/>
          <a:stretch>
            <a:fillRect/>
          </a:stretch>
        </p:blipFill>
        <p:spPr>
          <a:xfrm>
            <a:off x="2422063" y="5366431"/>
            <a:ext cx="294803" cy="294803"/>
          </a:xfrm>
          <a:prstGeom prst="rect">
            <a:avLst/>
          </a:prstGeom>
        </p:spPr>
      </p:pic>
      <p:sp>
        <p:nvSpPr>
          <p:cNvPr id="29" name="Text 16"/>
          <p:cNvSpPr txBox="1"/>
          <p:nvPr/>
        </p:nvSpPr>
        <p:spPr>
          <a:xfrm>
            <a:off x="1837944" y="5852160"/>
            <a:ext cx="1463040" cy="256032"/>
          </a:xfrm>
          <a:prstGeom prst="rect">
            <a:avLst/>
          </a:prstGeom>
          <a:noFill/>
          <a:ln/>
        </p:spPr>
        <p:txBody>
          <a:bodyPr wrap="square" lIns="0" tIns="0" rIns="0" bIns="0" rtlCol="0" anchor="t"/>
          <a:lstStyle/>
          <a:p>
            <a:pPr algn="ctr" indent="0" marL="0">
              <a:buNone/>
            </a:pPr>
            <a:r>
              <a:rPr lang="en-US" sz="900" b="1" dirty="0">
                <a:solidFill>
                  <a:srgbClr val="4BF0A0"/>
                </a:solidFill>
                <a:latin typeface="Courier New" pitchFamily="34" charset="0"/>
                <a:ea typeface="Courier New" pitchFamily="34" charset="-122"/>
                <a:cs typeface="Courier New" pitchFamily="34" charset="-120"/>
              </a:rPr>
              <a:t>HISTORY</a:t>
            </a:r>
            <a:endParaRPr lang="en-US" sz="900" dirty="0"/>
          </a:p>
        </p:txBody>
      </p:sp>
      <p:sp>
        <p:nvSpPr>
          <p:cNvPr id="30" name="Shape 17"/>
          <p:cNvSpPr/>
          <p:nvPr/>
        </p:nvSpPr>
        <p:spPr>
          <a:xfrm>
            <a:off x="3886200" y="5230368"/>
            <a:ext cx="566928" cy="566928"/>
          </a:xfrm>
          <a:prstGeom prst="ellipse">
            <a:avLst/>
          </a:prstGeom>
          <a:solidFill>
            <a:srgbClr val="4BF0A0"/>
          </a:solidFill>
          <a:ln w="25400">
            <a:solidFill>
              <a:srgbClr val="4BF0A0"/>
            </a:solidFill>
            <a:prstDash val="solid"/>
          </a:ln>
        </p:spPr>
      </p:sp>
      <p:pic>
        <p:nvPicPr>
          <p:cNvPr id="31" name="Image 11" descr="/tmp/claude-0/-home-user-ashton212123/6ae88841-e158-5430-ba3a-d930461fce9f/scratchpad/build/assets/icons/FaCheck_0A0F24.png">    </p:cNvPr>
          <p:cNvPicPr>
            <a:picLocks noChangeAspect="1"/>
          </p:cNvPicPr>
          <p:nvPr/>
        </p:nvPicPr>
        <p:blipFill>
          <a:blip r:embed="rId12"/>
          <a:stretch>
            <a:fillRect/>
          </a:stretch>
        </p:blipFill>
        <p:spPr>
          <a:xfrm>
            <a:off x="4022263" y="5366431"/>
            <a:ext cx="294803" cy="294803"/>
          </a:xfrm>
          <a:prstGeom prst="rect">
            <a:avLst/>
          </a:prstGeom>
        </p:spPr>
      </p:pic>
      <p:sp>
        <p:nvSpPr>
          <p:cNvPr id="32" name="Text 18"/>
          <p:cNvSpPr txBox="1"/>
          <p:nvPr/>
        </p:nvSpPr>
        <p:spPr>
          <a:xfrm>
            <a:off x="3438144" y="5852160"/>
            <a:ext cx="1463040" cy="256032"/>
          </a:xfrm>
          <a:prstGeom prst="rect">
            <a:avLst/>
          </a:prstGeom>
          <a:noFill/>
          <a:ln/>
        </p:spPr>
        <p:txBody>
          <a:bodyPr wrap="square" lIns="0" tIns="0" rIns="0" bIns="0" rtlCol="0" anchor="t"/>
          <a:lstStyle/>
          <a:p>
            <a:pPr algn="ctr" indent="0" marL="0">
              <a:buNone/>
            </a:pPr>
            <a:r>
              <a:rPr lang="en-US" sz="900" b="1" dirty="0">
                <a:solidFill>
                  <a:srgbClr val="4BF0A0"/>
                </a:solidFill>
                <a:latin typeface="Courier New" pitchFamily="34" charset="0"/>
                <a:ea typeface="Courier New" pitchFamily="34" charset="-122"/>
                <a:cs typeface="Courier New" pitchFamily="34" charset="-120"/>
              </a:rPr>
              <a:t>FUN ZONE</a:t>
            </a:r>
            <a:endParaRPr lang="en-US" sz="900" dirty="0"/>
          </a:p>
        </p:txBody>
      </p:sp>
      <p:sp>
        <p:nvSpPr>
          <p:cNvPr id="33" name="Shape 19"/>
          <p:cNvSpPr/>
          <p:nvPr/>
        </p:nvSpPr>
        <p:spPr>
          <a:xfrm>
            <a:off x="5486400" y="5230368"/>
            <a:ext cx="566928" cy="566928"/>
          </a:xfrm>
          <a:prstGeom prst="ellipse">
            <a:avLst/>
          </a:prstGeom>
          <a:solidFill>
            <a:srgbClr val="4BF0A0"/>
          </a:solidFill>
          <a:ln w="25400">
            <a:solidFill>
              <a:srgbClr val="4BF0A0"/>
            </a:solidFill>
            <a:prstDash val="solid"/>
          </a:ln>
        </p:spPr>
      </p:sp>
      <p:pic>
        <p:nvPicPr>
          <p:cNvPr id="34" name="Image 12" descr="/tmp/claude-0/-home-user-ashton212123/6ae88841-e158-5430-ba3a-d930461fce9f/scratchpad/build/assets/icons/FaCheck_0A0F24.png">    </p:cNvPr>
          <p:cNvPicPr>
            <a:picLocks noChangeAspect="1"/>
          </p:cNvPicPr>
          <p:nvPr/>
        </p:nvPicPr>
        <p:blipFill>
          <a:blip r:embed="rId13"/>
          <a:stretch>
            <a:fillRect/>
          </a:stretch>
        </p:blipFill>
        <p:spPr>
          <a:xfrm>
            <a:off x="5622463" y="5366431"/>
            <a:ext cx="294803" cy="294803"/>
          </a:xfrm>
          <a:prstGeom prst="rect">
            <a:avLst/>
          </a:prstGeom>
        </p:spPr>
      </p:pic>
      <p:sp>
        <p:nvSpPr>
          <p:cNvPr id="35" name="Text 20"/>
          <p:cNvSpPr txBox="1"/>
          <p:nvPr/>
        </p:nvSpPr>
        <p:spPr>
          <a:xfrm>
            <a:off x="5038344" y="5852160"/>
            <a:ext cx="1463040" cy="256032"/>
          </a:xfrm>
          <a:prstGeom prst="rect">
            <a:avLst/>
          </a:prstGeom>
          <a:noFill/>
          <a:ln/>
        </p:spPr>
        <p:txBody>
          <a:bodyPr wrap="square" lIns="0" tIns="0" rIns="0" bIns="0" rtlCol="0" anchor="t"/>
          <a:lstStyle/>
          <a:p>
            <a:pPr algn="ctr" indent="0" marL="0">
              <a:buNone/>
            </a:pPr>
            <a:r>
              <a:rPr lang="en-US" sz="900" b="1" dirty="0">
                <a:solidFill>
                  <a:srgbClr val="4BF0A0"/>
                </a:solidFill>
                <a:latin typeface="Courier New" pitchFamily="34" charset="0"/>
                <a:ea typeface="Courier New" pitchFamily="34" charset="-122"/>
                <a:cs typeface="Courier New" pitchFamily="34" charset="-120"/>
              </a:rPr>
              <a:t>WORLD</a:t>
            </a:r>
            <a:endParaRPr lang="en-US" sz="900" dirty="0"/>
          </a:p>
        </p:txBody>
      </p:sp>
      <p:sp>
        <p:nvSpPr>
          <p:cNvPr id="36" name="Shape 21"/>
          <p:cNvSpPr/>
          <p:nvPr/>
        </p:nvSpPr>
        <p:spPr>
          <a:xfrm>
            <a:off x="7086600" y="5230368"/>
            <a:ext cx="566928" cy="566928"/>
          </a:xfrm>
          <a:prstGeom prst="ellipse">
            <a:avLst/>
          </a:prstGeom>
          <a:solidFill>
            <a:srgbClr val="1A2353"/>
          </a:solidFill>
          <a:ln w="31750">
            <a:solidFill>
              <a:srgbClr val="F72585"/>
            </a:solidFill>
            <a:prstDash val="solid"/>
          </a:ln>
          <a:effectLst>
            <a:outerShdw sx="100000" sy="100000" kx="0" ky="0" algn="bl" rotWithShape="0" blurRad="152400" dist="50800" dir="5400000">
              <a:srgbClr val="F72585">
                <a:alpha val="45000"/>
              </a:srgbClr>
            </a:outerShdw>
          </a:effectLst>
        </p:spPr>
      </p:sp>
      <p:pic>
        <p:nvPicPr>
          <p:cNvPr id="37" name="Image 13" descr="/tmp/claude-0/-home-user-ashton212123/6ae88841-e158-5430-ba3a-d930461fce9f/scratchpad/build/assets/icons/FaBug_F72585.png">    </p:cNvPr>
          <p:cNvPicPr>
            <a:picLocks noChangeAspect="1"/>
          </p:cNvPicPr>
          <p:nvPr/>
        </p:nvPicPr>
        <p:blipFill>
          <a:blip r:embed="rId14"/>
          <a:stretch>
            <a:fillRect/>
          </a:stretch>
        </p:blipFill>
        <p:spPr>
          <a:xfrm>
            <a:off x="7199986" y="5343754"/>
            <a:ext cx="340157" cy="340157"/>
          </a:xfrm>
          <a:prstGeom prst="rect">
            <a:avLst/>
          </a:prstGeom>
        </p:spPr>
      </p:pic>
      <p:sp>
        <p:nvSpPr>
          <p:cNvPr id="38" name="Text 22"/>
          <p:cNvSpPr txBox="1"/>
          <p:nvPr/>
        </p:nvSpPr>
        <p:spPr>
          <a:xfrm>
            <a:off x="6638544" y="5852160"/>
            <a:ext cx="1463040" cy="256032"/>
          </a:xfrm>
          <a:prstGeom prst="rect">
            <a:avLst/>
          </a:prstGeom>
          <a:noFill/>
          <a:ln/>
        </p:spPr>
        <p:txBody>
          <a:bodyPr wrap="square" lIns="0" tIns="0" rIns="0" bIns="0" rtlCol="0" anchor="t"/>
          <a:lstStyle/>
          <a:p>
            <a:pPr algn="ctr" indent="0" marL="0">
              <a:buNone/>
            </a:pPr>
            <a:r>
              <a:rPr lang="en-US" sz="900" b="1" dirty="0">
                <a:solidFill>
                  <a:srgbClr val="F72585"/>
                </a:solidFill>
                <a:latin typeface="Courier New" pitchFamily="34" charset="0"/>
                <a:ea typeface="Courier New" pitchFamily="34" charset="-122"/>
                <a:cs typeface="Courier New" pitchFamily="34" charset="-120"/>
              </a:rPr>
              <a:t>CORE</a:t>
            </a:r>
            <a:endParaRPr lang="en-US" sz="900" dirty="0"/>
          </a:p>
        </p:txBody>
      </p:sp>
      <p:sp>
        <p:nvSpPr>
          <p:cNvPr id="39" name="Link - FACE NULL">
            <a:hlinkClick r:id="rId18" action="ppaction://hlinksldjump" highlightClick="1"/>
          </p:cNvPr>
          <p:cNvSpPr txBox="1"/>
          <p:nvPr/>
        </p:nvSpPr>
        <p:spPr>
          <a:xfrm>
            <a:off x="9144000" y="5257800"/>
            <a:ext cx="2587752" cy="731520"/>
          </a:xfrm>
          <a:prstGeom prst="roundRect">
            <a:avLst>
              <a:gd name="adj" fmla="val 12500"/>
            </a:avLst>
          </a:prstGeom>
          <a:solidFill>
            <a:srgbClr val="F72585"/>
          </a:solidFill>
          <a:ln w="25400">
            <a:solidFill>
              <a:srgbClr val="F72585"/>
            </a:solidFill>
          </a:ln>
          <a:effectLst>
            <a:outerShdw sx="100000" sy="100000" kx="0" ky="0" algn="bl" rotWithShape="0" blurRad="177800" dist="50800" dir="5400000">
              <a:srgbClr val="F72585">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FACE NULL</a:t>
            </a:r>
            <a:endParaRPr lang="en-US" sz="1600" dirty="0"/>
          </a:p>
        </p:txBody>
      </p:sp>
    </p:spTree>
  </p:cSld>
  <p:clrMapOvr>
    <a:masterClrMapping/>
  </p:clrMapOvr>
  <p:transition spd="med" advClick="0">
    <p:fade/>
  </p:transition>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72585"/>
                </a:solidFill>
                <a:latin typeface="Courier New" pitchFamily="34" charset="0"/>
                <a:ea typeface="Courier New" pitchFamily="34" charset="-122"/>
                <a:cs typeface="Courier New" pitchFamily="34" charset="-120"/>
              </a:rPr>
              <a:t>&gt; ENTERING NULL'S CORE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7"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Shape 4"/>
          <p:cNvSpPr/>
          <p:nvPr/>
        </p:nvSpPr>
        <p:spPr>
          <a:xfrm>
            <a:off x="548640" y="1097280"/>
            <a:ext cx="1828800" cy="1828800"/>
          </a:xfrm>
          <a:prstGeom prst="ellipse">
            <a:avLst/>
          </a:prstGeom>
          <a:solidFill>
            <a:srgbClr val="1A2353"/>
          </a:solidFill>
          <a:ln w="38100">
            <a:solidFill>
              <a:srgbClr val="F72585"/>
            </a:solidFill>
            <a:prstDash val="solid"/>
          </a:ln>
          <a:effectLst>
            <a:outerShdw sx="100000" sy="100000" kx="0" ky="0" algn="bl" rotWithShape="0" blurRad="152400" dist="50800" dir="5400000">
              <a:srgbClr val="F72585">
                <a:alpha val="45000"/>
              </a:srgbClr>
            </a:outerShdw>
          </a:effectLst>
        </p:spPr>
      </p:sp>
      <p:pic>
        <p:nvPicPr>
          <p:cNvPr id="14" name="Image 7" descr="/tmp/claude-0/-home-user-ashton212123/6ae88841-e158-5430-ba3a-d930461fce9f/scratchpad/build/assets/icons/FaBug_F72585.png">    </p:cNvPr>
          <p:cNvPicPr>
            <a:picLocks noChangeAspect="1"/>
          </p:cNvPicPr>
          <p:nvPr/>
        </p:nvPicPr>
        <p:blipFill>
          <a:blip r:embed="rId8"/>
          <a:stretch>
            <a:fillRect/>
          </a:stretch>
        </p:blipFill>
        <p:spPr>
          <a:xfrm>
            <a:off x="950976" y="1499616"/>
            <a:ext cx="1024128" cy="1024128"/>
          </a:xfrm>
          <a:prstGeom prst="rect">
            <a:avLst/>
          </a:prstGeom>
        </p:spPr>
      </p:pic>
      <p:sp>
        <p:nvSpPr>
          <p:cNvPr id="15" name="Text 5"/>
          <p:cNvSpPr txBox="1"/>
          <p:nvPr/>
        </p:nvSpPr>
        <p:spPr>
          <a:xfrm>
            <a:off x="2743200" y="1115568"/>
            <a:ext cx="5486400" cy="365760"/>
          </a:xfrm>
          <a:prstGeom prst="rect">
            <a:avLst/>
          </a:prstGeom>
          <a:noFill/>
          <a:ln/>
        </p:spPr>
        <p:txBody>
          <a:bodyPr wrap="square" lIns="0" tIns="0" rIns="0" bIns="0" rtlCol="0" anchor="t"/>
          <a:lstStyle/>
          <a:p>
            <a:pPr indent="0" marL="0">
              <a:buNone/>
            </a:pPr>
            <a:r>
              <a:rPr lang="en-US" sz="1600" b="1" dirty="0">
                <a:solidFill>
                  <a:srgbClr val="F72585"/>
                </a:solidFill>
                <a:latin typeface="Courier New" pitchFamily="34" charset="0"/>
                <a:ea typeface="Courier New" pitchFamily="34" charset="-122"/>
                <a:cs typeface="Courier New" pitchFamily="34" charset="-120"/>
              </a:rPr>
              <a:t>FINAL SECTOR</a:t>
            </a:r>
            <a:endParaRPr lang="en-US" sz="1600" dirty="0"/>
          </a:p>
        </p:txBody>
      </p:sp>
      <p:sp>
        <p:nvSpPr>
          <p:cNvPr id="16" name="Text 6"/>
          <p:cNvSpPr txBox="1"/>
          <p:nvPr/>
        </p:nvSpPr>
        <p:spPr>
          <a:xfrm>
            <a:off x="2743200" y="1463040"/>
            <a:ext cx="8988552" cy="777240"/>
          </a:xfrm>
          <a:prstGeom prst="rect">
            <a:avLst/>
          </a:prstGeom>
          <a:noFill/>
          <a:ln/>
        </p:spPr>
        <p:txBody>
          <a:bodyPr wrap="square" lIns="0" tIns="0" rIns="0" bIns="0" rtlCol="0" anchor="t"/>
          <a:lstStyle/>
          <a:p>
            <a:pPr indent="0" marL="0">
              <a:buNone/>
            </a:pPr>
            <a:r>
              <a:rPr lang="en-US" sz="3600" dirty="0">
                <a:solidFill>
                  <a:srgbClr val="EAF2FF"/>
                </a:solidFill>
                <a:latin typeface="Arial Black" pitchFamily="34" charset="0"/>
                <a:ea typeface="Arial Black" pitchFamily="34" charset="-122"/>
                <a:cs typeface="Arial Black" pitchFamily="34" charset="-120"/>
              </a:rPr>
              <a:t>NULL'S CORE</a:t>
            </a:r>
            <a:endParaRPr lang="en-US" sz="3600" dirty="0"/>
          </a:p>
        </p:txBody>
      </p:sp>
      <p:sp>
        <p:nvSpPr>
          <p:cNvPr id="17" name="Text 7"/>
          <p:cNvSpPr txBox="1"/>
          <p:nvPr/>
        </p:nvSpPr>
        <p:spPr>
          <a:xfrm>
            <a:off x="2743200" y="2267712"/>
            <a:ext cx="8988552" cy="365760"/>
          </a:xfrm>
          <a:prstGeom prst="rect">
            <a:avLst/>
          </a:prstGeom>
          <a:noFill/>
          <a:ln/>
        </p:spPr>
        <p:txBody>
          <a:bodyPr wrap="square" lIns="0" tIns="0" rIns="0" bIns="0" rtlCol="0" anchor="t"/>
          <a:lstStyle/>
          <a:p>
            <a:pPr indent="0" marL="0">
              <a:buNone/>
            </a:pPr>
            <a:r>
              <a:rPr lang="en-US" sz="1600" dirty="0">
                <a:solidFill>
                  <a:srgbClr val="9AA6D9"/>
                </a:solidFill>
                <a:latin typeface="Calibri" pitchFamily="34" charset="0"/>
                <a:ea typeface="Calibri" pitchFamily="34" charset="-122"/>
                <a:cs typeface="Calibri" pitchFamily="34" charset="-120"/>
              </a:rPr>
              <a:t>Topic: Final Challenge: Think Before You Click</a:t>
            </a:r>
            <a:endParaRPr lang="en-US" sz="1600" dirty="0"/>
          </a:p>
        </p:txBody>
      </p:sp>
      <p:pic>
        <p:nvPicPr>
          <p:cNvPr id="18" name="Image 8" descr="/tmp/claude-0/-home-user-ashton212123/6ae88841-e158-5430-ba3a-d930461fce9f/scratchpad/build/assets/null.png">    </p:cNvPr>
          <p:cNvPicPr>
            <a:picLocks noChangeAspect="1"/>
          </p:cNvPicPr>
          <p:nvPr/>
        </p:nvPicPr>
        <p:blipFill>
          <a:blip r:embed="rId9"/>
          <a:stretch>
            <a:fillRect/>
          </a:stretch>
        </p:blipFill>
        <p:spPr>
          <a:xfrm>
            <a:off x="548640" y="3246120"/>
            <a:ext cx="1828800" cy="1737360"/>
          </a:xfrm>
          <a:prstGeom prst="rect">
            <a:avLst/>
          </a:prstGeom>
        </p:spPr>
      </p:pic>
      <p:sp>
        <p:nvSpPr>
          <p:cNvPr id="19" name="Shape 8"/>
          <p:cNvSpPr/>
          <p:nvPr/>
        </p:nvSpPr>
        <p:spPr>
          <a:xfrm>
            <a:off x="2743200" y="3017520"/>
            <a:ext cx="8988552" cy="1600200"/>
          </a:xfrm>
          <a:prstGeom prst="roundRect">
            <a:avLst>
              <a:gd name="adj" fmla="val 6857"/>
            </a:avLst>
          </a:prstGeom>
          <a:solidFill>
            <a:srgbClr val="121A3F">
              <a:alpha val="94000"/>
            </a:srgbClr>
          </a:solidFill>
          <a:ln w="22225">
            <a:solidFill>
              <a:srgbClr val="2DE2E6"/>
            </a:solidFill>
            <a:prstDash val="solid"/>
          </a:ln>
          <a:effectLst>
            <a:outerShdw sx="100000" sy="100000" kx="0" ky="0" algn="bl" rotWithShape="0" blurRad="203200" dist="50800" dir="5400000">
              <a:srgbClr val="2DE2E6">
                <a:alpha val="45000"/>
              </a:srgbClr>
            </a:outerShdw>
          </a:effectLst>
        </p:spPr>
      </p:sp>
      <p:sp>
        <p:nvSpPr>
          <p:cNvPr id="20" name="Text 9"/>
          <p:cNvSpPr txBox="1"/>
          <p:nvPr/>
        </p:nvSpPr>
        <p:spPr>
          <a:xfrm>
            <a:off x="3017520" y="2816352"/>
            <a:ext cx="1188720" cy="384048"/>
          </a:xfrm>
          <a:prstGeom prst="roundRect">
            <a:avLst>
              <a:gd name="adj" fmla="val 14286"/>
            </a:avLst>
          </a:prstGeom>
          <a:solidFill>
            <a:srgbClr val="2DE2E6"/>
          </a:solidFill>
          <a:ln/>
        </p:spPr>
        <p:txBody>
          <a:bodyPr wrap="square" lIns="0" tIns="0" rIns="0" bIns="0" rtlCol="0" anchor="ctr"/>
          <a:lstStyle/>
          <a:p>
            <a:pPr algn="ctr" indent="0" marL="0">
              <a:buNone/>
            </a:pPr>
            <a:r>
              <a:rPr lang="en-US" sz="1300" b="1" dirty="0">
                <a:solidFill>
                  <a:srgbClr val="0A0F24"/>
                </a:solidFill>
                <a:latin typeface="Courier New" pitchFamily="34" charset="0"/>
                <a:ea typeface="Courier New" pitchFamily="34" charset="-122"/>
                <a:cs typeface="Courier New" pitchFamily="34" charset="-120"/>
              </a:rPr>
              <a:t>BYTE</a:t>
            </a:r>
            <a:endParaRPr lang="en-US" sz="1300" dirty="0"/>
          </a:p>
        </p:txBody>
      </p:sp>
      <p:sp>
        <p:nvSpPr>
          <p:cNvPr id="21" name="Text 10"/>
          <p:cNvSpPr txBox="1"/>
          <p:nvPr/>
        </p:nvSpPr>
        <p:spPr>
          <a:xfrm>
            <a:off x="3063240" y="3364992"/>
            <a:ext cx="8348472" cy="1097280"/>
          </a:xfrm>
          <a:prstGeom prst="rect">
            <a:avLst/>
          </a:prstGeom>
          <a:noFill/>
          <a:ln/>
        </p:spPr>
        <p:txBody>
          <a:bodyPr wrap="square" lIns="0" tIns="0" rIns="0" bIns="0" rtlCol="0" anchor="t"/>
          <a:lstStyle/>
          <a:p>
            <a:pPr indent="0" marL="0">
              <a:spcAft>
                <a:spcPts val="400"/>
              </a:spcAft>
              <a:buNone/>
            </a:pPr>
            <a:r>
              <a:rPr lang="en-US" sz="1600" dirty="0">
                <a:solidFill>
                  <a:srgbClr val="EAF2FF"/>
                </a:solidFill>
                <a:latin typeface="Calibri" pitchFamily="34" charset="0"/>
                <a:ea typeface="Calibri" pitchFamily="34" charset="-122"/>
                <a:cs typeface="Calibri" pitchFamily="34" charset="-120"/>
              </a:rPr>
              <a:t>You made it to the heart of the system! NULL guards the ESC Gate here. Beat NULL's final question, then use your 4 Code Fragments to unlock the gate. Don't lose your shields now!</a:t>
            </a:r>
            <a:endParaRPr lang="en-US" sz="1600" dirty="0"/>
          </a:p>
        </p:txBody>
      </p:sp>
      <p:sp>
        <p:nvSpPr>
          <p:cNvPr id="22" name="Text 11"/>
          <p:cNvSpPr txBox="1"/>
          <p:nvPr/>
        </p:nvSpPr>
        <p:spPr>
          <a:xfrm>
            <a:off x="548640" y="4892040"/>
            <a:ext cx="2743200" cy="274320"/>
          </a:xfrm>
          <a:prstGeom prst="rect">
            <a:avLst/>
          </a:prstGeom>
          <a:noFill/>
          <a:ln/>
        </p:spPr>
        <p:txBody>
          <a:bodyPr wrap="square" lIns="0" tIns="0" rIns="0" bIns="0" rtlCol="0" anchor="t"/>
          <a:lstStyle/>
          <a:p>
            <a:pPr indent="0" marL="0">
              <a:buNone/>
            </a:pPr>
            <a:r>
              <a:rPr lang="en-US" sz="1000" b="1" dirty="0">
                <a:solidFill>
                  <a:srgbClr val="9AA6D9"/>
                </a:solidFill>
                <a:latin typeface="Courier New" pitchFamily="34" charset="0"/>
                <a:ea typeface="Courier New" pitchFamily="34" charset="-122"/>
                <a:cs typeface="Courier New" pitchFamily="34" charset="-120"/>
              </a:rPr>
              <a:t>MISSION MAP</a:t>
            </a:r>
            <a:endParaRPr lang="en-US" sz="1000" dirty="0"/>
          </a:p>
        </p:txBody>
      </p:sp>
      <p:sp>
        <p:nvSpPr>
          <p:cNvPr id="23" name="Shape 12"/>
          <p:cNvSpPr/>
          <p:nvPr/>
        </p:nvSpPr>
        <p:spPr>
          <a:xfrm>
            <a:off x="969264" y="5513832"/>
            <a:ext cx="6400800" cy="0"/>
          </a:xfrm>
          <a:prstGeom prst="line">
            <a:avLst/>
          </a:prstGeom>
          <a:noFill/>
          <a:ln w="38100">
            <a:solidFill>
              <a:srgbClr val="3A4370"/>
            </a:solidFill>
            <a:prstDash val="dash"/>
          </a:ln>
        </p:spPr>
      </p:sp>
      <p:sp>
        <p:nvSpPr>
          <p:cNvPr id="24" name="Shape 13"/>
          <p:cNvSpPr/>
          <p:nvPr/>
        </p:nvSpPr>
        <p:spPr>
          <a:xfrm>
            <a:off x="685800" y="5230368"/>
            <a:ext cx="566928" cy="566928"/>
          </a:xfrm>
          <a:prstGeom prst="ellipse">
            <a:avLst/>
          </a:prstGeom>
          <a:solidFill>
            <a:srgbClr val="4BF0A0"/>
          </a:solidFill>
          <a:ln w="25400">
            <a:solidFill>
              <a:srgbClr val="4BF0A0"/>
            </a:solidFill>
            <a:prstDash val="solid"/>
          </a:ln>
        </p:spPr>
      </p:sp>
      <p:pic>
        <p:nvPicPr>
          <p:cNvPr id="25" name="Image 9" descr="/tmp/claude-0/-home-user-ashton212123/6ae88841-e158-5430-ba3a-d930461fce9f/scratchpad/build/assets/icons/FaCheck_0A0F24.png">    </p:cNvPr>
          <p:cNvPicPr>
            <a:picLocks noChangeAspect="1"/>
          </p:cNvPicPr>
          <p:nvPr/>
        </p:nvPicPr>
        <p:blipFill>
          <a:blip r:embed="rId10"/>
          <a:stretch>
            <a:fillRect/>
          </a:stretch>
        </p:blipFill>
        <p:spPr>
          <a:xfrm>
            <a:off x="821863" y="5366431"/>
            <a:ext cx="294803" cy="294803"/>
          </a:xfrm>
          <a:prstGeom prst="rect">
            <a:avLst/>
          </a:prstGeom>
        </p:spPr>
      </p:pic>
      <p:sp>
        <p:nvSpPr>
          <p:cNvPr id="26" name="Text 14"/>
          <p:cNvSpPr txBox="1"/>
          <p:nvPr/>
        </p:nvSpPr>
        <p:spPr>
          <a:xfrm>
            <a:off x="237744" y="5852160"/>
            <a:ext cx="1463040" cy="256032"/>
          </a:xfrm>
          <a:prstGeom prst="rect">
            <a:avLst/>
          </a:prstGeom>
          <a:noFill/>
          <a:ln/>
        </p:spPr>
        <p:txBody>
          <a:bodyPr wrap="square" lIns="0" tIns="0" rIns="0" bIns="0" rtlCol="0" anchor="t"/>
          <a:lstStyle/>
          <a:p>
            <a:pPr algn="ctr" indent="0" marL="0">
              <a:buNone/>
            </a:pPr>
            <a:r>
              <a:rPr lang="en-US" sz="900" b="1" dirty="0">
                <a:solidFill>
                  <a:srgbClr val="4BF0A0"/>
                </a:solidFill>
                <a:latin typeface="Courier New" pitchFamily="34" charset="0"/>
                <a:ea typeface="Courier New" pitchFamily="34" charset="-122"/>
                <a:cs typeface="Courier New" pitchFamily="34" charset="-120"/>
              </a:rPr>
              <a:t>SCIENCE</a:t>
            </a:r>
            <a:endParaRPr lang="en-US" sz="900" dirty="0"/>
          </a:p>
        </p:txBody>
      </p:sp>
      <p:sp>
        <p:nvSpPr>
          <p:cNvPr id="27" name="Shape 15"/>
          <p:cNvSpPr/>
          <p:nvPr/>
        </p:nvSpPr>
        <p:spPr>
          <a:xfrm>
            <a:off x="2286000" y="5230368"/>
            <a:ext cx="566928" cy="566928"/>
          </a:xfrm>
          <a:prstGeom prst="ellipse">
            <a:avLst/>
          </a:prstGeom>
          <a:solidFill>
            <a:srgbClr val="4BF0A0"/>
          </a:solidFill>
          <a:ln w="25400">
            <a:solidFill>
              <a:srgbClr val="4BF0A0"/>
            </a:solidFill>
            <a:prstDash val="solid"/>
          </a:ln>
        </p:spPr>
      </p:sp>
      <p:pic>
        <p:nvPicPr>
          <p:cNvPr id="28" name="Image 10" descr="/tmp/claude-0/-home-user-ashton212123/6ae88841-e158-5430-ba3a-d930461fce9f/scratchpad/build/assets/icons/FaCheck_0A0F24.png">    </p:cNvPr>
          <p:cNvPicPr>
            <a:picLocks noChangeAspect="1"/>
          </p:cNvPicPr>
          <p:nvPr/>
        </p:nvPicPr>
        <p:blipFill>
          <a:blip r:embed="rId11"/>
          <a:stretch>
            <a:fillRect/>
          </a:stretch>
        </p:blipFill>
        <p:spPr>
          <a:xfrm>
            <a:off x="2422063" y="5366431"/>
            <a:ext cx="294803" cy="294803"/>
          </a:xfrm>
          <a:prstGeom prst="rect">
            <a:avLst/>
          </a:prstGeom>
        </p:spPr>
      </p:pic>
      <p:sp>
        <p:nvSpPr>
          <p:cNvPr id="29" name="Text 16"/>
          <p:cNvSpPr txBox="1"/>
          <p:nvPr/>
        </p:nvSpPr>
        <p:spPr>
          <a:xfrm>
            <a:off x="1837944" y="5852160"/>
            <a:ext cx="1463040" cy="256032"/>
          </a:xfrm>
          <a:prstGeom prst="rect">
            <a:avLst/>
          </a:prstGeom>
          <a:noFill/>
          <a:ln/>
        </p:spPr>
        <p:txBody>
          <a:bodyPr wrap="square" lIns="0" tIns="0" rIns="0" bIns="0" rtlCol="0" anchor="t"/>
          <a:lstStyle/>
          <a:p>
            <a:pPr algn="ctr" indent="0" marL="0">
              <a:buNone/>
            </a:pPr>
            <a:r>
              <a:rPr lang="en-US" sz="900" b="1" dirty="0">
                <a:solidFill>
                  <a:srgbClr val="4BF0A0"/>
                </a:solidFill>
                <a:latin typeface="Courier New" pitchFamily="34" charset="0"/>
                <a:ea typeface="Courier New" pitchFamily="34" charset="-122"/>
                <a:cs typeface="Courier New" pitchFamily="34" charset="-120"/>
              </a:rPr>
              <a:t>HISTORY</a:t>
            </a:r>
            <a:endParaRPr lang="en-US" sz="900" dirty="0"/>
          </a:p>
        </p:txBody>
      </p:sp>
      <p:sp>
        <p:nvSpPr>
          <p:cNvPr id="30" name="Shape 17"/>
          <p:cNvSpPr/>
          <p:nvPr/>
        </p:nvSpPr>
        <p:spPr>
          <a:xfrm>
            <a:off x="3886200" y="5230368"/>
            <a:ext cx="566928" cy="566928"/>
          </a:xfrm>
          <a:prstGeom prst="ellipse">
            <a:avLst/>
          </a:prstGeom>
          <a:solidFill>
            <a:srgbClr val="4BF0A0"/>
          </a:solidFill>
          <a:ln w="25400">
            <a:solidFill>
              <a:srgbClr val="4BF0A0"/>
            </a:solidFill>
            <a:prstDash val="solid"/>
          </a:ln>
        </p:spPr>
      </p:sp>
      <p:pic>
        <p:nvPicPr>
          <p:cNvPr id="31" name="Image 11" descr="/tmp/claude-0/-home-user-ashton212123/6ae88841-e158-5430-ba3a-d930461fce9f/scratchpad/build/assets/icons/FaCheck_0A0F24.png">    </p:cNvPr>
          <p:cNvPicPr>
            <a:picLocks noChangeAspect="1"/>
          </p:cNvPicPr>
          <p:nvPr/>
        </p:nvPicPr>
        <p:blipFill>
          <a:blip r:embed="rId12"/>
          <a:stretch>
            <a:fillRect/>
          </a:stretch>
        </p:blipFill>
        <p:spPr>
          <a:xfrm>
            <a:off x="4022263" y="5366431"/>
            <a:ext cx="294803" cy="294803"/>
          </a:xfrm>
          <a:prstGeom prst="rect">
            <a:avLst/>
          </a:prstGeom>
        </p:spPr>
      </p:pic>
      <p:sp>
        <p:nvSpPr>
          <p:cNvPr id="32" name="Text 18"/>
          <p:cNvSpPr txBox="1"/>
          <p:nvPr/>
        </p:nvSpPr>
        <p:spPr>
          <a:xfrm>
            <a:off x="3438144" y="5852160"/>
            <a:ext cx="1463040" cy="256032"/>
          </a:xfrm>
          <a:prstGeom prst="rect">
            <a:avLst/>
          </a:prstGeom>
          <a:noFill/>
          <a:ln/>
        </p:spPr>
        <p:txBody>
          <a:bodyPr wrap="square" lIns="0" tIns="0" rIns="0" bIns="0" rtlCol="0" anchor="t"/>
          <a:lstStyle/>
          <a:p>
            <a:pPr algn="ctr" indent="0" marL="0">
              <a:buNone/>
            </a:pPr>
            <a:r>
              <a:rPr lang="en-US" sz="900" b="1" dirty="0">
                <a:solidFill>
                  <a:srgbClr val="4BF0A0"/>
                </a:solidFill>
                <a:latin typeface="Courier New" pitchFamily="34" charset="0"/>
                <a:ea typeface="Courier New" pitchFamily="34" charset="-122"/>
                <a:cs typeface="Courier New" pitchFamily="34" charset="-120"/>
              </a:rPr>
              <a:t>FUN ZONE</a:t>
            </a:r>
            <a:endParaRPr lang="en-US" sz="900" dirty="0"/>
          </a:p>
        </p:txBody>
      </p:sp>
      <p:sp>
        <p:nvSpPr>
          <p:cNvPr id="33" name="Shape 19"/>
          <p:cNvSpPr/>
          <p:nvPr/>
        </p:nvSpPr>
        <p:spPr>
          <a:xfrm>
            <a:off x="5486400" y="5230368"/>
            <a:ext cx="566928" cy="566928"/>
          </a:xfrm>
          <a:prstGeom prst="ellipse">
            <a:avLst/>
          </a:prstGeom>
          <a:solidFill>
            <a:srgbClr val="4BF0A0"/>
          </a:solidFill>
          <a:ln w="25400">
            <a:solidFill>
              <a:srgbClr val="4BF0A0"/>
            </a:solidFill>
            <a:prstDash val="solid"/>
          </a:ln>
        </p:spPr>
      </p:sp>
      <p:pic>
        <p:nvPicPr>
          <p:cNvPr id="34" name="Image 12" descr="/tmp/claude-0/-home-user-ashton212123/6ae88841-e158-5430-ba3a-d930461fce9f/scratchpad/build/assets/icons/FaCheck_0A0F24.png">    </p:cNvPr>
          <p:cNvPicPr>
            <a:picLocks noChangeAspect="1"/>
          </p:cNvPicPr>
          <p:nvPr/>
        </p:nvPicPr>
        <p:blipFill>
          <a:blip r:embed="rId13"/>
          <a:stretch>
            <a:fillRect/>
          </a:stretch>
        </p:blipFill>
        <p:spPr>
          <a:xfrm>
            <a:off x="5622463" y="5366431"/>
            <a:ext cx="294803" cy="294803"/>
          </a:xfrm>
          <a:prstGeom prst="rect">
            <a:avLst/>
          </a:prstGeom>
        </p:spPr>
      </p:pic>
      <p:sp>
        <p:nvSpPr>
          <p:cNvPr id="35" name="Text 20"/>
          <p:cNvSpPr txBox="1"/>
          <p:nvPr/>
        </p:nvSpPr>
        <p:spPr>
          <a:xfrm>
            <a:off x="5038344" y="5852160"/>
            <a:ext cx="1463040" cy="256032"/>
          </a:xfrm>
          <a:prstGeom prst="rect">
            <a:avLst/>
          </a:prstGeom>
          <a:noFill/>
          <a:ln/>
        </p:spPr>
        <p:txBody>
          <a:bodyPr wrap="square" lIns="0" tIns="0" rIns="0" bIns="0" rtlCol="0" anchor="t"/>
          <a:lstStyle/>
          <a:p>
            <a:pPr algn="ctr" indent="0" marL="0">
              <a:buNone/>
            </a:pPr>
            <a:r>
              <a:rPr lang="en-US" sz="900" b="1" dirty="0">
                <a:solidFill>
                  <a:srgbClr val="4BF0A0"/>
                </a:solidFill>
                <a:latin typeface="Courier New" pitchFamily="34" charset="0"/>
                <a:ea typeface="Courier New" pitchFamily="34" charset="-122"/>
                <a:cs typeface="Courier New" pitchFamily="34" charset="-120"/>
              </a:rPr>
              <a:t>WORLD</a:t>
            </a:r>
            <a:endParaRPr lang="en-US" sz="900" dirty="0"/>
          </a:p>
        </p:txBody>
      </p:sp>
      <p:sp>
        <p:nvSpPr>
          <p:cNvPr id="36" name="Shape 21"/>
          <p:cNvSpPr/>
          <p:nvPr/>
        </p:nvSpPr>
        <p:spPr>
          <a:xfrm>
            <a:off x="7086600" y="5230368"/>
            <a:ext cx="566928" cy="566928"/>
          </a:xfrm>
          <a:prstGeom prst="ellipse">
            <a:avLst/>
          </a:prstGeom>
          <a:solidFill>
            <a:srgbClr val="1A2353"/>
          </a:solidFill>
          <a:ln w="31750">
            <a:solidFill>
              <a:srgbClr val="F72585"/>
            </a:solidFill>
            <a:prstDash val="solid"/>
          </a:ln>
          <a:effectLst>
            <a:outerShdw sx="100000" sy="100000" kx="0" ky="0" algn="bl" rotWithShape="0" blurRad="152400" dist="50800" dir="5400000">
              <a:srgbClr val="F72585">
                <a:alpha val="45000"/>
              </a:srgbClr>
            </a:outerShdw>
          </a:effectLst>
        </p:spPr>
      </p:sp>
      <p:pic>
        <p:nvPicPr>
          <p:cNvPr id="37" name="Image 13" descr="/tmp/claude-0/-home-user-ashton212123/6ae88841-e158-5430-ba3a-d930461fce9f/scratchpad/build/assets/icons/FaBug_F72585.png">    </p:cNvPr>
          <p:cNvPicPr>
            <a:picLocks noChangeAspect="1"/>
          </p:cNvPicPr>
          <p:nvPr/>
        </p:nvPicPr>
        <p:blipFill>
          <a:blip r:embed="rId14"/>
          <a:stretch>
            <a:fillRect/>
          </a:stretch>
        </p:blipFill>
        <p:spPr>
          <a:xfrm>
            <a:off x="7199986" y="5343754"/>
            <a:ext cx="340157" cy="340157"/>
          </a:xfrm>
          <a:prstGeom prst="rect">
            <a:avLst/>
          </a:prstGeom>
        </p:spPr>
      </p:pic>
      <p:sp>
        <p:nvSpPr>
          <p:cNvPr id="38" name="Text 22"/>
          <p:cNvSpPr txBox="1"/>
          <p:nvPr/>
        </p:nvSpPr>
        <p:spPr>
          <a:xfrm>
            <a:off x="6638544" y="5852160"/>
            <a:ext cx="1463040" cy="256032"/>
          </a:xfrm>
          <a:prstGeom prst="rect">
            <a:avLst/>
          </a:prstGeom>
          <a:noFill/>
          <a:ln/>
        </p:spPr>
        <p:txBody>
          <a:bodyPr wrap="square" lIns="0" tIns="0" rIns="0" bIns="0" rtlCol="0" anchor="t"/>
          <a:lstStyle/>
          <a:p>
            <a:pPr algn="ctr" indent="0" marL="0">
              <a:buNone/>
            </a:pPr>
            <a:r>
              <a:rPr lang="en-US" sz="900" b="1" dirty="0">
                <a:solidFill>
                  <a:srgbClr val="F72585"/>
                </a:solidFill>
                <a:latin typeface="Courier New" pitchFamily="34" charset="0"/>
                <a:ea typeface="Courier New" pitchFamily="34" charset="-122"/>
                <a:cs typeface="Courier New" pitchFamily="34" charset="-120"/>
              </a:rPr>
              <a:t>CORE</a:t>
            </a:r>
            <a:endParaRPr lang="en-US" sz="900" dirty="0"/>
          </a:p>
        </p:txBody>
      </p:sp>
      <p:sp>
        <p:nvSpPr>
          <p:cNvPr id="39" name="Link - FACE NULL">
            <a:hlinkClick r:id="rId18" action="ppaction://hlinksldjump" highlightClick="1"/>
          </p:cNvPr>
          <p:cNvSpPr txBox="1"/>
          <p:nvPr/>
        </p:nvSpPr>
        <p:spPr>
          <a:xfrm>
            <a:off x="9144000" y="5257800"/>
            <a:ext cx="2587752" cy="731520"/>
          </a:xfrm>
          <a:prstGeom prst="roundRect">
            <a:avLst>
              <a:gd name="adj" fmla="val 12500"/>
            </a:avLst>
          </a:prstGeom>
          <a:solidFill>
            <a:srgbClr val="F72585"/>
          </a:solidFill>
          <a:ln w="25400">
            <a:solidFill>
              <a:srgbClr val="F72585"/>
            </a:solidFill>
          </a:ln>
          <a:effectLst>
            <a:outerShdw sx="100000" sy="100000" kx="0" ky="0" algn="bl" rotWithShape="0" blurRad="177800" dist="50800" dir="5400000">
              <a:srgbClr val="F72585">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FACE NULL</a:t>
            </a:r>
            <a:endParaRPr lang="en-US" sz="1600" dirty="0"/>
          </a:p>
        </p:txBody>
      </p:sp>
    </p:spTree>
  </p:cSld>
  <p:clrMapOvr>
    <a:masterClrMapping/>
  </p:clrMapOvr>
  <p:transition spd="med" advClick="0">
    <p:fade/>
  </p:transition>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72585"/>
                </a:solidFill>
                <a:latin typeface="Courier New" pitchFamily="34" charset="0"/>
                <a:ea typeface="Courier New" pitchFamily="34" charset="-122"/>
                <a:cs typeface="Courier New" pitchFamily="34" charset="-120"/>
              </a:rPr>
              <a:t>&gt; ENTERING NULL'S CORE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7"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Shape 4"/>
          <p:cNvSpPr/>
          <p:nvPr/>
        </p:nvSpPr>
        <p:spPr>
          <a:xfrm>
            <a:off x="548640" y="1097280"/>
            <a:ext cx="1828800" cy="1828800"/>
          </a:xfrm>
          <a:prstGeom prst="ellipse">
            <a:avLst/>
          </a:prstGeom>
          <a:solidFill>
            <a:srgbClr val="1A2353"/>
          </a:solidFill>
          <a:ln w="38100">
            <a:solidFill>
              <a:srgbClr val="F72585"/>
            </a:solidFill>
            <a:prstDash val="solid"/>
          </a:ln>
          <a:effectLst>
            <a:outerShdw sx="100000" sy="100000" kx="0" ky="0" algn="bl" rotWithShape="0" blurRad="152400" dist="50800" dir="5400000">
              <a:srgbClr val="F72585">
                <a:alpha val="45000"/>
              </a:srgbClr>
            </a:outerShdw>
          </a:effectLst>
        </p:spPr>
      </p:sp>
      <p:pic>
        <p:nvPicPr>
          <p:cNvPr id="14" name="Image 7" descr="/tmp/claude-0/-home-user-ashton212123/6ae88841-e158-5430-ba3a-d930461fce9f/scratchpad/build/assets/icons/FaBug_F72585.png">    </p:cNvPr>
          <p:cNvPicPr>
            <a:picLocks noChangeAspect="1"/>
          </p:cNvPicPr>
          <p:nvPr/>
        </p:nvPicPr>
        <p:blipFill>
          <a:blip r:embed="rId8"/>
          <a:stretch>
            <a:fillRect/>
          </a:stretch>
        </p:blipFill>
        <p:spPr>
          <a:xfrm>
            <a:off x="950976" y="1499616"/>
            <a:ext cx="1024128" cy="1024128"/>
          </a:xfrm>
          <a:prstGeom prst="rect">
            <a:avLst/>
          </a:prstGeom>
        </p:spPr>
      </p:pic>
      <p:sp>
        <p:nvSpPr>
          <p:cNvPr id="15" name="Text 5"/>
          <p:cNvSpPr txBox="1"/>
          <p:nvPr/>
        </p:nvSpPr>
        <p:spPr>
          <a:xfrm>
            <a:off x="2743200" y="1115568"/>
            <a:ext cx="5486400" cy="365760"/>
          </a:xfrm>
          <a:prstGeom prst="rect">
            <a:avLst/>
          </a:prstGeom>
          <a:noFill/>
          <a:ln/>
        </p:spPr>
        <p:txBody>
          <a:bodyPr wrap="square" lIns="0" tIns="0" rIns="0" bIns="0" rtlCol="0" anchor="t"/>
          <a:lstStyle/>
          <a:p>
            <a:pPr indent="0" marL="0">
              <a:buNone/>
            </a:pPr>
            <a:r>
              <a:rPr lang="en-US" sz="1600" b="1" dirty="0">
                <a:solidFill>
                  <a:srgbClr val="F72585"/>
                </a:solidFill>
                <a:latin typeface="Courier New" pitchFamily="34" charset="0"/>
                <a:ea typeface="Courier New" pitchFamily="34" charset="-122"/>
                <a:cs typeface="Courier New" pitchFamily="34" charset="-120"/>
              </a:rPr>
              <a:t>FINAL SECTOR</a:t>
            </a:r>
            <a:endParaRPr lang="en-US" sz="1600" dirty="0"/>
          </a:p>
        </p:txBody>
      </p:sp>
      <p:sp>
        <p:nvSpPr>
          <p:cNvPr id="16" name="Text 6"/>
          <p:cNvSpPr txBox="1"/>
          <p:nvPr/>
        </p:nvSpPr>
        <p:spPr>
          <a:xfrm>
            <a:off x="2743200" y="1463040"/>
            <a:ext cx="8988552" cy="777240"/>
          </a:xfrm>
          <a:prstGeom prst="rect">
            <a:avLst/>
          </a:prstGeom>
          <a:noFill/>
          <a:ln/>
        </p:spPr>
        <p:txBody>
          <a:bodyPr wrap="square" lIns="0" tIns="0" rIns="0" bIns="0" rtlCol="0" anchor="t"/>
          <a:lstStyle/>
          <a:p>
            <a:pPr indent="0" marL="0">
              <a:buNone/>
            </a:pPr>
            <a:r>
              <a:rPr lang="en-US" sz="3600" dirty="0">
                <a:solidFill>
                  <a:srgbClr val="EAF2FF"/>
                </a:solidFill>
                <a:latin typeface="Arial Black" pitchFamily="34" charset="0"/>
                <a:ea typeface="Arial Black" pitchFamily="34" charset="-122"/>
                <a:cs typeface="Arial Black" pitchFamily="34" charset="-120"/>
              </a:rPr>
              <a:t>NULL'S CORE</a:t>
            </a:r>
            <a:endParaRPr lang="en-US" sz="3600" dirty="0"/>
          </a:p>
        </p:txBody>
      </p:sp>
      <p:sp>
        <p:nvSpPr>
          <p:cNvPr id="17" name="Text 7"/>
          <p:cNvSpPr txBox="1"/>
          <p:nvPr/>
        </p:nvSpPr>
        <p:spPr>
          <a:xfrm>
            <a:off x="2743200" y="2267712"/>
            <a:ext cx="8988552" cy="365760"/>
          </a:xfrm>
          <a:prstGeom prst="rect">
            <a:avLst/>
          </a:prstGeom>
          <a:noFill/>
          <a:ln/>
        </p:spPr>
        <p:txBody>
          <a:bodyPr wrap="square" lIns="0" tIns="0" rIns="0" bIns="0" rtlCol="0" anchor="t"/>
          <a:lstStyle/>
          <a:p>
            <a:pPr indent="0" marL="0">
              <a:buNone/>
            </a:pPr>
            <a:r>
              <a:rPr lang="en-US" sz="1600" dirty="0">
                <a:solidFill>
                  <a:srgbClr val="9AA6D9"/>
                </a:solidFill>
                <a:latin typeface="Calibri" pitchFamily="34" charset="0"/>
                <a:ea typeface="Calibri" pitchFamily="34" charset="-122"/>
                <a:cs typeface="Calibri" pitchFamily="34" charset="-120"/>
              </a:rPr>
              <a:t>Topic: Final Challenge: Think Before You Click</a:t>
            </a:r>
            <a:endParaRPr lang="en-US" sz="1600" dirty="0"/>
          </a:p>
        </p:txBody>
      </p:sp>
      <p:pic>
        <p:nvPicPr>
          <p:cNvPr id="18" name="Image 8" descr="/tmp/claude-0/-home-user-ashton212123/6ae88841-e158-5430-ba3a-d930461fce9f/scratchpad/build/assets/null.png">    </p:cNvPr>
          <p:cNvPicPr>
            <a:picLocks noChangeAspect="1"/>
          </p:cNvPicPr>
          <p:nvPr/>
        </p:nvPicPr>
        <p:blipFill>
          <a:blip r:embed="rId9"/>
          <a:stretch>
            <a:fillRect/>
          </a:stretch>
        </p:blipFill>
        <p:spPr>
          <a:xfrm>
            <a:off x="548640" y="3246120"/>
            <a:ext cx="1828800" cy="1737360"/>
          </a:xfrm>
          <a:prstGeom prst="rect">
            <a:avLst/>
          </a:prstGeom>
        </p:spPr>
      </p:pic>
      <p:sp>
        <p:nvSpPr>
          <p:cNvPr id="19" name="Shape 8"/>
          <p:cNvSpPr/>
          <p:nvPr/>
        </p:nvSpPr>
        <p:spPr>
          <a:xfrm>
            <a:off x="2743200" y="3017520"/>
            <a:ext cx="8988552" cy="1600200"/>
          </a:xfrm>
          <a:prstGeom prst="roundRect">
            <a:avLst>
              <a:gd name="adj" fmla="val 6857"/>
            </a:avLst>
          </a:prstGeom>
          <a:solidFill>
            <a:srgbClr val="121A3F">
              <a:alpha val="94000"/>
            </a:srgbClr>
          </a:solidFill>
          <a:ln w="22225">
            <a:solidFill>
              <a:srgbClr val="2DE2E6"/>
            </a:solidFill>
            <a:prstDash val="solid"/>
          </a:ln>
          <a:effectLst>
            <a:outerShdw sx="100000" sy="100000" kx="0" ky="0" algn="bl" rotWithShape="0" blurRad="203200" dist="50800" dir="5400000">
              <a:srgbClr val="2DE2E6">
                <a:alpha val="45000"/>
              </a:srgbClr>
            </a:outerShdw>
          </a:effectLst>
        </p:spPr>
      </p:sp>
      <p:sp>
        <p:nvSpPr>
          <p:cNvPr id="20" name="Text 9"/>
          <p:cNvSpPr txBox="1"/>
          <p:nvPr/>
        </p:nvSpPr>
        <p:spPr>
          <a:xfrm>
            <a:off x="3017520" y="2816352"/>
            <a:ext cx="1188720" cy="384048"/>
          </a:xfrm>
          <a:prstGeom prst="roundRect">
            <a:avLst>
              <a:gd name="adj" fmla="val 14286"/>
            </a:avLst>
          </a:prstGeom>
          <a:solidFill>
            <a:srgbClr val="2DE2E6"/>
          </a:solidFill>
          <a:ln/>
        </p:spPr>
        <p:txBody>
          <a:bodyPr wrap="square" lIns="0" tIns="0" rIns="0" bIns="0" rtlCol="0" anchor="ctr"/>
          <a:lstStyle/>
          <a:p>
            <a:pPr algn="ctr" indent="0" marL="0">
              <a:buNone/>
            </a:pPr>
            <a:r>
              <a:rPr lang="en-US" sz="1300" b="1" dirty="0">
                <a:solidFill>
                  <a:srgbClr val="0A0F24"/>
                </a:solidFill>
                <a:latin typeface="Courier New" pitchFamily="34" charset="0"/>
                <a:ea typeface="Courier New" pitchFamily="34" charset="-122"/>
                <a:cs typeface="Courier New" pitchFamily="34" charset="-120"/>
              </a:rPr>
              <a:t>BYTE</a:t>
            </a:r>
            <a:endParaRPr lang="en-US" sz="1300" dirty="0"/>
          </a:p>
        </p:txBody>
      </p:sp>
      <p:sp>
        <p:nvSpPr>
          <p:cNvPr id="21" name="Text 10"/>
          <p:cNvSpPr txBox="1"/>
          <p:nvPr/>
        </p:nvSpPr>
        <p:spPr>
          <a:xfrm>
            <a:off x="3063240" y="3364992"/>
            <a:ext cx="8348472" cy="1097280"/>
          </a:xfrm>
          <a:prstGeom prst="rect">
            <a:avLst/>
          </a:prstGeom>
          <a:noFill/>
          <a:ln/>
        </p:spPr>
        <p:txBody>
          <a:bodyPr wrap="square" lIns="0" tIns="0" rIns="0" bIns="0" rtlCol="0" anchor="t"/>
          <a:lstStyle/>
          <a:p>
            <a:pPr indent="0" marL="0">
              <a:spcAft>
                <a:spcPts val="400"/>
              </a:spcAft>
              <a:buNone/>
            </a:pPr>
            <a:r>
              <a:rPr lang="en-US" sz="1600" dirty="0">
                <a:solidFill>
                  <a:srgbClr val="EAF2FF"/>
                </a:solidFill>
                <a:latin typeface="Calibri" pitchFamily="34" charset="0"/>
                <a:ea typeface="Calibri" pitchFamily="34" charset="-122"/>
                <a:cs typeface="Calibri" pitchFamily="34" charset="-120"/>
              </a:rPr>
              <a:t>You made it to the heart of the system! NULL guards the ESC Gate here. Beat NULL's final question, then use your 4 Code Fragments to unlock the gate. Don't lose your shields now!</a:t>
            </a:r>
            <a:endParaRPr lang="en-US" sz="1600" dirty="0"/>
          </a:p>
        </p:txBody>
      </p:sp>
      <p:sp>
        <p:nvSpPr>
          <p:cNvPr id="22" name="Text 11"/>
          <p:cNvSpPr txBox="1"/>
          <p:nvPr/>
        </p:nvSpPr>
        <p:spPr>
          <a:xfrm>
            <a:off x="548640" y="4892040"/>
            <a:ext cx="2743200" cy="274320"/>
          </a:xfrm>
          <a:prstGeom prst="rect">
            <a:avLst/>
          </a:prstGeom>
          <a:noFill/>
          <a:ln/>
        </p:spPr>
        <p:txBody>
          <a:bodyPr wrap="square" lIns="0" tIns="0" rIns="0" bIns="0" rtlCol="0" anchor="t"/>
          <a:lstStyle/>
          <a:p>
            <a:pPr indent="0" marL="0">
              <a:buNone/>
            </a:pPr>
            <a:r>
              <a:rPr lang="en-US" sz="1000" b="1" dirty="0">
                <a:solidFill>
                  <a:srgbClr val="9AA6D9"/>
                </a:solidFill>
                <a:latin typeface="Courier New" pitchFamily="34" charset="0"/>
                <a:ea typeface="Courier New" pitchFamily="34" charset="-122"/>
                <a:cs typeface="Courier New" pitchFamily="34" charset="-120"/>
              </a:rPr>
              <a:t>MISSION MAP</a:t>
            </a:r>
            <a:endParaRPr lang="en-US" sz="1000" dirty="0"/>
          </a:p>
        </p:txBody>
      </p:sp>
      <p:sp>
        <p:nvSpPr>
          <p:cNvPr id="23" name="Shape 12"/>
          <p:cNvSpPr/>
          <p:nvPr/>
        </p:nvSpPr>
        <p:spPr>
          <a:xfrm>
            <a:off x="969264" y="5513832"/>
            <a:ext cx="6400800" cy="0"/>
          </a:xfrm>
          <a:prstGeom prst="line">
            <a:avLst/>
          </a:prstGeom>
          <a:noFill/>
          <a:ln w="38100">
            <a:solidFill>
              <a:srgbClr val="3A4370"/>
            </a:solidFill>
            <a:prstDash val="dash"/>
          </a:ln>
        </p:spPr>
      </p:sp>
      <p:sp>
        <p:nvSpPr>
          <p:cNvPr id="24" name="Shape 13"/>
          <p:cNvSpPr/>
          <p:nvPr/>
        </p:nvSpPr>
        <p:spPr>
          <a:xfrm>
            <a:off x="685800" y="5230368"/>
            <a:ext cx="566928" cy="566928"/>
          </a:xfrm>
          <a:prstGeom prst="ellipse">
            <a:avLst/>
          </a:prstGeom>
          <a:solidFill>
            <a:srgbClr val="4BF0A0"/>
          </a:solidFill>
          <a:ln w="25400">
            <a:solidFill>
              <a:srgbClr val="4BF0A0"/>
            </a:solidFill>
            <a:prstDash val="solid"/>
          </a:ln>
        </p:spPr>
      </p:sp>
      <p:pic>
        <p:nvPicPr>
          <p:cNvPr id="25" name="Image 9" descr="/tmp/claude-0/-home-user-ashton212123/6ae88841-e158-5430-ba3a-d930461fce9f/scratchpad/build/assets/icons/FaCheck_0A0F24.png">    </p:cNvPr>
          <p:cNvPicPr>
            <a:picLocks noChangeAspect="1"/>
          </p:cNvPicPr>
          <p:nvPr/>
        </p:nvPicPr>
        <p:blipFill>
          <a:blip r:embed="rId10"/>
          <a:stretch>
            <a:fillRect/>
          </a:stretch>
        </p:blipFill>
        <p:spPr>
          <a:xfrm>
            <a:off x="821863" y="5366431"/>
            <a:ext cx="294803" cy="294803"/>
          </a:xfrm>
          <a:prstGeom prst="rect">
            <a:avLst/>
          </a:prstGeom>
        </p:spPr>
      </p:pic>
      <p:sp>
        <p:nvSpPr>
          <p:cNvPr id="26" name="Text 14"/>
          <p:cNvSpPr txBox="1"/>
          <p:nvPr/>
        </p:nvSpPr>
        <p:spPr>
          <a:xfrm>
            <a:off x="237744" y="5852160"/>
            <a:ext cx="1463040" cy="256032"/>
          </a:xfrm>
          <a:prstGeom prst="rect">
            <a:avLst/>
          </a:prstGeom>
          <a:noFill/>
          <a:ln/>
        </p:spPr>
        <p:txBody>
          <a:bodyPr wrap="square" lIns="0" tIns="0" rIns="0" bIns="0" rtlCol="0" anchor="t"/>
          <a:lstStyle/>
          <a:p>
            <a:pPr algn="ctr" indent="0" marL="0">
              <a:buNone/>
            </a:pPr>
            <a:r>
              <a:rPr lang="en-US" sz="900" b="1" dirty="0">
                <a:solidFill>
                  <a:srgbClr val="4BF0A0"/>
                </a:solidFill>
                <a:latin typeface="Courier New" pitchFamily="34" charset="0"/>
                <a:ea typeface="Courier New" pitchFamily="34" charset="-122"/>
                <a:cs typeface="Courier New" pitchFamily="34" charset="-120"/>
              </a:rPr>
              <a:t>SCIENCE</a:t>
            </a:r>
            <a:endParaRPr lang="en-US" sz="900" dirty="0"/>
          </a:p>
        </p:txBody>
      </p:sp>
      <p:sp>
        <p:nvSpPr>
          <p:cNvPr id="27" name="Shape 15"/>
          <p:cNvSpPr/>
          <p:nvPr/>
        </p:nvSpPr>
        <p:spPr>
          <a:xfrm>
            <a:off x="2286000" y="5230368"/>
            <a:ext cx="566928" cy="566928"/>
          </a:xfrm>
          <a:prstGeom prst="ellipse">
            <a:avLst/>
          </a:prstGeom>
          <a:solidFill>
            <a:srgbClr val="4BF0A0"/>
          </a:solidFill>
          <a:ln w="25400">
            <a:solidFill>
              <a:srgbClr val="4BF0A0"/>
            </a:solidFill>
            <a:prstDash val="solid"/>
          </a:ln>
        </p:spPr>
      </p:sp>
      <p:pic>
        <p:nvPicPr>
          <p:cNvPr id="28" name="Image 10" descr="/tmp/claude-0/-home-user-ashton212123/6ae88841-e158-5430-ba3a-d930461fce9f/scratchpad/build/assets/icons/FaCheck_0A0F24.png">    </p:cNvPr>
          <p:cNvPicPr>
            <a:picLocks noChangeAspect="1"/>
          </p:cNvPicPr>
          <p:nvPr/>
        </p:nvPicPr>
        <p:blipFill>
          <a:blip r:embed="rId11"/>
          <a:stretch>
            <a:fillRect/>
          </a:stretch>
        </p:blipFill>
        <p:spPr>
          <a:xfrm>
            <a:off x="2422063" y="5366431"/>
            <a:ext cx="294803" cy="294803"/>
          </a:xfrm>
          <a:prstGeom prst="rect">
            <a:avLst/>
          </a:prstGeom>
        </p:spPr>
      </p:pic>
      <p:sp>
        <p:nvSpPr>
          <p:cNvPr id="29" name="Text 16"/>
          <p:cNvSpPr txBox="1"/>
          <p:nvPr/>
        </p:nvSpPr>
        <p:spPr>
          <a:xfrm>
            <a:off x="1837944" y="5852160"/>
            <a:ext cx="1463040" cy="256032"/>
          </a:xfrm>
          <a:prstGeom prst="rect">
            <a:avLst/>
          </a:prstGeom>
          <a:noFill/>
          <a:ln/>
        </p:spPr>
        <p:txBody>
          <a:bodyPr wrap="square" lIns="0" tIns="0" rIns="0" bIns="0" rtlCol="0" anchor="t"/>
          <a:lstStyle/>
          <a:p>
            <a:pPr algn="ctr" indent="0" marL="0">
              <a:buNone/>
            </a:pPr>
            <a:r>
              <a:rPr lang="en-US" sz="900" b="1" dirty="0">
                <a:solidFill>
                  <a:srgbClr val="4BF0A0"/>
                </a:solidFill>
                <a:latin typeface="Courier New" pitchFamily="34" charset="0"/>
                <a:ea typeface="Courier New" pitchFamily="34" charset="-122"/>
                <a:cs typeface="Courier New" pitchFamily="34" charset="-120"/>
              </a:rPr>
              <a:t>HISTORY</a:t>
            </a:r>
            <a:endParaRPr lang="en-US" sz="900" dirty="0"/>
          </a:p>
        </p:txBody>
      </p:sp>
      <p:sp>
        <p:nvSpPr>
          <p:cNvPr id="30" name="Shape 17"/>
          <p:cNvSpPr/>
          <p:nvPr/>
        </p:nvSpPr>
        <p:spPr>
          <a:xfrm>
            <a:off x="3886200" y="5230368"/>
            <a:ext cx="566928" cy="566928"/>
          </a:xfrm>
          <a:prstGeom prst="ellipse">
            <a:avLst/>
          </a:prstGeom>
          <a:solidFill>
            <a:srgbClr val="4BF0A0"/>
          </a:solidFill>
          <a:ln w="25400">
            <a:solidFill>
              <a:srgbClr val="4BF0A0"/>
            </a:solidFill>
            <a:prstDash val="solid"/>
          </a:ln>
        </p:spPr>
      </p:sp>
      <p:pic>
        <p:nvPicPr>
          <p:cNvPr id="31" name="Image 11" descr="/tmp/claude-0/-home-user-ashton212123/6ae88841-e158-5430-ba3a-d930461fce9f/scratchpad/build/assets/icons/FaCheck_0A0F24.png">    </p:cNvPr>
          <p:cNvPicPr>
            <a:picLocks noChangeAspect="1"/>
          </p:cNvPicPr>
          <p:nvPr/>
        </p:nvPicPr>
        <p:blipFill>
          <a:blip r:embed="rId12"/>
          <a:stretch>
            <a:fillRect/>
          </a:stretch>
        </p:blipFill>
        <p:spPr>
          <a:xfrm>
            <a:off x="4022263" y="5366431"/>
            <a:ext cx="294803" cy="294803"/>
          </a:xfrm>
          <a:prstGeom prst="rect">
            <a:avLst/>
          </a:prstGeom>
        </p:spPr>
      </p:pic>
      <p:sp>
        <p:nvSpPr>
          <p:cNvPr id="32" name="Text 18"/>
          <p:cNvSpPr txBox="1"/>
          <p:nvPr/>
        </p:nvSpPr>
        <p:spPr>
          <a:xfrm>
            <a:off x="3438144" y="5852160"/>
            <a:ext cx="1463040" cy="256032"/>
          </a:xfrm>
          <a:prstGeom prst="rect">
            <a:avLst/>
          </a:prstGeom>
          <a:noFill/>
          <a:ln/>
        </p:spPr>
        <p:txBody>
          <a:bodyPr wrap="square" lIns="0" tIns="0" rIns="0" bIns="0" rtlCol="0" anchor="t"/>
          <a:lstStyle/>
          <a:p>
            <a:pPr algn="ctr" indent="0" marL="0">
              <a:buNone/>
            </a:pPr>
            <a:r>
              <a:rPr lang="en-US" sz="900" b="1" dirty="0">
                <a:solidFill>
                  <a:srgbClr val="4BF0A0"/>
                </a:solidFill>
                <a:latin typeface="Courier New" pitchFamily="34" charset="0"/>
                <a:ea typeface="Courier New" pitchFamily="34" charset="-122"/>
                <a:cs typeface="Courier New" pitchFamily="34" charset="-120"/>
              </a:rPr>
              <a:t>FUN ZONE</a:t>
            </a:r>
            <a:endParaRPr lang="en-US" sz="900" dirty="0"/>
          </a:p>
        </p:txBody>
      </p:sp>
      <p:sp>
        <p:nvSpPr>
          <p:cNvPr id="33" name="Shape 19"/>
          <p:cNvSpPr/>
          <p:nvPr/>
        </p:nvSpPr>
        <p:spPr>
          <a:xfrm>
            <a:off x="5486400" y="5230368"/>
            <a:ext cx="566928" cy="566928"/>
          </a:xfrm>
          <a:prstGeom prst="ellipse">
            <a:avLst/>
          </a:prstGeom>
          <a:solidFill>
            <a:srgbClr val="4BF0A0"/>
          </a:solidFill>
          <a:ln w="25400">
            <a:solidFill>
              <a:srgbClr val="4BF0A0"/>
            </a:solidFill>
            <a:prstDash val="solid"/>
          </a:ln>
        </p:spPr>
      </p:sp>
      <p:pic>
        <p:nvPicPr>
          <p:cNvPr id="34" name="Image 12" descr="/tmp/claude-0/-home-user-ashton212123/6ae88841-e158-5430-ba3a-d930461fce9f/scratchpad/build/assets/icons/FaCheck_0A0F24.png">    </p:cNvPr>
          <p:cNvPicPr>
            <a:picLocks noChangeAspect="1"/>
          </p:cNvPicPr>
          <p:nvPr/>
        </p:nvPicPr>
        <p:blipFill>
          <a:blip r:embed="rId13"/>
          <a:stretch>
            <a:fillRect/>
          </a:stretch>
        </p:blipFill>
        <p:spPr>
          <a:xfrm>
            <a:off x="5622463" y="5366431"/>
            <a:ext cx="294803" cy="294803"/>
          </a:xfrm>
          <a:prstGeom prst="rect">
            <a:avLst/>
          </a:prstGeom>
        </p:spPr>
      </p:pic>
      <p:sp>
        <p:nvSpPr>
          <p:cNvPr id="35" name="Text 20"/>
          <p:cNvSpPr txBox="1"/>
          <p:nvPr/>
        </p:nvSpPr>
        <p:spPr>
          <a:xfrm>
            <a:off x="5038344" y="5852160"/>
            <a:ext cx="1463040" cy="256032"/>
          </a:xfrm>
          <a:prstGeom prst="rect">
            <a:avLst/>
          </a:prstGeom>
          <a:noFill/>
          <a:ln/>
        </p:spPr>
        <p:txBody>
          <a:bodyPr wrap="square" lIns="0" tIns="0" rIns="0" bIns="0" rtlCol="0" anchor="t"/>
          <a:lstStyle/>
          <a:p>
            <a:pPr algn="ctr" indent="0" marL="0">
              <a:buNone/>
            </a:pPr>
            <a:r>
              <a:rPr lang="en-US" sz="900" b="1" dirty="0">
                <a:solidFill>
                  <a:srgbClr val="4BF0A0"/>
                </a:solidFill>
                <a:latin typeface="Courier New" pitchFamily="34" charset="0"/>
                <a:ea typeface="Courier New" pitchFamily="34" charset="-122"/>
                <a:cs typeface="Courier New" pitchFamily="34" charset="-120"/>
              </a:rPr>
              <a:t>WORLD</a:t>
            </a:r>
            <a:endParaRPr lang="en-US" sz="900" dirty="0"/>
          </a:p>
        </p:txBody>
      </p:sp>
      <p:sp>
        <p:nvSpPr>
          <p:cNvPr id="36" name="Shape 21"/>
          <p:cNvSpPr/>
          <p:nvPr/>
        </p:nvSpPr>
        <p:spPr>
          <a:xfrm>
            <a:off x="7086600" y="5230368"/>
            <a:ext cx="566928" cy="566928"/>
          </a:xfrm>
          <a:prstGeom prst="ellipse">
            <a:avLst/>
          </a:prstGeom>
          <a:solidFill>
            <a:srgbClr val="1A2353"/>
          </a:solidFill>
          <a:ln w="31750">
            <a:solidFill>
              <a:srgbClr val="F72585"/>
            </a:solidFill>
            <a:prstDash val="solid"/>
          </a:ln>
          <a:effectLst>
            <a:outerShdw sx="100000" sy="100000" kx="0" ky="0" algn="bl" rotWithShape="0" blurRad="152400" dist="50800" dir="5400000">
              <a:srgbClr val="F72585">
                <a:alpha val="45000"/>
              </a:srgbClr>
            </a:outerShdw>
          </a:effectLst>
        </p:spPr>
      </p:sp>
      <p:pic>
        <p:nvPicPr>
          <p:cNvPr id="37" name="Image 13" descr="/tmp/claude-0/-home-user-ashton212123/6ae88841-e158-5430-ba3a-d930461fce9f/scratchpad/build/assets/icons/FaBug_F72585.png">    </p:cNvPr>
          <p:cNvPicPr>
            <a:picLocks noChangeAspect="1"/>
          </p:cNvPicPr>
          <p:nvPr/>
        </p:nvPicPr>
        <p:blipFill>
          <a:blip r:embed="rId14"/>
          <a:stretch>
            <a:fillRect/>
          </a:stretch>
        </p:blipFill>
        <p:spPr>
          <a:xfrm>
            <a:off x="7199986" y="5343754"/>
            <a:ext cx="340157" cy="340157"/>
          </a:xfrm>
          <a:prstGeom prst="rect">
            <a:avLst/>
          </a:prstGeom>
        </p:spPr>
      </p:pic>
      <p:sp>
        <p:nvSpPr>
          <p:cNvPr id="38" name="Text 22"/>
          <p:cNvSpPr txBox="1"/>
          <p:nvPr/>
        </p:nvSpPr>
        <p:spPr>
          <a:xfrm>
            <a:off x="6638544" y="5852160"/>
            <a:ext cx="1463040" cy="256032"/>
          </a:xfrm>
          <a:prstGeom prst="rect">
            <a:avLst/>
          </a:prstGeom>
          <a:noFill/>
          <a:ln/>
        </p:spPr>
        <p:txBody>
          <a:bodyPr wrap="square" lIns="0" tIns="0" rIns="0" bIns="0" rtlCol="0" anchor="t"/>
          <a:lstStyle/>
          <a:p>
            <a:pPr algn="ctr" indent="0" marL="0">
              <a:buNone/>
            </a:pPr>
            <a:r>
              <a:rPr lang="en-US" sz="900" b="1" dirty="0">
                <a:solidFill>
                  <a:srgbClr val="F72585"/>
                </a:solidFill>
                <a:latin typeface="Courier New" pitchFamily="34" charset="0"/>
                <a:ea typeface="Courier New" pitchFamily="34" charset="-122"/>
                <a:cs typeface="Courier New" pitchFamily="34" charset="-120"/>
              </a:rPr>
              <a:t>CORE</a:t>
            </a:r>
            <a:endParaRPr lang="en-US" sz="900" dirty="0"/>
          </a:p>
        </p:txBody>
      </p:sp>
      <p:sp>
        <p:nvSpPr>
          <p:cNvPr id="39" name="Link - FACE NULL">
            <a:hlinkClick r:id="rId18" action="ppaction://hlinksldjump" highlightClick="1"/>
          </p:cNvPr>
          <p:cNvSpPr txBox="1"/>
          <p:nvPr/>
        </p:nvSpPr>
        <p:spPr>
          <a:xfrm>
            <a:off x="9144000" y="5257800"/>
            <a:ext cx="2587752" cy="731520"/>
          </a:xfrm>
          <a:prstGeom prst="roundRect">
            <a:avLst>
              <a:gd name="adj" fmla="val 12500"/>
            </a:avLst>
          </a:prstGeom>
          <a:solidFill>
            <a:srgbClr val="F72585"/>
          </a:solidFill>
          <a:ln w="25400">
            <a:solidFill>
              <a:srgbClr val="F72585"/>
            </a:solidFill>
          </a:ln>
          <a:effectLst>
            <a:outerShdw sx="100000" sy="100000" kx="0" ky="0" algn="bl" rotWithShape="0" blurRad="177800" dist="50800" dir="5400000">
              <a:srgbClr val="F72585">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FACE NULL</a:t>
            </a:r>
            <a:endParaRPr lang="en-US" sz="1600" dirty="0"/>
          </a:p>
        </p:txBody>
      </p:sp>
    </p:spTree>
  </p:cSld>
  <p:clrMapOvr>
    <a:masterClrMapping/>
  </p:clrMapOvr>
  <p:transition spd="med" advClick="0">
    <p:fade/>
  </p:transition>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72585"/>
                </a:solidFill>
                <a:latin typeface="Courier New" pitchFamily="34" charset="0"/>
                <a:ea typeface="Courier New" pitchFamily="34" charset="-122"/>
                <a:cs typeface="Courier New" pitchFamily="34" charset="-120"/>
              </a:rPr>
              <a:t>&gt; NULL'S CORE // FINAL GATE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1"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FINAL QUESTION</a:t>
            </a:r>
            <a:endParaRPr lang="en-US" sz="1300" dirty="0"/>
          </a:p>
        </p:txBody>
      </p:sp>
      <p:pic>
        <p:nvPicPr>
          <p:cNvPr id="14" name="Image 7" descr="/tmp/claude-0/-home-user-ashton212123/6ae88841-e158-5430-ba3a-d930461fce9f/scratchpad/build/assets/null.png">    </p:cNvPr>
          <p:cNvPicPr>
            <a:picLocks noChangeAspect="1"/>
          </p:cNvPicPr>
          <p:nvPr/>
        </p:nvPicPr>
        <p:blipFill>
          <a:blip r:embed="rId8"/>
          <a:stretch>
            <a:fillRect/>
          </a:stretch>
        </p:blipFill>
        <p:spPr>
          <a:xfrm>
            <a:off x="411480" y="1508760"/>
            <a:ext cx="1508760" cy="1435608"/>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NULL: "Before you leave, answer THIS! When my 'FREE PHONE' pop-up appeared, what SHOULD you have done?"</a:t>
            </a:r>
            <a:endParaRPr lang="en-US" sz="2200" dirty="0"/>
          </a:p>
        </p:txBody>
      </p:sp>
      <p:sp>
        <p:nvSpPr>
          <p:cNvPr id="17" name="Link - Answer A">
            <a:hlinkClick r:id="rId12" action="ppaction://hlinksldjump" highlightClick="1"/>
          </p:cNvPr>
          <p:cNvSpPr txBox="1"/>
          <p:nvPr/>
        </p:nvSpPr>
        <p:spPr>
          <a:xfrm>
            <a:off x="457200" y="3474720"/>
            <a:ext cx="5486400" cy="1234440"/>
          </a:xfrm>
          <a:prstGeom prst="roundRect">
            <a:avLst>
              <a:gd name="adj" fmla="val 7407"/>
            </a:avLst>
          </a:prstGeom>
          <a:solidFill>
            <a:srgbClr val="1A2353"/>
          </a:solidFill>
          <a:ln w="22225">
            <a:solidFill>
              <a:srgbClr val="F72585"/>
            </a:solidFill>
          </a:ln>
        </p:spPr>
        <p:txBody>
          <a:bodyPr wrap="square" lIns="863600" tIns="50800" rIns="127000" bIns="50800" rtlCol="0" anchor="ctr"/>
          <a:lstStyle/>
          <a:p>
            <a:pPr algn="l" indent="0" marL="0">
              <a:buNone/>
            </a:pPr>
            <a:r>
              <a:rPr lang="en-US" sz="1600" dirty="0">
                <a:solidFill>
                  <a:srgbClr val="EAF2FF"/>
                </a:solidFill>
                <a:latin typeface="Calibri" pitchFamily="34" charset="0"/>
                <a:ea typeface="Calibri" pitchFamily="34" charset="-122"/>
                <a:cs typeface="Calibri" pitchFamily="34" charset="-120"/>
              </a:rPr>
              <a:t>Click it fast before it disappears</a:t>
            </a:r>
            <a:endParaRPr lang="en-US" sz="1600" dirty="0"/>
          </a:p>
        </p:txBody>
      </p:sp>
      <p:sp>
        <p:nvSpPr>
          <p:cNvPr id="18" name="Link - Answer A badge">
            <a:hlinkClick r:id="rId12" action="ppaction://hlinksldjump" highlightClick="1"/>
          </p:cNvPr>
          <p:cNvSpPr txBox="1"/>
          <p:nvPr/>
        </p:nvSpPr>
        <p:spPr>
          <a:xfrm>
            <a:off x="658368" y="3817620"/>
            <a:ext cx="548640" cy="548640"/>
          </a:xfrm>
          <a:prstGeom prst="ellipse">
            <a:avLst/>
          </a:prstGeom>
          <a:solidFill>
            <a:srgbClr val="F72585"/>
          </a:solidFill>
          <a:ln w="12700">
            <a:solidFill>
              <a:srgbClr val="F7258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19" name="Link - Answer B">
            <a:hlinkClick r:id="rId12" action="ppaction://hlinksldjump" highlightClick="1"/>
          </p:cNvPr>
          <p:cNvSpPr txBox="1"/>
          <p:nvPr/>
        </p:nvSpPr>
        <p:spPr>
          <a:xfrm>
            <a:off x="6245352" y="3474720"/>
            <a:ext cx="5486400" cy="1234440"/>
          </a:xfrm>
          <a:prstGeom prst="roundRect">
            <a:avLst>
              <a:gd name="adj" fmla="val 7407"/>
            </a:avLst>
          </a:prstGeom>
          <a:solidFill>
            <a:srgbClr val="1A2353"/>
          </a:solidFill>
          <a:ln w="22225">
            <a:solidFill>
              <a:srgbClr val="F72585"/>
            </a:solidFill>
          </a:ln>
        </p:spPr>
        <p:txBody>
          <a:bodyPr wrap="square" lIns="863600" tIns="50800" rIns="127000" bIns="50800" rtlCol="0" anchor="ctr"/>
          <a:lstStyle/>
          <a:p>
            <a:pPr algn="l" indent="0" marL="0">
              <a:buNone/>
            </a:pPr>
            <a:r>
              <a:rPr lang="en-US" sz="1600" dirty="0">
                <a:solidFill>
                  <a:srgbClr val="EAF2FF"/>
                </a:solidFill>
                <a:latin typeface="Calibri" pitchFamily="34" charset="0"/>
                <a:ea typeface="Calibri" pitchFamily="34" charset="-122"/>
                <a:cs typeface="Calibri" pitchFamily="34" charset="-120"/>
              </a:rPr>
              <a:t>Share it so your friends can win too</a:t>
            </a:r>
            <a:endParaRPr lang="en-US" sz="1600" dirty="0"/>
          </a:p>
        </p:txBody>
      </p:sp>
      <p:sp>
        <p:nvSpPr>
          <p:cNvPr id="20" name="Link - Answer B badge">
            <a:hlinkClick r:id="rId12" action="ppaction://hlinksldjump" highlightClick="1"/>
          </p:cNvPr>
          <p:cNvSpPr txBox="1"/>
          <p:nvPr/>
        </p:nvSpPr>
        <p:spPr>
          <a:xfrm>
            <a:off x="6446520" y="3817620"/>
            <a:ext cx="548640" cy="548640"/>
          </a:xfrm>
          <a:prstGeom prst="ellipse">
            <a:avLst/>
          </a:prstGeom>
          <a:solidFill>
            <a:srgbClr val="F72585"/>
          </a:solidFill>
          <a:ln w="12700">
            <a:solidFill>
              <a:srgbClr val="F7258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
        <p:nvSpPr>
          <p:cNvPr id="21" name="Link - Answer C">
            <a:hlinkClick r:id="rId13" action="ppaction://hlinksldjump" highlightClick="1"/>
          </p:cNvPr>
          <p:cNvSpPr txBox="1"/>
          <p:nvPr/>
        </p:nvSpPr>
        <p:spPr>
          <a:xfrm>
            <a:off x="457200" y="4892040"/>
            <a:ext cx="5486400" cy="1234440"/>
          </a:xfrm>
          <a:prstGeom prst="roundRect">
            <a:avLst>
              <a:gd name="adj" fmla="val 7407"/>
            </a:avLst>
          </a:prstGeom>
          <a:solidFill>
            <a:srgbClr val="1A2353"/>
          </a:solidFill>
          <a:ln w="22225">
            <a:solidFill>
              <a:srgbClr val="F72585"/>
            </a:solidFill>
          </a:ln>
        </p:spPr>
        <p:txBody>
          <a:bodyPr wrap="square" lIns="863600" tIns="50800" rIns="127000" bIns="50800" rtlCol="0" anchor="ctr"/>
          <a:lstStyle/>
          <a:p>
            <a:pPr algn="l" indent="0" marL="0">
              <a:buNone/>
            </a:pPr>
            <a:r>
              <a:rPr lang="en-US" sz="1600" dirty="0">
                <a:solidFill>
                  <a:srgbClr val="EAF2FF"/>
                </a:solidFill>
                <a:latin typeface="Calibri" pitchFamily="34" charset="0"/>
                <a:ea typeface="Calibri" pitchFamily="34" charset="-122"/>
                <a:cs typeface="Calibri" pitchFamily="34" charset="-120"/>
              </a:rPr>
              <a:t>Close it without clicking and run an antivirus scan</a:t>
            </a:r>
            <a:endParaRPr lang="en-US" sz="1600" dirty="0"/>
          </a:p>
        </p:txBody>
      </p:sp>
      <p:sp>
        <p:nvSpPr>
          <p:cNvPr id="22" name="Link - Answer C badge">
            <a:hlinkClick r:id="rId13" action="ppaction://hlinksldjump" highlightClick="1"/>
          </p:cNvPr>
          <p:cNvSpPr txBox="1"/>
          <p:nvPr/>
        </p:nvSpPr>
        <p:spPr>
          <a:xfrm>
            <a:off x="658368" y="5234940"/>
            <a:ext cx="548640" cy="548640"/>
          </a:xfrm>
          <a:prstGeom prst="ellipse">
            <a:avLst/>
          </a:prstGeom>
          <a:solidFill>
            <a:srgbClr val="F72585"/>
          </a:solidFill>
          <a:ln w="12700">
            <a:solidFill>
              <a:srgbClr val="F7258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sp>
        <p:nvSpPr>
          <p:cNvPr id="23" name="Link - Answer D">
            <a:hlinkClick r:id="rId12" action="ppaction://hlinksldjump" highlightClick="1"/>
          </p:cNvPr>
          <p:cNvSpPr txBox="1"/>
          <p:nvPr/>
        </p:nvSpPr>
        <p:spPr>
          <a:xfrm>
            <a:off x="6245352" y="4892040"/>
            <a:ext cx="5486400" cy="1234440"/>
          </a:xfrm>
          <a:prstGeom prst="roundRect">
            <a:avLst>
              <a:gd name="adj" fmla="val 7407"/>
            </a:avLst>
          </a:prstGeom>
          <a:solidFill>
            <a:srgbClr val="1A2353"/>
          </a:solidFill>
          <a:ln w="22225">
            <a:solidFill>
              <a:srgbClr val="F72585"/>
            </a:solidFill>
          </a:ln>
        </p:spPr>
        <p:txBody>
          <a:bodyPr wrap="square" lIns="863600" tIns="50800" rIns="127000" bIns="50800" rtlCol="0" anchor="ctr"/>
          <a:lstStyle/>
          <a:p>
            <a:pPr algn="l" indent="0" marL="0">
              <a:buNone/>
            </a:pPr>
            <a:r>
              <a:rPr lang="en-US" sz="1600" dirty="0">
                <a:solidFill>
                  <a:srgbClr val="EAF2FF"/>
                </a:solidFill>
                <a:latin typeface="Calibri" pitchFamily="34" charset="0"/>
                <a:ea typeface="Calibri" pitchFamily="34" charset="-122"/>
                <a:cs typeface="Calibri" pitchFamily="34" charset="-120"/>
              </a:rPr>
              <a:t>Type your name and address to claim it</a:t>
            </a:r>
            <a:endParaRPr lang="en-US" sz="1600" dirty="0"/>
          </a:p>
        </p:txBody>
      </p:sp>
      <p:sp>
        <p:nvSpPr>
          <p:cNvPr id="24" name="Link - Answer D badge">
            <a:hlinkClick r:id="rId12" action="ppaction://hlinksldjump" highlightClick="1"/>
          </p:cNvPr>
          <p:cNvSpPr txBox="1"/>
          <p:nvPr/>
        </p:nvSpPr>
        <p:spPr>
          <a:xfrm>
            <a:off x="6446520" y="5234940"/>
            <a:ext cx="548640" cy="548640"/>
          </a:xfrm>
          <a:prstGeom prst="ellipse">
            <a:avLst/>
          </a:prstGeom>
          <a:solidFill>
            <a:srgbClr val="F72585"/>
          </a:solidFill>
          <a:ln w="12700">
            <a:solidFill>
              <a:srgbClr val="F7258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spTree>
  </p:cSld>
  <p:clrMapOvr>
    <a:masterClrMapping/>
  </p:clrMapOvr>
  <p:transition spd="med" advClick="0">
    <p:fade/>
  </p:transition>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72585"/>
                </a:solidFill>
                <a:latin typeface="Courier New" pitchFamily="34" charset="0"/>
                <a:ea typeface="Courier New" pitchFamily="34" charset="-122"/>
                <a:cs typeface="Courier New" pitchFamily="34" charset="-120"/>
              </a:rPr>
              <a:t>&gt; NULL'S CORE // FINAL GATE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1"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FINAL QUESTION</a:t>
            </a:r>
            <a:endParaRPr lang="en-US" sz="1300" dirty="0"/>
          </a:p>
        </p:txBody>
      </p:sp>
      <p:pic>
        <p:nvPicPr>
          <p:cNvPr id="14" name="Image 7" descr="/tmp/claude-0/-home-user-ashton212123/6ae88841-e158-5430-ba3a-d930461fce9f/scratchpad/build/assets/null.png">    </p:cNvPr>
          <p:cNvPicPr>
            <a:picLocks noChangeAspect="1"/>
          </p:cNvPicPr>
          <p:nvPr/>
        </p:nvPicPr>
        <p:blipFill>
          <a:blip r:embed="rId8"/>
          <a:stretch>
            <a:fillRect/>
          </a:stretch>
        </p:blipFill>
        <p:spPr>
          <a:xfrm>
            <a:off x="411480" y="1508760"/>
            <a:ext cx="1508760" cy="1435608"/>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NULL: "Before you leave, answer THIS! When my 'FREE PHONE' pop-up appeared, what SHOULD you have done?"</a:t>
            </a:r>
            <a:endParaRPr lang="en-US" sz="2200" dirty="0"/>
          </a:p>
        </p:txBody>
      </p:sp>
      <p:sp>
        <p:nvSpPr>
          <p:cNvPr id="17" name="Link - Answer A">
            <a:hlinkClick r:id="rId12" action="ppaction://hlinksldjump" highlightClick="1"/>
          </p:cNvPr>
          <p:cNvSpPr txBox="1"/>
          <p:nvPr/>
        </p:nvSpPr>
        <p:spPr>
          <a:xfrm>
            <a:off x="457200" y="3474720"/>
            <a:ext cx="5486400" cy="1234440"/>
          </a:xfrm>
          <a:prstGeom prst="roundRect">
            <a:avLst>
              <a:gd name="adj" fmla="val 7407"/>
            </a:avLst>
          </a:prstGeom>
          <a:solidFill>
            <a:srgbClr val="1A2353"/>
          </a:solidFill>
          <a:ln w="22225">
            <a:solidFill>
              <a:srgbClr val="F72585"/>
            </a:solidFill>
          </a:ln>
        </p:spPr>
        <p:txBody>
          <a:bodyPr wrap="square" lIns="863600" tIns="50800" rIns="127000" bIns="50800" rtlCol="0" anchor="ctr"/>
          <a:lstStyle/>
          <a:p>
            <a:pPr algn="l" indent="0" marL="0">
              <a:buNone/>
            </a:pPr>
            <a:r>
              <a:rPr lang="en-US" sz="1600" dirty="0">
                <a:solidFill>
                  <a:srgbClr val="EAF2FF"/>
                </a:solidFill>
                <a:latin typeface="Calibri" pitchFamily="34" charset="0"/>
                <a:ea typeface="Calibri" pitchFamily="34" charset="-122"/>
                <a:cs typeface="Calibri" pitchFamily="34" charset="-120"/>
              </a:rPr>
              <a:t>Click it fast before it disappears</a:t>
            </a:r>
            <a:endParaRPr lang="en-US" sz="1600" dirty="0"/>
          </a:p>
        </p:txBody>
      </p:sp>
      <p:sp>
        <p:nvSpPr>
          <p:cNvPr id="18" name="Link - Answer A badge">
            <a:hlinkClick r:id="rId12" action="ppaction://hlinksldjump" highlightClick="1"/>
          </p:cNvPr>
          <p:cNvSpPr txBox="1"/>
          <p:nvPr/>
        </p:nvSpPr>
        <p:spPr>
          <a:xfrm>
            <a:off x="658368" y="3817620"/>
            <a:ext cx="548640" cy="548640"/>
          </a:xfrm>
          <a:prstGeom prst="ellipse">
            <a:avLst/>
          </a:prstGeom>
          <a:solidFill>
            <a:srgbClr val="F72585"/>
          </a:solidFill>
          <a:ln w="12700">
            <a:solidFill>
              <a:srgbClr val="F7258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19" name="Link - Answer B">
            <a:hlinkClick r:id="rId12" action="ppaction://hlinksldjump" highlightClick="1"/>
          </p:cNvPr>
          <p:cNvSpPr txBox="1"/>
          <p:nvPr/>
        </p:nvSpPr>
        <p:spPr>
          <a:xfrm>
            <a:off x="6245352" y="3474720"/>
            <a:ext cx="5486400" cy="1234440"/>
          </a:xfrm>
          <a:prstGeom prst="roundRect">
            <a:avLst>
              <a:gd name="adj" fmla="val 7407"/>
            </a:avLst>
          </a:prstGeom>
          <a:solidFill>
            <a:srgbClr val="1A2353"/>
          </a:solidFill>
          <a:ln w="22225">
            <a:solidFill>
              <a:srgbClr val="F72585"/>
            </a:solidFill>
          </a:ln>
        </p:spPr>
        <p:txBody>
          <a:bodyPr wrap="square" lIns="863600" tIns="50800" rIns="127000" bIns="50800" rtlCol="0" anchor="ctr"/>
          <a:lstStyle/>
          <a:p>
            <a:pPr algn="l" indent="0" marL="0">
              <a:buNone/>
            </a:pPr>
            <a:r>
              <a:rPr lang="en-US" sz="1600" dirty="0">
                <a:solidFill>
                  <a:srgbClr val="EAF2FF"/>
                </a:solidFill>
                <a:latin typeface="Calibri" pitchFamily="34" charset="0"/>
                <a:ea typeface="Calibri" pitchFamily="34" charset="-122"/>
                <a:cs typeface="Calibri" pitchFamily="34" charset="-120"/>
              </a:rPr>
              <a:t>Share it so your friends can win too</a:t>
            </a:r>
            <a:endParaRPr lang="en-US" sz="1600" dirty="0"/>
          </a:p>
        </p:txBody>
      </p:sp>
      <p:sp>
        <p:nvSpPr>
          <p:cNvPr id="20" name="Link - Answer B badge">
            <a:hlinkClick r:id="rId12" action="ppaction://hlinksldjump" highlightClick="1"/>
          </p:cNvPr>
          <p:cNvSpPr txBox="1"/>
          <p:nvPr/>
        </p:nvSpPr>
        <p:spPr>
          <a:xfrm>
            <a:off x="6446520" y="3817620"/>
            <a:ext cx="548640" cy="548640"/>
          </a:xfrm>
          <a:prstGeom prst="ellipse">
            <a:avLst/>
          </a:prstGeom>
          <a:solidFill>
            <a:srgbClr val="F72585"/>
          </a:solidFill>
          <a:ln w="12700">
            <a:solidFill>
              <a:srgbClr val="F7258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
        <p:nvSpPr>
          <p:cNvPr id="21" name="Link - Answer C">
            <a:hlinkClick r:id="rId13" action="ppaction://hlinksldjump" highlightClick="1"/>
          </p:cNvPr>
          <p:cNvSpPr txBox="1"/>
          <p:nvPr/>
        </p:nvSpPr>
        <p:spPr>
          <a:xfrm>
            <a:off x="457200" y="4892040"/>
            <a:ext cx="5486400" cy="1234440"/>
          </a:xfrm>
          <a:prstGeom prst="roundRect">
            <a:avLst>
              <a:gd name="adj" fmla="val 7407"/>
            </a:avLst>
          </a:prstGeom>
          <a:solidFill>
            <a:srgbClr val="1A2353"/>
          </a:solidFill>
          <a:ln w="22225">
            <a:solidFill>
              <a:srgbClr val="F72585"/>
            </a:solidFill>
          </a:ln>
        </p:spPr>
        <p:txBody>
          <a:bodyPr wrap="square" lIns="863600" tIns="50800" rIns="127000" bIns="50800" rtlCol="0" anchor="ctr"/>
          <a:lstStyle/>
          <a:p>
            <a:pPr algn="l" indent="0" marL="0">
              <a:buNone/>
            </a:pPr>
            <a:r>
              <a:rPr lang="en-US" sz="1600" dirty="0">
                <a:solidFill>
                  <a:srgbClr val="EAF2FF"/>
                </a:solidFill>
                <a:latin typeface="Calibri" pitchFamily="34" charset="0"/>
                <a:ea typeface="Calibri" pitchFamily="34" charset="-122"/>
                <a:cs typeface="Calibri" pitchFamily="34" charset="-120"/>
              </a:rPr>
              <a:t>Close it without clicking and run an antivirus scan</a:t>
            </a:r>
            <a:endParaRPr lang="en-US" sz="1600" dirty="0"/>
          </a:p>
        </p:txBody>
      </p:sp>
      <p:sp>
        <p:nvSpPr>
          <p:cNvPr id="22" name="Link - Answer C badge">
            <a:hlinkClick r:id="rId13" action="ppaction://hlinksldjump" highlightClick="1"/>
          </p:cNvPr>
          <p:cNvSpPr txBox="1"/>
          <p:nvPr/>
        </p:nvSpPr>
        <p:spPr>
          <a:xfrm>
            <a:off x="658368" y="5234940"/>
            <a:ext cx="548640" cy="548640"/>
          </a:xfrm>
          <a:prstGeom prst="ellipse">
            <a:avLst/>
          </a:prstGeom>
          <a:solidFill>
            <a:srgbClr val="F72585"/>
          </a:solidFill>
          <a:ln w="12700">
            <a:solidFill>
              <a:srgbClr val="F7258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sp>
        <p:nvSpPr>
          <p:cNvPr id="23" name="Link - Answer D">
            <a:hlinkClick r:id="rId12" action="ppaction://hlinksldjump" highlightClick="1"/>
          </p:cNvPr>
          <p:cNvSpPr txBox="1"/>
          <p:nvPr/>
        </p:nvSpPr>
        <p:spPr>
          <a:xfrm>
            <a:off x="6245352" y="4892040"/>
            <a:ext cx="5486400" cy="1234440"/>
          </a:xfrm>
          <a:prstGeom prst="roundRect">
            <a:avLst>
              <a:gd name="adj" fmla="val 7407"/>
            </a:avLst>
          </a:prstGeom>
          <a:solidFill>
            <a:srgbClr val="1A2353"/>
          </a:solidFill>
          <a:ln w="22225">
            <a:solidFill>
              <a:srgbClr val="F72585"/>
            </a:solidFill>
          </a:ln>
        </p:spPr>
        <p:txBody>
          <a:bodyPr wrap="square" lIns="863600" tIns="50800" rIns="127000" bIns="50800" rtlCol="0" anchor="ctr"/>
          <a:lstStyle/>
          <a:p>
            <a:pPr algn="l" indent="0" marL="0">
              <a:buNone/>
            </a:pPr>
            <a:r>
              <a:rPr lang="en-US" sz="1600" dirty="0">
                <a:solidFill>
                  <a:srgbClr val="EAF2FF"/>
                </a:solidFill>
                <a:latin typeface="Calibri" pitchFamily="34" charset="0"/>
                <a:ea typeface="Calibri" pitchFamily="34" charset="-122"/>
                <a:cs typeface="Calibri" pitchFamily="34" charset="-120"/>
              </a:rPr>
              <a:t>Type your name and address to claim it</a:t>
            </a:r>
            <a:endParaRPr lang="en-US" sz="1600" dirty="0"/>
          </a:p>
        </p:txBody>
      </p:sp>
      <p:sp>
        <p:nvSpPr>
          <p:cNvPr id="24" name="Link - Answer D badge">
            <a:hlinkClick r:id="rId12" action="ppaction://hlinksldjump" highlightClick="1"/>
          </p:cNvPr>
          <p:cNvSpPr txBox="1"/>
          <p:nvPr/>
        </p:nvSpPr>
        <p:spPr>
          <a:xfrm>
            <a:off x="6446520" y="5234940"/>
            <a:ext cx="548640" cy="548640"/>
          </a:xfrm>
          <a:prstGeom prst="ellipse">
            <a:avLst/>
          </a:prstGeom>
          <a:solidFill>
            <a:srgbClr val="F72585"/>
          </a:solidFill>
          <a:ln w="12700">
            <a:solidFill>
              <a:srgbClr val="F7258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spTree>
  </p:cSld>
  <p:clrMapOvr>
    <a:masterClrMapping/>
  </p:clrMapOvr>
  <p:transition spd="med" advClick="0">
    <p:fade/>
  </p:transition>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72585"/>
                </a:solidFill>
                <a:latin typeface="Courier New" pitchFamily="34" charset="0"/>
                <a:ea typeface="Courier New" pitchFamily="34" charset="-122"/>
                <a:cs typeface="Courier New" pitchFamily="34" charset="-120"/>
              </a:rPr>
              <a:t>&gt; NULL'S CORE // FINAL GATE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1"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FINAL QUESTION</a:t>
            </a:r>
            <a:endParaRPr lang="en-US" sz="1300" dirty="0"/>
          </a:p>
        </p:txBody>
      </p:sp>
      <p:pic>
        <p:nvPicPr>
          <p:cNvPr id="14" name="Image 7" descr="/tmp/claude-0/-home-user-ashton212123/6ae88841-e158-5430-ba3a-d930461fce9f/scratchpad/build/assets/null.png">    </p:cNvPr>
          <p:cNvPicPr>
            <a:picLocks noChangeAspect="1"/>
          </p:cNvPicPr>
          <p:nvPr/>
        </p:nvPicPr>
        <p:blipFill>
          <a:blip r:embed="rId8"/>
          <a:stretch>
            <a:fillRect/>
          </a:stretch>
        </p:blipFill>
        <p:spPr>
          <a:xfrm>
            <a:off x="411480" y="1508760"/>
            <a:ext cx="1508760" cy="1435608"/>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NULL: "Before you leave, answer THIS! When my 'FREE PHONE' pop-up appeared, what SHOULD you have done?"</a:t>
            </a:r>
            <a:endParaRPr lang="en-US" sz="2200" dirty="0"/>
          </a:p>
        </p:txBody>
      </p:sp>
      <p:sp>
        <p:nvSpPr>
          <p:cNvPr id="17" name="Link - Answer A">
            <a:hlinkClick r:id="rId12" action="ppaction://hlinksldjump" highlightClick="1"/>
          </p:cNvPr>
          <p:cNvSpPr txBox="1"/>
          <p:nvPr/>
        </p:nvSpPr>
        <p:spPr>
          <a:xfrm>
            <a:off x="457200" y="3474720"/>
            <a:ext cx="5486400" cy="1234440"/>
          </a:xfrm>
          <a:prstGeom prst="roundRect">
            <a:avLst>
              <a:gd name="adj" fmla="val 7407"/>
            </a:avLst>
          </a:prstGeom>
          <a:solidFill>
            <a:srgbClr val="1A2353"/>
          </a:solidFill>
          <a:ln w="22225">
            <a:solidFill>
              <a:srgbClr val="F72585"/>
            </a:solidFill>
          </a:ln>
        </p:spPr>
        <p:txBody>
          <a:bodyPr wrap="square" lIns="863600" tIns="50800" rIns="127000" bIns="50800" rtlCol="0" anchor="ctr"/>
          <a:lstStyle/>
          <a:p>
            <a:pPr algn="l" indent="0" marL="0">
              <a:buNone/>
            </a:pPr>
            <a:r>
              <a:rPr lang="en-US" sz="1600" dirty="0">
                <a:solidFill>
                  <a:srgbClr val="EAF2FF"/>
                </a:solidFill>
                <a:latin typeface="Calibri" pitchFamily="34" charset="0"/>
                <a:ea typeface="Calibri" pitchFamily="34" charset="-122"/>
                <a:cs typeface="Calibri" pitchFamily="34" charset="-120"/>
              </a:rPr>
              <a:t>Click it fast before it disappears</a:t>
            </a:r>
            <a:endParaRPr lang="en-US" sz="1600" dirty="0"/>
          </a:p>
        </p:txBody>
      </p:sp>
      <p:sp>
        <p:nvSpPr>
          <p:cNvPr id="18" name="Link - Answer A badge">
            <a:hlinkClick r:id="rId12" action="ppaction://hlinksldjump" highlightClick="1"/>
          </p:cNvPr>
          <p:cNvSpPr txBox="1"/>
          <p:nvPr/>
        </p:nvSpPr>
        <p:spPr>
          <a:xfrm>
            <a:off x="658368" y="3817620"/>
            <a:ext cx="548640" cy="548640"/>
          </a:xfrm>
          <a:prstGeom prst="ellipse">
            <a:avLst/>
          </a:prstGeom>
          <a:solidFill>
            <a:srgbClr val="F72585"/>
          </a:solidFill>
          <a:ln w="12700">
            <a:solidFill>
              <a:srgbClr val="F7258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19" name="Link - Answer B">
            <a:hlinkClick r:id="rId12" action="ppaction://hlinksldjump" highlightClick="1"/>
          </p:cNvPr>
          <p:cNvSpPr txBox="1"/>
          <p:nvPr/>
        </p:nvSpPr>
        <p:spPr>
          <a:xfrm>
            <a:off x="6245352" y="3474720"/>
            <a:ext cx="5486400" cy="1234440"/>
          </a:xfrm>
          <a:prstGeom prst="roundRect">
            <a:avLst>
              <a:gd name="adj" fmla="val 7407"/>
            </a:avLst>
          </a:prstGeom>
          <a:solidFill>
            <a:srgbClr val="1A2353"/>
          </a:solidFill>
          <a:ln w="22225">
            <a:solidFill>
              <a:srgbClr val="F72585"/>
            </a:solidFill>
          </a:ln>
        </p:spPr>
        <p:txBody>
          <a:bodyPr wrap="square" lIns="863600" tIns="50800" rIns="127000" bIns="50800" rtlCol="0" anchor="ctr"/>
          <a:lstStyle/>
          <a:p>
            <a:pPr algn="l" indent="0" marL="0">
              <a:buNone/>
            </a:pPr>
            <a:r>
              <a:rPr lang="en-US" sz="1600" dirty="0">
                <a:solidFill>
                  <a:srgbClr val="EAF2FF"/>
                </a:solidFill>
                <a:latin typeface="Calibri" pitchFamily="34" charset="0"/>
                <a:ea typeface="Calibri" pitchFamily="34" charset="-122"/>
                <a:cs typeface="Calibri" pitchFamily="34" charset="-120"/>
              </a:rPr>
              <a:t>Share it so your friends can win too</a:t>
            </a:r>
            <a:endParaRPr lang="en-US" sz="1600" dirty="0"/>
          </a:p>
        </p:txBody>
      </p:sp>
      <p:sp>
        <p:nvSpPr>
          <p:cNvPr id="20" name="Link - Answer B badge">
            <a:hlinkClick r:id="rId12" action="ppaction://hlinksldjump" highlightClick="1"/>
          </p:cNvPr>
          <p:cNvSpPr txBox="1"/>
          <p:nvPr/>
        </p:nvSpPr>
        <p:spPr>
          <a:xfrm>
            <a:off x="6446520" y="3817620"/>
            <a:ext cx="548640" cy="548640"/>
          </a:xfrm>
          <a:prstGeom prst="ellipse">
            <a:avLst/>
          </a:prstGeom>
          <a:solidFill>
            <a:srgbClr val="F72585"/>
          </a:solidFill>
          <a:ln w="12700">
            <a:solidFill>
              <a:srgbClr val="F7258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
        <p:nvSpPr>
          <p:cNvPr id="21" name="Link - Answer C">
            <a:hlinkClick r:id="rId13" action="ppaction://hlinksldjump" highlightClick="1"/>
          </p:cNvPr>
          <p:cNvSpPr txBox="1"/>
          <p:nvPr/>
        </p:nvSpPr>
        <p:spPr>
          <a:xfrm>
            <a:off x="457200" y="4892040"/>
            <a:ext cx="5486400" cy="1234440"/>
          </a:xfrm>
          <a:prstGeom prst="roundRect">
            <a:avLst>
              <a:gd name="adj" fmla="val 7407"/>
            </a:avLst>
          </a:prstGeom>
          <a:solidFill>
            <a:srgbClr val="1A2353"/>
          </a:solidFill>
          <a:ln w="22225">
            <a:solidFill>
              <a:srgbClr val="F72585"/>
            </a:solidFill>
          </a:ln>
        </p:spPr>
        <p:txBody>
          <a:bodyPr wrap="square" lIns="863600" tIns="50800" rIns="127000" bIns="50800" rtlCol="0" anchor="ctr"/>
          <a:lstStyle/>
          <a:p>
            <a:pPr algn="l" indent="0" marL="0">
              <a:buNone/>
            </a:pPr>
            <a:r>
              <a:rPr lang="en-US" sz="1600" dirty="0">
                <a:solidFill>
                  <a:srgbClr val="EAF2FF"/>
                </a:solidFill>
                <a:latin typeface="Calibri" pitchFamily="34" charset="0"/>
                <a:ea typeface="Calibri" pitchFamily="34" charset="-122"/>
                <a:cs typeface="Calibri" pitchFamily="34" charset="-120"/>
              </a:rPr>
              <a:t>Close it without clicking and run an antivirus scan</a:t>
            </a:r>
            <a:endParaRPr lang="en-US" sz="1600" dirty="0"/>
          </a:p>
        </p:txBody>
      </p:sp>
      <p:sp>
        <p:nvSpPr>
          <p:cNvPr id="22" name="Link - Answer C badge">
            <a:hlinkClick r:id="rId13" action="ppaction://hlinksldjump" highlightClick="1"/>
          </p:cNvPr>
          <p:cNvSpPr txBox="1"/>
          <p:nvPr/>
        </p:nvSpPr>
        <p:spPr>
          <a:xfrm>
            <a:off x="658368" y="5234940"/>
            <a:ext cx="548640" cy="548640"/>
          </a:xfrm>
          <a:prstGeom prst="ellipse">
            <a:avLst/>
          </a:prstGeom>
          <a:solidFill>
            <a:srgbClr val="F72585"/>
          </a:solidFill>
          <a:ln w="12700">
            <a:solidFill>
              <a:srgbClr val="F7258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sp>
        <p:nvSpPr>
          <p:cNvPr id="23" name="Link - Answer D">
            <a:hlinkClick r:id="rId12" action="ppaction://hlinksldjump" highlightClick="1"/>
          </p:cNvPr>
          <p:cNvSpPr txBox="1"/>
          <p:nvPr/>
        </p:nvSpPr>
        <p:spPr>
          <a:xfrm>
            <a:off x="6245352" y="4892040"/>
            <a:ext cx="5486400" cy="1234440"/>
          </a:xfrm>
          <a:prstGeom prst="roundRect">
            <a:avLst>
              <a:gd name="adj" fmla="val 7407"/>
            </a:avLst>
          </a:prstGeom>
          <a:solidFill>
            <a:srgbClr val="1A2353"/>
          </a:solidFill>
          <a:ln w="22225">
            <a:solidFill>
              <a:srgbClr val="F72585"/>
            </a:solidFill>
          </a:ln>
        </p:spPr>
        <p:txBody>
          <a:bodyPr wrap="square" lIns="863600" tIns="50800" rIns="127000" bIns="50800" rtlCol="0" anchor="ctr"/>
          <a:lstStyle/>
          <a:p>
            <a:pPr algn="l" indent="0" marL="0">
              <a:buNone/>
            </a:pPr>
            <a:r>
              <a:rPr lang="en-US" sz="1600" dirty="0">
                <a:solidFill>
                  <a:srgbClr val="EAF2FF"/>
                </a:solidFill>
                <a:latin typeface="Calibri" pitchFamily="34" charset="0"/>
                <a:ea typeface="Calibri" pitchFamily="34" charset="-122"/>
                <a:cs typeface="Calibri" pitchFamily="34" charset="-120"/>
              </a:rPr>
              <a:t>Type your name and address to claim it</a:t>
            </a:r>
            <a:endParaRPr lang="en-US" sz="1600" dirty="0"/>
          </a:p>
        </p:txBody>
      </p:sp>
      <p:sp>
        <p:nvSpPr>
          <p:cNvPr id="24" name="Link - Answer D badge">
            <a:hlinkClick r:id="rId12" action="ppaction://hlinksldjump" highlightClick="1"/>
          </p:cNvPr>
          <p:cNvSpPr txBox="1"/>
          <p:nvPr/>
        </p:nvSpPr>
        <p:spPr>
          <a:xfrm>
            <a:off x="6446520" y="5234940"/>
            <a:ext cx="548640" cy="548640"/>
          </a:xfrm>
          <a:prstGeom prst="ellipse">
            <a:avLst/>
          </a:prstGeom>
          <a:solidFill>
            <a:srgbClr val="F72585"/>
          </a:solidFill>
          <a:ln w="12700">
            <a:solidFill>
              <a:srgbClr val="F7258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spTree>
  </p:cSld>
  <p:clrMapOvr>
    <a:masterClrMapping/>
  </p:clrMapOvr>
  <p:transition spd="med" advClick="0">
    <p:fade/>
  </p:transition>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72585"/>
                </a:solidFill>
                <a:latin typeface="Courier New" pitchFamily="34" charset="0"/>
                <a:ea typeface="Courier New" pitchFamily="34" charset="-122"/>
                <a:cs typeface="Courier New" pitchFamily="34" charset="-120"/>
              </a:rPr>
              <a:t>&gt; NULL'S CORE // FINAL GATE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1800" b="1" dirty="0">
                <a:solidFill>
                  <a:srgbClr val="EAF2FF"/>
                </a:solidFill>
                <a:latin typeface="Calibri" pitchFamily="34" charset="0"/>
                <a:ea typeface="Calibri" pitchFamily="34" charset="-122"/>
                <a:cs typeface="Calibri" pitchFamily="34" charset="-120"/>
              </a:rPr>
              <a:t>Correct answer: C. Close it without clicking and run an antivirus scan</a:t>
            </a:r>
            <a:endParaRPr lang="en-US" sz="18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Never click suspicious pop-ups or 'You won!' offers. Close them safely, never enter personal information, and scan your device. THINK before you click!</a:t>
            </a:r>
            <a:endParaRPr lang="en-US" sz="1800" dirty="0"/>
          </a:p>
        </p:txBody>
      </p:sp>
      <p:sp>
        <p:nvSpPr>
          <p:cNvPr id="20" name="Text 9"/>
          <p:cNvSpPr txBox="1"/>
          <p:nvPr/>
        </p:nvSpPr>
        <p:spPr>
          <a:xfrm>
            <a:off x="2743200" y="4846320"/>
            <a:ext cx="3657600" cy="274320"/>
          </a:xfrm>
          <a:prstGeom prst="rect">
            <a:avLst/>
          </a:prstGeom>
          <a:noFill/>
          <a:ln/>
        </p:spPr>
        <p:txBody>
          <a:bodyPr wrap="square" lIns="0" tIns="0" rIns="0" bIns="0" rtlCol="0" anchor="t"/>
          <a:lstStyle/>
          <a:p>
            <a:pPr indent="0" marL="0">
              <a:buNone/>
            </a:pPr>
            <a:r>
              <a:rPr lang="en-US" sz="1100" b="1" dirty="0">
                <a:solidFill>
                  <a:srgbClr val="9AA6D9"/>
                </a:solidFill>
                <a:latin typeface="Courier New" pitchFamily="34" charset="0"/>
                <a:ea typeface="Courier New" pitchFamily="34" charset="-122"/>
                <a:cs typeface="Courier New" pitchFamily="34" charset="-120"/>
              </a:rPr>
              <a:t>CORE PROGRESS</a:t>
            </a:r>
            <a:endParaRPr lang="en-US" sz="1100" dirty="0"/>
          </a:p>
        </p:txBody>
      </p:sp>
      <p:sp>
        <p:nvSpPr>
          <p:cNvPr id="21" name="Shape 10"/>
          <p:cNvSpPr/>
          <p:nvPr/>
        </p:nvSpPr>
        <p:spPr>
          <a:xfrm>
            <a:off x="2743200" y="5230368"/>
            <a:ext cx="777240" cy="274320"/>
          </a:xfrm>
          <a:prstGeom prst="roundRect">
            <a:avLst>
              <a:gd name="adj" fmla="val 20000"/>
            </a:avLst>
          </a:prstGeom>
          <a:solidFill>
            <a:srgbClr val="4BF0A0"/>
          </a:solidFill>
          <a:ln w="12700">
            <a:solidFill>
              <a:srgbClr val="4BF0A0"/>
            </a:solidFill>
            <a:prstDash val="solid"/>
          </a:ln>
        </p:spPr>
      </p:sp>
      <p:sp>
        <p:nvSpPr>
          <p:cNvPr id="22" name="Shape 11"/>
          <p:cNvSpPr/>
          <p:nvPr/>
        </p:nvSpPr>
        <p:spPr>
          <a:xfrm>
            <a:off x="3657600" y="5230368"/>
            <a:ext cx="777240" cy="274320"/>
          </a:xfrm>
          <a:prstGeom prst="roundRect">
            <a:avLst>
              <a:gd name="adj" fmla="val 20000"/>
            </a:avLst>
          </a:prstGeom>
          <a:solidFill>
            <a:srgbClr val="1A2353"/>
          </a:solidFill>
          <a:ln w="12700">
            <a:solidFill>
              <a:srgbClr val="3A4370"/>
            </a:solidFill>
            <a:prstDash val="solid"/>
          </a:ln>
        </p:spPr>
      </p:sp>
      <p:sp>
        <p:nvSpPr>
          <p:cNvPr id="23" name="Text 12"/>
          <p:cNvSpPr txBox="1"/>
          <p:nvPr/>
        </p:nvSpPr>
        <p:spPr>
          <a:xfrm>
            <a:off x="4663440" y="5193792"/>
            <a:ext cx="2743200" cy="347472"/>
          </a:xfrm>
          <a:prstGeom prst="rect">
            <a:avLst/>
          </a:prstGeom>
          <a:noFill/>
          <a:ln/>
        </p:spPr>
        <p:txBody>
          <a:bodyPr wrap="square" lIns="0" tIns="0" rIns="0" bIns="0" rtlCol="0" anchor="ctr"/>
          <a:lstStyle/>
          <a:p>
            <a:pPr indent="0" marL="0">
              <a:buNone/>
            </a:pPr>
            <a:r>
              <a:rPr lang="en-US" sz="1200" dirty="0">
                <a:solidFill>
                  <a:srgbClr val="4BF0A0"/>
                </a:solidFill>
                <a:latin typeface="Courier New" pitchFamily="34" charset="0"/>
                <a:ea typeface="Courier New" pitchFamily="34" charset="-122"/>
                <a:cs typeface="Courier New" pitchFamily="34" charset="-120"/>
              </a:rPr>
              <a:t>1 of 2 cleared</a:t>
            </a:r>
            <a:endParaRPr lang="en-US" sz="1200" dirty="0"/>
          </a:p>
        </p:txBody>
      </p:sp>
      <p:sp>
        <p:nvSpPr>
          <p:cNvPr id="24" name="Link - CONTINUE">
            <a:hlinkClick r:id="rId13"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4" name="snd_correct.wav"/>
      </p:stSnd>
    </p:sndAc>
  </p:transition>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72585"/>
                </a:solidFill>
                <a:latin typeface="Courier New" pitchFamily="34" charset="0"/>
                <a:ea typeface="Courier New" pitchFamily="34" charset="-122"/>
                <a:cs typeface="Courier New" pitchFamily="34" charset="-120"/>
              </a:rPr>
              <a:t>&gt; NULL'S CORE // FINAL GATE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1800" b="1" dirty="0">
                <a:solidFill>
                  <a:srgbClr val="EAF2FF"/>
                </a:solidFill>
                <a:latin typeface="Calibri" pitchFamily="34" charset="0"/>
                <a:ea typeface="Calibri" pitchFamily="34" charset="-122"/>
                <a:cs typeface="Calibri" pitchFamily="34" charset="-120"/>
              </a:rPr>
              <a:t>Correct answer: C. Close it without clicking and run an antivirus scan</a:t>
            </a:r>
            <a:endParaRPr lang="en-US" sz="18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Never click suspicious pop-ups or 'You won!' offers. Close them safely, never enter personal information, and scan your device. THINK before you click!</a:t>
            </a:r>
            <a:endParaRPr lang="en-US" sz="1800" dirty="0"/>
          </a:p>
        </p:txBody>
      </p:sp>
      <p:sp>
        <p:nvSpPr>
          <p:cNvPr id="20" name="Text 9"/>
          <p:cNvSpPr txBox="1"/>
          <p:nvPr/>
        </p:nvSpPr>
        <p:spPr>
          <a:xfrm>
            <a:off x="2743200" y="4846320"/>
            <a:ext cx="3657600" cy="274320"/>
          </a:xfrm>
          <a:prstGeom prst="rect">
            <a:avLst/>
          </a:prstGeom>
          <a:noFill/>
          <a:ln/>
        </p:spPr>
        <p:txBody>
          <a:bodyPr wrap="square" lIns="0" tIns="0" rIns="0" bIns="0" rtlCol="0" anchor="t"/>
          <a:lstStyle/>
          <a:p>
            <a:pPr indent="0" marL="0">
              <a:buNone/>
            </a:pPr>
            <a:r>
              <a:rPr lang="en-US" sz="1100" b="1" dirty="0">
                <a:solidFill>
                  <a:srgbClr val="9AA6D9"/>
                </a:solidFill>
                <a:latin typeface="Courier New" pitchFamily="34" charset="0"/>
                <a:ea typeface="Courier New" pitchFamily="34" charset="-122"/>
                <a:cs typeface="Courier New" pitchFamily="34" charset="-120"/>
              </a:rPr>
              <a:t>CORE PROGRESS</a:t>
            </a:r>
            <a:endParaRPr lang="en-US" sz="1100" dirty="0"/>
          </a:p>
        </p:txBody>
      </p:sp>
      <p:sp>
        <p:nvSpPr>
          <p:cNvPr id="21" name="Shape 10"/>
          <p:cNvSpPr/>
          <p:nvPr/>
        </p:nvSpPr>
        <p:spPr>
          <a:xfrm>
            <a:off x="2743200" y="5230368"/>
            <a:ext cx="777240" cy="274320"/>
          </a:xfrm>
          <a:prstGeom prst="roundRect">
            <a:avLst>
              <a:gd name="adj" fmla="val 20000"/>
            </a:avLst>
          </a:prstGeom>
          <a:solidFill>
            <a:srgbClr val="4BF0A0"/>
          </a:solidFill>
          <a:ln w="12700">
            <a:solidFill>
              <a:srgbClr val="4BF0A0"/>
            </a:solidFill>
            <a:prstDash val="solid"/>
          </a:ln>
        </p:spPr>
      </p:sp>
      <p:sp>
        <p:nvSpPr>
          <p:cNvPr id="22" name="Shape 11"/>
          <p:cNvSpPr/>
          <p:nvPr/>
        </p:nvSpPr>
        <p:spPr>
          <a:xfrm>
            <a:off x="3657600" y="5230368"/>
            <a:ext cx="777240" cy="274320"/>
          </a:xfrm>
          <a:prstGeom prst="roundRect">
            <a:avLst>
              <a:gd name="adj" fmla="val 20000"/>
            </a:avLst>
          </a:prstGeom>
          <a:solidFill>
            <a:srgbClr val="1A2353"/>
          </a:solidFill>
          <a:ln w="12700">
            <a:solidFill>
              <a:srgbClr val="3A4370"/>
            </a:solidFill>
            <a:prstDash val="solid"/>
          </a:ln>
        </p:spPr>
      </p:sp>
      <p:sp>
        <p:nvSpPr>
          <p:cNvPr id="23" name="Text 12"/>
          <p:cNvSpPr txBox="1"/>
          <p:nvPr/>
        </p:nvSpPr>
        <p:spPr>
          <a:xfrm>
            <a:off x="4663440" y="5193792"/>
            <a:ext cx="2743200" cy="347472"/>
          </a:xfrm>
          <a:prstGeom prst="rect">
            <a:avLst/>
          </a:prstGeom>
          <a:noFill/>
          <a:ln/>
        </p:spPr>
        <p:txBody>
          <a:bodyPr wrap="square" lIns="0" tIns="0" rIns="0" bIns="0" rtlCol="0" anchor="ctr"/>
          <a:lstStyle/>
          <a:p>
            <a:pPr indent="0" marL="0">
              <a:buNone/>
            </a:pPr>
            <a:r>
              <a:rPr lang="en-US" sz="1200" dirty="0">
                <a:solidFill>
                  <a:srgbClr val="4BF0A0"/>
                </a:solidFill>
                <a:latin typeface="Courier New" pitchFamily="34" charset="0"/>
                <a:ea typeface="Courier New" pitchFamily="34" charset="-122"/>
                <a:cs typeface="Courier New" pitchFamily="34" charset="-120"/>
              </a:rPr>
              <a:t>1 of 2 cleared</a:t>
            </a:r>
            <a:endParaRPr lang="en-US" sz="1200" dirty="0"/>
          </a:p>
        </p:txBody>
      </p:sp>
      <p:sp>
        <p:nvSpPr>
          <p:cNvPr id="24" name="Link - CONTINUE">
            <a:hlinkClick r:id="rId13"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4" name="snd_correct.wav"/>
      </p:stSnd>
    </p:sndAc>
  </p:transition>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72585"/>
                </a:solidFill>
                <a:latin typeface="Courier New" pitchFamily="34" charset="0"/>
                <a:ea typeface="Courier New" pitchFamily="34" charset="-122"/>
                <a:cs typeface="Courier New" pitchFamily="34" charset="-120"/>
              </a:rPr>
              <a:t>&gt; NULL'S CORE // FINAL GATE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Check_4BF0A0.png">    </p:cNvPr>
          <p:cNvPicPr>
            <a:picLocks noChangeAspect="1"/>
          </p:cNvPicPr>
          <p:nvPr/>
        </p:nvPicPr>
        <p:blipFill>
          <a:blip r:embed="rId8"/>
          <a:stretch>
            <a:fillRect/>
          </a:stretch>
        </p:blipFill>
        <p:spPr>
          <a:xfrm>
            <a:off x="2743200" y="987552"/>
            <a:ext cx="603504" cy="603504"/>
          </a:xfrm>
          <a:prstGeom prst="rect">
            <a:avLst/>
          </a:prstGeom>
        </p:spPr>
      </p:pic>
      <p:sp>
        <p:nvSpPr>
          <p:cNvPr id="14" name="Text 4"/>
          <p:cNvSpPr txBox="1"/>
          <p:nvPr/>
        </p:nvSpPr>
        <p:spPr>
          <a:xfrm>
            <a:off x="3520440" y="914400"/>
            <a:ext cx="8229600" cy="777240"/>
          </a:xfrm>
          <a:prstGeom prst="rect">
            <a:avLst/>
          </a:prstGeom>
          <a:noFill/>
          <a:ln/>
        </p:spPr>
        <p:txBody>
          <a:bodyPr wrap="square" lIns="0" tIns="0" rIns="0" bIns="0" rtlCol="0" anchor="ctr"/>
          <a:lstStyle/>
          <a:p>
            <a:pPr indent="0" marL="0">
              <a:buNone/>
            </a:pPr>
            <a:r>
              <a:rPr lang="en-US" sz="3400" dirty="0">
                <a:solidFill>
                  <a:srgbClr val="4BF0A0"/>
                </a:solidFill>
                <a:latin typeface="Arial Black" pitchFamily="34" charset="0"/>
                <a:ea typeface="Arial Black" pitchFamily="34" charset="-122"/>
                <a:cs typeface="Arial Black" pitchFamily="34" charset="-120"/>
              </a:rPr>
              <a:t>ACCESS GRANTED!</a:t>
            </a:r>
            <a:endParaRPr lang="en-US" sz="3400" dirty="0"/>
          </a:p>
        </p:txBody>
      </p:sp>
      <p:pic>
        <p:nvPicPr>
          <p:cNvPr id="15" name="Image 8" descr="/tmp/claude-0/-home-user-ashton212123/6ae88841-e158-5430-ba3a-d930461fce9f/scratchpad/build/assets/kai.png">    </p:cNvPr>
          <p:cNvPicPr>
            <a:picLocks noChangeAspect="1"/>
          </p:cNvPicPr>
          <p:nvPr/>
        </p:nvPicPr>
        <p:blipFill>
          <a:blip r:embed="rId9"/>
          <a:stretch>
            <a:fillRect/>
          </a:stretch>
        </p:blipFill>
        <p:spPr>
          <a:xfrm>
            <a:off x="685800" y="1371600"/>
            <a:ext cx="1645920" cy="2569464"/>
          </a:xfrm>
          <a:prstGeom prst="rect">
            <a:avLst/>
          </a:prstGeom>
        </p:spPr>
      </p:pic>
      <p:sp>
        <p:nvSpPr>
          <p:cNvPr id="16" name="Text 5"/>
          <p:cNvSpPr txBox="1"/>
          <p:nvPr/>
        </p:nvSpPr>
        <p:spPr>
          <a:xfrm>
            <a:off x="2743200" y="1783080"/>
            <a:ext cx="8988552" cy="457200"/>
          </a:xfrm>
          <a:prstGeom prst="rect">
            <a:avLst/>
          </a:prstGeom>
          <a:noFill/>
          <a:ln/>
        </p:spPr>
        <p:txBody>
          <a:bodyPr wrap="square" lIns="0" tIns="0" rIns="0" bIns="0" rtlCol="0" anchor="ctr"/>
          <a:lstStyle/>
          <a:p>
            <a:pPr indent="0" marL="0">
              <a:buNone/>
            </a:pPr>
            <a:r>
              <a:rPr lang="en-US" sz="1800" b="1" dirty="0">
                <a:solidFill>
                  <a:srgbClr val="EAF2FF"/>
                </a:solidFill>
                <a:latin typeface="Calibri" pitchFamily="34" charset="0"/>
                <a:ea typeface="Calibri" pitchFamily="34" charset="-122"/>
                <a:cs typeface="Calibri" pitchFamily="34" charset="-120"/>
              </a:rPr>
              <a:t>Correct answer: C. Close it without clicking and run an antivirus scan</a:t>
            </a:r>
            <a:endParaRPr lang="en-US" sz="1800" dirty="0"/>
          </a:p>
        </p:txBody>
      </p:sp>
      <p:sp>
        <p:nvSpPr>
          <p:cNvPr id="17" name="Shape 6"/>
          <p:cNvSpPr/>
          <p:nvPr/>
        </p:nvSpPr>
        <p:spPr>
          <a:xfrm>
            <a:off x="2743200" y="2377440"/>
            <a:ext cx="8988552" cy="2103120"/>
          </a:xfrm>
          <a:prstGeom prst="roundRect">
            <a:avLst>
              <a:gd name="adj" fmla="val 5217"/>
            </a:avLst>
          </a:prstGeom>
          <a:solidFill>
            <a:srgbClr val="121A3F">
              <a:alpha val="94000"/>
            </a:srgbClr>
          </a:solidFill>
          <a:ln w="19050">
            <a:solidFill>
              <a:srgbClr val="4BF0A0"/>
            </a:solidFill>
            <a:prstDash val="solid"/>
          </a:ln>
        </p:spPr>
      </p:sp>
      <p:sp>
        <p:nvSpPr>
          <p:cNvPr id="18" name="Text 7"/>
          <p:cNvSpPr txBox="1"/>
          <p:nvPr/>
        </p:nvSpPr>
        <p:spPr>
          <a:xfrm>
            <a:off x="3017520" y="2542032"/>
            <a:ext cx="3657600" cy="274320"/>
          </a:xfrm>
          <a:prstGeom prst="rect">
            <a:avLst/>
          </a:prstGeom>
          <a:noFill/>
          <a:ln/>
        </p:spPr>
        <p:txBody>
          <a:bodyPr wrap="square" lIns="0" tIns="0" rIns="0" bIns="0" rtlCol="0" anchor="t"/>
          <a:lstStyle/>
          <a:p>
            <a:pPr indent="0" marL="0">
              <a:buNone/>
            </a:pPr>
            <a:r>
              <a:rPr lang="en-US" sz="1200" b="1" dirty="0">
                <a:solidFill>
                  <a:srgbClr val="2DE2E6"/>
                </a:solidFill>
                <a:latin typeface="Courier New" pitchFamily="34" charset="0"/>
                <a:ea typeface="Courier New" pitchFamily="34" charset="-122"/>
                <a:cs typeface="Courier New" pitchFamily="34" charset="-120"/>
              </a:rPr>
              <a:t>BYTE EXPLAINS</a:t>
            </a:r>
            <a:endParaRPr lang="en-US" sz="1200" dirty="0"/>
          </a:p>
        </p:txBody>
      </p:sp>
      <p:sp>
        <p:nvSpPr>
          <p:cNvPr id="19" name="Text 8"/>
          <p:cNvSpPr txBox="1"/>
          <p:nvPr/>
        </p:nvSpPr>
        <p:spPr>
          <a:xfrm>
            <a:off x="3017520" y="2880360"/>
            <a:ext cx="8458200" cy="146304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Never click suspicious pop-ups or 'You won!' offers. Close them safely, never enter personal information, and scan your device. THINK before you click!</a:t>
            </a:r>
            <a:endParaRPr lang="en-US" sz="1800" dirty="0"/>
          </a:p>
        </p:txBody>
      </p:sp>
      <p:sp>
        <p:nvSpPr>
          <p:cNvPr id="20" name="Text 9"/>
          <p:cNvSpPr txBox="1"/>
          <p:nvPr/>
        </p:nvSpPr>
        <p:spPr>
          <a:xfrm>
            <a:off x="2743200" y="4846320"/>
            <a:ext cx="3657600" cy="274320"/>
          </a:xfrm>
          <a:prstGeom prst="rect">
            <a:avLst/>
          </a:prstGeom>
          <a:noFill/>
          <a:ln/>
        </p:spPr>
        <p:txBody>
          <a:bodyPr wrap="square" lIns="0" tIns="0" rIns="0" bIns="0" rtlCol="0" anchor="t"/>
          <a:lstStyle/>
          <a:p>
            <a:pPr indent="0" marL="0">
              <a:buNone/>
            </a:pPr>
            <a:r>
              <a:rPr lang="en-US" sz="1100" b="1" dirty="0">
                <a:solidFill>
                  <a:srgbClr val="9AA6D9"/>
                </a:solidFill>
                <a:latin typeface="Courier New" pitchFamily="34" charset="0"/>
                <a:ea typeface="Courier New" pitchFamily="34" charset="-122"/>
                <a:cs typeface="Courier New" pitchFamily="34" charset="-120"/>
              </a:rPr>
              <a:t>CORE PROGRESS</a:t>
            </a:r>
            <a:endParaRPr lang="en-US" sz="1100" dirty="0"/>
          </a:p>
        </p:txBody>
      </p:sp>
      <p:sp>
        <p:nvSpPr>
          <p:cNvPr id="21" name="Shape 10"/>
          <p:cNvSpPr/>
          <p:nvPr/>
        </p:nvSpPr>
        <p:spPr>
          <a:xfrm>
            <a:off x="2743200" y="5230368"/>
            <a:ext cx="777240" cy="274320"/>
          </a:xfrm>
          <a:prstGeom prst="roundRect">
            <a:avLst>
              <a:gd name="adj" fmla="val 20000"/>
            </a:avLst>
          </a:prstGeom>
          <a:solidFill>
            <a:srgbClr val="4BF0A0"/>
          </a:solidFill>
          <a:ln w="12700">
            <a:solidFill>
              <a:srgbClr val="4BF0A0"/>
            </a:solidFill>
            <a:prstDash val="solid"/>
          </a:ln>
        </p:spPr>
      </p:sp>
      <p:sp>
        <p:nvSpPr>
          <p:cNvPr id="22" name="Shape 11"/>
          <p:cNvSpPr/>
          <p:nvPr/>
        </p:nvSpPr>
        <p:spPr>
          <a:xfrm>
            <a:off x="3657600" y="5230368"/>
            <a:ext cx="777240" cy="274320"/>
          </a:xfrm>
          <a:prstGeom prst="roundRect">
            <a:avLst>
              <a:gd name="adj" fmla="val 20000"/>
            </a:avLst>
          </a:prstGeom>
          <a:solidFill>
            <a:srgbClr val="1A2353"/>
          </a:solidFill>
          <a:ln w="12700">
            <a:solidFill>
              <a:srgbClr val="3A4370"/>
            </a:solidFill>
            <a:prstDash val="solid"/>
          </a:ln>
        </p:spPr>
      </p:sp>
      <p:sp>
        <p:nvSpPr>
          <p:cNvPr id="23" name="Text 12"/>
          <p:cNvSpPr txBox="1"/>
          <p:nvPr/>
        </p:nvSpPr>
        <p:spPr>
          <a:xfrm>
            <a:off x="4663440" y="5193792"/>
            <a:ext cx="2743200" cy="347472"/>
          </a:xfrm>
          <a:prstGeom prst="rect">
            <a:avLst/>
          </a:prstGeom>
          <a:noFill/>
          <a:ln/>
        </p:spPr>
        <p:txBody>
          <a:bodyPr wrap="square" lIns="0" tIns="0" rIns="0" bIns="0" rtlCol="0" anchor="ctr"/>
          <a:lstStyle/>
          <a:p>
            <a:pPr indent="0" marL="0">
              <a:buNone/>
            </a:pPr>
            <a:r>
              <a:rPr lang="en-US" sz="1200" dirty="0">
                <a:solidFill>
                  <a:srgbClr val="4BF0A0"/>
                </a:solidFill>
                <a:latin typeface="Courier New" pitchFamily="34" charset="0"/>
                <a:ea typeface="Courier New" pitchFamily="34" charset="-122"/>
                <a:cs typeface="Courier New" pitchFamily="34" charset="-120"/>
              </a:rPr>
              <a:t>1 of 2 cleared</a:t>
            </a:r>
            <a:endParaRPr lang="en-US" sz="1200" dirty="0"/>
          </a:p>
        </p:txBody>
      </p:sp>
      <p:sp>
        <p:nvSpPr>
          <p:cNvPr id="24" name="Link - CONTINUE">
            <a:hlinkClick r:id="rId13" action="ppaction://hlinksldjump" highlightClick="1"/>
          </p:cNvPr>
          <p:cNvSpPr txBox="1"/>
          <p:nvPr/>
        </p:nvSpPr>
        <p:spPr>
          <a:xfrm>
            <a:off x="9144000" y="5257800"/>
            <a:ext cx="2587752"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4" name="snd_correct.wav"/>
      </p:stSnd>
    </p:sndAc>
  </p:transition>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72585"/>
                </a:solidFill>
                <a:latin typeface="Courier New" pitchFamily="34" charset="0"/>
                <a:ea typeface="Courier New" pitchFamily="34" charset="-122"/>
                <a:cs typeface="Courier New" pitchFamily="34" charset="-120"/>
              </a:rPr>
              <a:t>&gt; NULL'S CORE // FINAL GATE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6"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ExclamationTriangle_F72585.png">    </p:cNvPr>
          <p:cNvPicPr>
            <a:picLocks noChangeAspect="1"/>
          </p:cNvPicPr>
          <p:nvPr/>
        </p:nvPicPr>
        <p:blipFill>
          <a:blip r:embed="rId8"/>
          <a:stretch>
            <a:fillRect/>
          </a:stretch>
        </p:blipFill>
        <p:spPr>
          <a:xfrm>
            <a:off x="457200" y="1005840"/>
            <a:ext cx="603504" cy="603504"/>
          </a:xfrm>
          <a:prstGeom prst="rect">
            <a:avLst/>
          </a:prstGeom>
        </p:spPr>
      </p:pic>
      <p:sp>
        <p:nvSpPr>
          <p:cNvPr id="14" name="Text 4"/>
          <p:cNvSpPr txBox="1"/>
          <p:nvPr/>
        </p:nvSpPr>
        <p:spPr>
          <a:xfrm>
            <a:off x="1234440" y="914400"/>
            <a:ext cx="7498080" cy="777240"/>
          </a:xfrm>
          <a:prstGeom prst="rect">
            <a:avLst/>
          </a:prstGeom>
          <a:noFill/>
          <a:ln/>
        </p:spPr>
        <p:txBody>
          <a:bodyPr wrap="square" lIns="0" tIns="0" rIns="0" bIns="0" rtlCol="0" anchor="ctr"/>
          <a:lstStyle/>
          <a:p>
            <a:pPr indent="0" marL="0">
              <a:buNone/>
            </a:pPr>
            <a:r>
              <a:rPr lang="en-US" sz="3400" dirty="0">
                <a:solidFill>
                  <a:srgbClr val="F72585"/>
                </a:solidFill>
                <a:latin typeface="Arial Black" pitchFamily="34" charset="0"/>
                <a:ea typeface="Arial Black" pitchFamily="34" charset="-122"/>
                <a:cs typeface="Arial Black" pitchFamily="34" charset="-120"/>
              </a:rPr>
              <a:t>GLITCH DETECTED!</a:t>
            </a:r>
            <a:endParaRPr lang="en-US" sz="3400" dirty="0"/>
          </a:p>
        </p:txBody>
      </p:sp>
      <p:sp>
        <p:nvSpPr>
          <p:cNvPr id="15" name="Text 5"/>
          <p:cNvSpPr txBox="1"/>
          <p:nvPr/>
        </p:nvSpPr>
        <p:spPr>
          <a:xfrm>
            <a:off x="457200" y="1719072"/>
            <a:ext cx="8138160" cy="457200"/>
          </a:xfrm>
          <a:prstGeom prst="rect">
            <a:avLst/>
          </a:prstGeom>
          <a:noFill/>
          <a:ln/>
        </p:spPr>
        <p:txBody>
          <a:bodyPr wrap="square" lIns="0" tIns="0" rIns="0" bIns="0" rtlCol="0" anchor="ctr"/>
          <a:lstStyle/>
          <a:p>
            <a:pPr indent="0" marL="0">
              <a:buNone/>
            </a:pPr>
            <a:r>
              <a:rPr lang="en-US" sz="1500" b="1" dirty="0">
                <a:solidFill>
                  <a:srgbClr val="FF8FC7"/>
                </a:solidFill>
                <a:latin typeface="Courier New" pitchFamily="34" charset="0"/>
                <a:ea typeface="Courier New" pitchFamily="34" charset="-122"/>
                <a:cs typeface="Courier New" pitchFamily="34" charset="-120"/>
              </a:rPr>
              <a:t>NULL: "Your shield just crashed. Want to try again?"</a:t>
            </a:r>
            <a:endParaRPr lang="en-US" sz="1500" dirty="0"/>
          </a:p>
        </p:txBody>
      </p:sp>
      <p:sp>
        <p:nvSpPr>
          <p:cNvPr id="16" name="Shape 6"/>
          <p:cNvSpPr/>
          <p:nvPr/>
        </p:nvSpPr>
        <p:spPr>
          <a:xfrm>
            <a:off x="457200" y="2331720"/>
            <a:ext cx="8138160" cy="1188720"/>
          </a:xfrm>
          <a:prstGeom prst="roundRect">
            <a:avLst>
              <a:gd name="adj" fmla="val 9231"/>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7" name="Text 7"/>
          <p:cNvSpPr txBox="1"/>
          <p:nvPr/>
        </p:nvSpPr>
        <p:spPr>
          <a:xfrm>
            <a:off x="731520" y="2331720"/>
            <a:ext cx="2743200" cy="1188720"/>
          </a:xfrm>
          <a:prstGeom prst="rect">
            <a:avLst/>
          </a:prstGeom>
          <a:noFill/>
          <a:ln/>
        </p:spPr>
        <p:txBody>
          <a:bodyPr wrap="square" lIns="0" tIns="0" rIns="0" bIns="0" rtlCol="0" anchor="ctr"/>
          <a:lstStyle/>
          <a:p>
            <a:pPr indent="0" marL="0">
              <a:buNone/>
            </a:pPr>
            <a:r>
              <a:rPr lang="en-US" sz="2400" dirty="0">
                <a:solidFill>
                  <a:srgbClr val="F72585"/>
                </a:solidFill>
                <a:latin typeface="Arial Black" pitchFamily="34" charset="0"/>
                <a:ea typeface="Arial Black" pitchFamily="34" charset="-122"/>
                <a:cs typeface="Arial Black" pitchFamily="34" charset="-120"/>
              </a:rPr>
              <a:t>-1 SHIELD</a:t>
            </a:r>
            <a:endParaRPr lang="en-US" sz="2400" dirty="0"/>
          </a:p>
        </p:txBody>
      </p:sp>
      <p:pic>
        <p:nvPicPr>
          <p:cNvPr id="18" name="Image 8" descr="/tmp/claude-0/-home-user-ashton212123/6ae88841-e158-5430-ba3a-d930461fce9f/scratchpad/build/assets/shield.png">    </p:cNvPr>
          <p:cNvPicPr>
            <a:picLocks noChangeAspect="1"/>
          </p:cNvPicPr>
          <p:nvPr/>
        </p:nvPicPr>
        <p:blipFill>
          <a:blip r:embed="rId9"/>
          <a:stretch>
            <a:fillRect/>
          </a:stretch>
        </p:blipFill>
        <p:spPr>
          <a:xfrm>
            <a:off x="3566160" y="2560320"/>
            <a:ext cx="731520" cy="731520"/>
          </a:xfrm>
          <a:prstGeom prst="rect">
            <a:avLst/>
          </a:prstGeom>
        </p:spPr>
      </p:pic>
      <p:pic>
        <p:nvPicPr>
          <p:cNvPr id="19" name="Image 9" descr="/tmp/claude-0/-home-user-ashton212123/6ae88841-e158-5430-ba3a-d930461fce9f/scratchpad/build/assets/shield.png">    </p:cNvPr>
          <p:cNvPicPr>
            <a:picLocks noChangeAspect="1"/>
          </p:cNvPicPr>
          <p:nvPr/>
        </p:nvPicPr>
        <p:blipFill>
          <a:blip r:embed="rId10"/>
          <a:stretch>
            <a:fillRect/>
          </a:stretch>
        </p:blipFill>
        <p:spPr>
          <a:xfrm>
            <a:off x="4434840" y="2560320"/>
            <a:ext cx="731520" cy="731520"/>
          </a:xfrm>
          <a:prstGeom prst="rect">
            <a:avLst/>
          </a:prstGeom>
        </p:spPr>
      </p:pic>
      <p:pic>
        <p:nvPicPr>
          <p:cNvPr id="20" name="Image 10" descr="/tmp/claude-0/-home-user-ashton212123/6ae88841-e158-5430-ba3a-d930461fce9f/scratchpad/build/assets/shield_empty.png">    </p:cNvPr>
          <p:cNvPicPr>
            <a:picLocks noChangeAspect="1"/>
          </p:cNvPicPr>
          <p:nvPr/>
        </p:nvPicPr>
        <p:blipFill>
          <a:blip r:embed="rId11"/>
          <a:stretch>
            <a:fillRect/>
          </a:stretch>
        </p:blipFill>
        <p:spPr>
          <a:xfrm>
            <a:off x="5303520" y="2560320"/>
            <a:ext cx="731520" cy="731520"/>
          </a:xfrm>
          <a:prstGeom prst="rect">
            <a:avLst/>
          </a:prstGeom>
        </p:spPr>
      </p:pic>
      <p:sp>
        <p:nvSpPr>
          <p:cNvPr id="21" name="Text 8"/>
          <p:cNvSpPr txBox="1"/>
          <p:nvPr/>
        </p:nvSpPr>
        <p:spPr>
          <a:xfrm>
            <a:off x="6263640" y="2331720"/>
            <a:ext cx="2103120" cy="1188720"/>
          </a:xfrm>
          <a:prstGeom prst="rect">
            <a:avLst/>
          </a:prstGeom>
          <a:noFill/>
          <a:ln/>
        </p:spPr>
        <p:txBody>
          <a:bodyPr wrap="square" lIns="0" tIns="0" rIns="0" bIns="0" rtlCol="0" anchor="ctr"/>
          <a:lstStyle/>
          <a:p>
            <a:pPr indent="0" marL="0">
              <a:buNone/>
            </a:pPr>
            <a:r>
              <a:rPr lang="en-US" sz="1800" b="1" dirty="0">
                <a:solidFill>
                  <a:srgbClr val="EAF2FF"/>
                </a:solidFill>
                <a:latin typeface="Courier New" pitchFamily="34" charset="0"/>
                <a:ea typeface="Courier New" pitchFamily="34" charset="-122"/>
                <a:cs typeface="Courier New" pitchFamily="34" charset="-120"/>
              </a:rPr>
              <a:t>2 LEFT</a:t>
            </a:r>
            <a:endParaRPr lang="en-US" sz="1800" dirty="0"/>
          </a:p>
        </p:txBody>
      </p:sp>
      <p:sp>
        <p:nvSpPr>
          <p:cNvPr id="22" name="Shape 9"/>
          <p:cNvSpPr/>
          <p:nvPr/>
        </p:nvSpPr>
        <p:spPr>
          <a:xfrm>
            <a:off x="457200" y="3749040"/>
            <a:ext cx="8138160" cy="1417320"/>
          </a:xfrm>
          <a:prstGeom prst="roundRect">
            <a:avLst>
              <a:gd name="adj" fmla="val 7742"/>
            </a:avLst>
          </a:prstGeom>
          <a:solidFill>
            <a:srgbClr val="121A3F">
              <a:alpha val="94000"/>
            </a:srgbClr>
          </a:solidFill>
          <a:ln w="19050">
            <a:solidFill>
              <a:srgbClr val="FFC233"/>
            </a:solidFill>
            <a:prstDash val="solid"/>
          </a:ln>
        </p:spPr>
      </p:sp>
      <p:pic>
        <p:nvPicPr>
          <p:cNvPr id="23" name="Image 11" descr="/tmp/claude-0/-home-user-ashton212123/6ae88841-e158-5430-ba3a-d930461fce9f/scratchpad/build/assets/icons/FaLightbulb_FFC233.png">    </p:cNvPr>
          <p:cNvPicPr>
            <a:picLocks noChangeAspect="1"/>
          </p:cNvPicPr>
          <p:nvPr/>
        </p:nvPicPr>
        <p:blipFill>
          <a:blip r:embed="rId12"/>
          <a:stretch>
            <a:fillRect/>
          </a:stretch>
        </p:blipFill>
        <p:spPr>
          <a:xfrm>
            <a:off x="731520" y="3931920"/>
            <a:ext cx="384048" cy="384048"/>
          </a:xfrm>
          <a:prstGeom prst="rect">
            <a:avLst/>
          </a:prstGeom>
        </p:spPr>
      </p:pic>
      <p:sp>
        <p:nvSpPr>
          <p:cNvPr id="24" name="Text 10"/>
          <p:cNvSpPr txBox="1"/>
          <p:nvPr/>
        </p:nvSpPr>
        <p:spPr>
          <a:xfrm>
            <a:off x="1234440" y="3931920"/>
            <a:ext cx="3657600" cy="384048"/>
          </a:xfrm>
          <a:prstGeom prst="rect">
            <a:avLst/>
          </a:prstGeom>
          <a:noFill/>
          <a:ln/>
        </p:spPr>
        <p:txBody>
          <a:bodyPr wrap="square" lIns="0" tIns="0" rIns="0" bIns="0" rtlCol="0" anchor="ctr"/>
          <a:lstStyle/>
          <a:p>
            <a:pPr indent="0" marL="0">
              <a:buNone/>
            </a:pPr>
            <a:r>
              <a:rPr lang="en-US" sz="1200" b="1" dirty="0">
                <a:solidFill>
                  <a:srgbClr val="FFC233"/>
                </a:solidFill>
                <a:latin typeface="Courier New" pitchFamily="34" charset="0"/>
                <a:ea typeface="Courier New" pitchFamily="34" charset="-122"/>
                <a:cs typeface="Courier New" pitchFamily="34" charset="-120"/>
              </a:rPr>
              <a:t>BYTE'S HINT</a:t>
            </a:r>
            <a:endParaRPr lang="en-US" sz="1200" dirty="0"/>
          </a:p>
        </p:txBody>
      </p:sp>
      <p:sp>
        <p:nvSpPr>
          <p:cNvPr id="25" name="Text 11"/>
          <p:cNvSpPr txBox="1"/>
          <p:nvPr/>
        </p:nvSpPr>
        <p:spPr>
          <a:xfrm>
            <a:off x="731520" y="4389120"/>
            <a:ext cx="7635240" cy="68580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What would BYTE, the antivirus, tell you to do?</a:t>
            </a:r>
            <a:endParaRPr lang="en-US" sz="1800" dirty="0"/>
          </a:p>
        </p:txBody>
      </p:sp>
      <p:pic>
        <p:nvPicPr>
          <p:cNvPr id="26" name="Image 12" descr="/tmp/claude-0/-home-user-ashton212123/6ae88841-e158-5430-ba3a-d930461fce9f/scratchpad/build/assets/null_glitch.png">    </p:cNvPr>
          <p:cNvPicPr>
            <a:picLocks noChangeAspect="1"/>
          </p:cNvPicPr>
          <p:nvPr/>
        </p:nvPicPr>
        <p:blipFill>
          <a:blip r:embed="rId13"/>
          <a:stretch>
            <a:fillRect/>
          </a:stretch>
        </p:blipFill>
        <p:spPr>
          <a:xfrm>
            <a:off x="8915400" y="1554480"/>
            <a:ext cx="2834640" cy="2240280"/>
          </a:xfrm>
          <a:prstGeom prst="rect">
            <a:avLst/>
          </a:prstGeom>
        </p:spPr>
      </p:pic>
      <p:sp>
        <p:nvSpPr>
          <p:cNvPr id="27" name="Link - TRY AGAIN">
            <a:hlinkClick r:id="rId17" action="ppaction://hlinksldjump" highlightClick="1"/>
          </p:cNvPr>
          <p:cNvSpPr txBox="1"/>
          <p:nvPr/>
        </p:nvSpPr>
        <p:spPr>
          <a:xfrm>
            <a:off x="457200" y="5440680"/>
            <a:ext cx="3108960" cy="731520"/>
          </a:xfrm>
          <a:prstGeom prst="roundRect">
            <a:avLst>
              <a:gd name="adj" fmla="val 12500"/>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TRY AGAIN</a:t>
            </a:r>
            <a:endParaRPr lang="en-US" sz="1600" dirty="0"/>
          </a:p>
        </p:txBody>
      </p:sp>
      <p:sp>
        <p:nvSpPr>
          <p:cNvPr id="28" name="Text 13"/>
          <p:cNvSpPr txBox="1"/>
          <p:nvPr/>
        </p:nvSpPr>
        <p:spPr>
          <a:xfrm>
            <a:off x="3794760" y="5440680"/>
            <a:ext cx="4846320" cy="731520"/>
          </a:xfrm>
          <a:prstGeom prst="rect">
            <a:avLst/>
          </a:prstGeom>
          <a:noFill/>
          <a:ln/>
        </p:spPr>
        <p:txBody>
          <a:bodyPr wrap="square" lIns="0" tIns="0" rIns="0" bIns="0" rtlCol="0" anchor="ctr"/>
          <a:lstStyle/>
          <a:p>
            <a:pPr indent="0" marL="0">
              <a:buNone/>
            </a:pPr>
            <a:r>
              <a:rPr lang="en-US" sz="1200" dirty="0">
                <a:solidFill>
                  <a:srgbClr val="9AA6D9"/>
                </a:solidFill>
                <a:latin typeface="Courier New" pitchFamily="34" charset="0"/>
                <a:ea typeface="Courier New" pitchFamily="34" charset="-122"/>
                <a:cs typeface="Courier New" pitchFamily="34" charset="-120"/>
              </a:rPr>
              <a:t>Retry the same question with one less shield.</a:t>
            </a:r>
            <a:endParaRPr lang="en-US" sz="1200" dirty="0"/>
          </a:p>
        </p:txBody>
      </p:sp>
    </p:spTree>
  </p:cSld>
  <p:clrMapOvr>
    <a:masterClrMapping/>
  </p:clrMapOvr>
  <p:transition spd="med" advClick="0">
    <p:fade/>
    <p:sndAc>
      <p:stSnd>
        <p:snd r:embed="rId18" name="snd_wrong.wav"/>
      </p:stSnd>
    </p:sndAc>
  </p:transition>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72585"/>
                </a:solidFill>
                <a:latin typeface="Courier New" pitchFamily="34" charset="0"/>
                <a:ea typeface="Courier New" pitchFamily="34" charset="-122"/>
                <a:cs typeface="Courier New" pitchFamily="34" charset="-120"/>
              </a:rPr>
              <a:t>&gt; NULL'S CORE // FINAL GATE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6"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ExclamationTriangle_F72585.png">    </p:cNvPr>
          <p:cNvPicPr>
            <a:picLocks noChangeAspect="1"/>
          </p:cNvPicPr>
          <p:nvPr/>
        </p:nvPicPr>
        <p:blipFill>
          <a:blip r:embed="rId8"/>
          <a:stretch>
            <a:fillRect/>
          </a:stretch>
        </p:blipFill>
        <p:spPr>
          <a:xfrm>
            <a:off x="457200" y="1005840"/>
            <a:ext cx="603504" cy="603504"/>
          </a:xfrm>
          <a:prstGeom prst="rect">
            <a:avLst/>
          </a:prstGeom>
        </p:spPr>
      </p:pic>
      <p:sp>
        <p:nvSpPr>
          <p:cNvPr id="14" name="Text 4"/>
          <p:cNvSpPr txBox="1"/>
          <p:nvPr/>
        </p:nvSpPr>
        <p:spPr>
          <a:xfrm>
            <a:off x="1234440" y="914400"/>
            <a:ext cx="7498080" cy="777240"/>
          </a:xfrm>
          <a:prstGeom prst="rect">
            <a:avLst/>
          </a:prstGeom>
          <a:noFill/>
          <a:ln/>
        </p:spPr>
        <p:txBody>
          <a:bodyPr wrap="square" lIns="0" tIns="0" rIns="0" bIns="0" rtlCol="0" anchor="ctr"/>
          <a:lstStyle/>
          <a:p>
            <a:pPr indent="0" marL="0">
              <a:buNone/>
            </a:pPr>
            <a:r>
              <a:rPr lang="en-US" sz="3400" dirty="0">
                <a:solidFill>
                  <a:srgbClr val="F72585"/>
                </a:solidFill>
                <a:latin typeface="Arial Black" pitchFamily="34" charset="0"/>
                <a:ea typeface="Arial Black" pitchFamily="34" charset="-122"/>
                <a:cs typeface="Arial Black" pitchFamily="34" charset="-120"/>
              </a:rPr>
              <a:t>GLITCH DETECTED!</a:t>
            </a:r>
            <a:endParaRPr lang="en-US" sz="3400" dirty="0"/>
          </a:p>
        </p:txBody>
      </p:sp>
      <p:sp>
        <p:nvSpPr>
          <p:cNvPr id="15" name="Text 5"/>
          <p:cNvSpPr txBox="1"/>
          <p:nvPr/>
        </p:nvSpPr>
        <p:spPr>
          <a:xfrm>
            <a:off x="457200" y="1719072"/>
            <a:ext cx="8138160" cy="457200"/>
          </a:xfrm>
          <a:prstGeom prst="rect">
            <a:avLst/>
          </a:prstGeom>
          <a:noFill/>
          <a:ln/>
        </p:spPr>
        <p:txBody>
          <a:bodyPr wrap="square" lIns="0" tIns="0" rIns="0" bIns="0" rtlCol="0" anchor="ctr"/>
          <a:lstStyle/>
          <a:p>
            <a:pPr indent="0" marL="0">
              <a:buNone/>
            </a:pPr>
            <a:r>
              <a:rPr lang="en-US" sz="1500" b="1" dirty="0">
                <a:solidFill>
                  <a:srgbClr val="FF8FC7"/>
                </a:solidFill>
                <a:latin typeface="Courier New" pitchFamily="34" charset="0"/>
                <a:ea typeface="Courier New" pitchFamily="34" charset="-122"/>
                <a:cs typeface="Courier New" pitchFamily="34" charset="-120"/>
              </a:rPr>
              <a:t>NULL: "ERROR 404: Correct answer not found! Hahaha!"</a:t>
            </a:r>
            <a:endParaRPr lang="en-US" sz="1500" dirty="0"/>
          </a:p>
        </p:txBody>
      </p:sp>
      <p:sp>
        <p:nvSpPr>
          <p:cNvPr id="16" name="Shape 6"/>
          <p:cNvSpPr/>
          <p:nvPr/>
        </p:nvSpPr>
        <p:spPr>
          <a:xfrm>
            <a:off x="457200" y="2331720"/>
            <a:ext cx="8138160" cy="1188720"/>
          </a:xfrm>
          <a:prstGeom prst="roundRect">
            <a:avLst>
              <a:gd name="adj" fmla="val 9231"/>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7" name="Text 7"/>
          <p:cNvSpPr txBox="1"/>
          <p:nvPr/>
        </p:nvSpPr>
        <p:spPr>
          <a:xfrm>
            <a:off x="731520" y="2331720"/>
            <a:ext cx="2743200" cy="1188720"/>
          </a:xfrm>
          <a:prstGeom prst="rect">
            <a:avLst/>
          </a:prstGeom>
          <a:noFill/>
          <a:ln/>
        </p:spPr>
        <p:txBody>
          <a:bodyPr wrap="square" lIns="0" tIns="0" rIns="0" bIns="0" rtlCol="0" anchor="ctr"/>
          <a:lstStyle/>
          <a:p>
            <a:pPr indent="0" marL="0">
              <a:buNone/>
            </a:pPr>
            <a:r>
              <a:rPr lang="en-US" sz="2400" dirty="0">
                <a:solidFill>
                  <a:srgbClr val="F72585"/>
                </a:solidFill>
                <a:latin typeface="Arial Black" pitchFamily="34" charset="0"/>
                <a:ea typeface="Arial Black" pitchFamily="34" charset="-122"/>
                <a:cs typeface="Arial Black" pitchFamily="34" charset="-120"/>
              </a:rPr>
              <a:t>-1 SHIELD</a:t>
            </a:r>
            <a:endParaRPr lang="en-US" sz="2400" dirty="0"/>
          </a:p>
        </p:txBody>
      </p:sp>
      <p:pic>
        <p:nvPicPr>
          <p:cNvPr id="18" name="Image 8" descr="/tmp/claude-0/-home-user-ashton212123/6ae88841-e158-5430-ba3a-d930461fce9f/scratchpad/build/assets/shield.png">    </p:cNvPr>
          <p:cNvPicPr>
            <a:picLocks noChangeAspect="1"/>
          </p:cNvPicPr>
          <p:nvPr/>
        </p:nvPicPr>
        <p:blipFill>
          <a:blip r:embed="rId9"/>
          <a:stretch>
            <a:fillRect/>
          </a:stretch>
        </p:blipFill>
        <p:spPr>
          <a:xfrm>
            <a:off x="3566160" y="2560320"/>
            <a:ext cx="731520" cy="731520"/>
          </a:xfrm>
          <a:prstGeom prst="rect">
            <a:avLst/>
          </a:prstGeom>
        </p:spPr>
      </p:pic>
      <p:pic>
        <p:nvPicPr>
          <p:cNvPr id="19" name="Image 9" descr="/tmp/claude-0/-home-user-ashton212123/6ae88841-e158-5430-ba3a-d930461fce9f/scratchpad/build/assets/shield_empty.png">    </p:cNvPr>
          <p:cNvPicPr>
            <a:picLocks noChangeAspect="1"/>
          </p:cNvPicPr>
          <p:nvPr/>
        </p:nvPicPr>
        <p:blipFill>
          <a:blip r:embed="rId10"/>
          <a:stretch>
            <a:fillRect/>
          </a:stretch>
        </p:blipFill>
        <p:spPr>
          <a:xfrm>
            <a:off x="4434840" y="2560320"/>
            <a:ext cx="731520" cy="731520"/>
          </a:xfrm>
          <a:prstGeom prst="rect">
            <a:avLst/>
          </a:prstGeom>
        </p:spPr>
      </p:pic>
      <p:pic>
        <p:nvPicPr>
          <p:cNvPr id="20" name="Image 10" descr="/tmp/claude-0/-home-user-ashton212123/6ae88841-e158-5430-ba3a-d930461fce9f/scratchpad/build/assets/shield_empty.png">    </p:cNvPr>
          <p:cNvPicPr>
            <a:picLocks noChangeAspect="1"/>
          </p:cNvPicPr>
          <p:nvPr/>
        </p:nvPicPr>
        <p:blipFill>
          <a:blip r:embed="rId11"/>
          <a:stretch>
            <a:fillRect/>
          </a:stretch>
        </p:blipFill>
        <p:spPr>
          <a:xfrm>
            <a:off x="5303520" y="2560320"/>
            <a:ext cx="731520" cy="731520"/>
          </a:xfrm>
          <a:prstGeom prst="rect">
            <a:avLst/>
          </a:prstGeom>
        </p:spPr>
      </p:pic>
      <p:sp>
        <p:nvSpPr>
          <p:cNvPr id="21" name="Text 8"/>
          <p:cNvSpPr txBox="1"/>
          <p:nvPr/>
        </p:nvSpPr>
        <p:spPr>
          <a:xfrm>
            <a:off x="6263640" y="2331720"/>
            <a:ext cx="2103120" cy="1188720"/>
          </a:xfrm>
          <a:prstGeom prst="rect">
            <a:avLst/>
          </a:prstGeom>
          <a:noFill/>
          <a:ln/>
        </p:spPr>
        <p:txBody>
          <a:bodyPr wrap="square" lIns="0" tIns="0" rIns="0" bIns="0" rtlCol="0" anchor="ctr"/>
          <a:lstStyle/>
          <a:p>
            <a:pPr indent="0" marL="0">
              <a:buNone/>
            </a:pPr>
            <a:r>
              <a:rPr lang="en-US" sz="1800" b="1" dirty="0">
                <a:solidFill>
                  <a:srgbClr val="F72585"/>
                </a:solidFill>
                <a:latin typeface="Courier New" pitchFamily="34" charset="0"/>
                <a:ea typeface="Courier New" pitchFamily="34" charset="-122"/>
                <a:cs typeface="Courier New" pitchFamily="34" charset="-120"/>
              </a:rPr>
              <a:t>1 LEFT</a:t>
            </a:r>
            <a:endParaRPr lang="en-US" sz="1800" dirty="0"/>
          </a:p>
        </p:txBody>
      </p:sp>
      <p:sp>
        <p:nvSpPr>
          <p:cNvPr id="22" name="Shape 9"/>
          <p:cNvSpPr/>
          <p:nvPr/>
        </p:nvSpPr>
        <p:spPr>
          <a:xfrm>
            <a:off x="457200" y="3749040"/>
            <a:ext cx="8138160" cy="1417320"/>
          </a:xfrm>
          <a:prstGeom prst="roundRect">
            <a:avLst>
              <a:gd name="adj" fmla="val 7742"/>
            </a:avLst>
          </a:prstGeom>
          <a:solidFill>
            <a:srgbClr val="121A3F">
              <a:alpha val="94000"/>
            </a:srgbClr>
          </a:solidFill>
          <a:ln w="19050">
            <a:solidFill>
              <a:srgbClr val="FFC233"/>
            </a:solidFill>
            <a:prstDash val="solid"/>
          </a:ln>
        </p:spPr>
      </p:sp>
      <p:pic>
        <p:nvPicPr>
          <p:cNvPr id="23" name="Image 11" descr="/tmp/claude-0/-home-user-ashton212123/6ae88841-e158-5430-ba3a-d930461fce9f/scratchpad/build/assets/icons/FaLightbulb_FFC233.png">    </p:cNvPr>
          <p:cNvPicPr>
            <a:picLocks noChangeAspect="1"/>
          </p:cNvPicPr>
          <p:nvPr/>
        </p:nvPicPr>
        <p:blipFill>
          <a:blip r:embed="rId12"/>
          <a:stretch>
            <a:fillRect/>
          </a:stretch>
        </p:blipFill>
        <p:spPr>
          <a:xfrm>
            <a:off x="731520" y="3931920"/>
            <a:ext cx="384048" cy="384048"/>
          </a:xfrm>
          <a:prstGeom prst="rect">
            <a:avLst/>
          </a:prstGeom>
        </p:spPr>
      </p:pic>
      <p:sp>
        <p:nvSpPr>
          <p:cNvPr id="24" name="Text 10"/>
          <p:cNvSpPr txBox="1"/>
          <p:nvPr/>
        </p:nvSpPr>
        <p:spPr>
          <a:xfrm>
            <a:off x="1234440" y="3931920"/>
            <a:ext cx="3657600" cy="384048"/>
          </a:xfrm>
          <a:prstGeom prst="rect">
            <a:avLst/>
          </a:prstGeom>
          <a:noFill/>
          <a:ln/>
        </p:spPr>
        <p:txBody>
          <a:bodyPr wrap="square" lIns="0" tIns="0" rIns="0" bIns="0" rtlCol="0" anchor="ctr"/>
          <a:lstStyle/>
          <a:p>
            <a:pPr indent="0" marL="0">
              <a:buNone/>
            </a:pPr>
            <a:r>
              <a:rPr lang="en-US" sz="1200" b="1" dirty="0">
                <a:solidFill>
                  <a:srgbClr val="FFC233"/>
                </a:solidFill>
                <a:latin typeface="Courier New" pitchFamily="34" charset="0"/>
                <a:ea typeface="Courier New" pitchFamily="34" charset="-122"/>
                <a:cs typeface="Courier New" pitchFamily="34" charset="-120"/>
              </a:rPr>
              <a:t>BYTE'S HINT</a:t>
            </a:r>
            <a:endParaRPr lang="en-US" sz="1200" dirty="0"/>
          </a:p>
        </p:txBody>
      </p:sp>
      <p:sp>
        <p:nvSpPr>
          <p:cNvPr id="25" name="Text 11"/>
          <p:cNvSpPr txBox="1"/>
          <p:nvPr/>
        </p:nvSpPr>
        <p:spPr>
          <a:xfrm>
            <a:off x="731520" y="4389120"/>
            <a:ext cx="7635240" cy="68580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What would BYTE, the antivirus, tell you to do?</a:t>
            </a:r>
            <a:endParaRPr lang="en-US" sz="1800" dirty="0"/>
          </a:p>
        </p:txBody>
      </p:sp>
      <p:pic>
        <p:nvPicPr>
          <p:cNvPr id="26" name="Image 12" descr="/tmp/claude-0/-home-user-ashton212123/6ae88841-e158-5430-ba3a-d930461fce9f/scratchpad/build/assets/null_glitch.png">    </p:cNvPr>
          <p:cNvPicPr>
            <a:picLocks noChangeAspect="1"/>
          </p:cNvPicPr>
          <p:nvPr/>
        </p:nvPicPr>
        <p:blipFill>
          <a:blip r:embed="rId13"/>
          <a:stretch>
            <a:fillRect/>
          </a:stretch>
        </p:blipFill>
        <p:spPr>
          <a:xfrm>
            <a:off x="8915400" y="1554480"/>
            <a:ext cx="2834640" cy="2240280"/>
          </a:xfrm>
          <a:prstGeom prst="rect">
            <a:avLst/>
          </a:prstGeom>
        </p:spPr>
      </p:pic>
      <p:sp>
        <p:nvSpPr>
          <p:cNvPr id="27" name="Link - TRY AGAIN">
            <a:hlinkClick r:id="rId17" action="ppaction://hlinksldjump" highlightClick="1"/>
          </p:cNvPr>
          <p:cNvSpPr txBox="1"/>
          <p:nvPr/>
        </p:nvSpPr>
        <p:spPr>
          <a:xfrm>
            <a:off x="457200" y="5440680"/>
            <a:ext cx="3108960" cy="731520"/>
          </a:xfrm>
          <a:prstGeom prst="roundRect">
            <a:avLst>
              <a:gd name="adj" fmla="val 12500"/>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TRY AGAIN</a:t>
            </a:r>
            <a:endParaRPr lang="en-US" sz="1600" dirty="0"/>
          </a:p>
        </p:txBody>
      </p:sp>
      <p:sp>
        <p:nvSpPr>
          <p:cNvPr id="28" name="Text 13"/>
          <p:cNvSpPr txBox="1"/>
          <p:nvPr/>
        </p:nvSpPr>
        <p:spPr>
          <a:xfrm>
            <a:off x="3794760" y="5440680"/>
            <a:ext cx="4846320" cy="731520"/>
          </a:xfrm>
          <a:prstGeom prst="rect">
            <a:avLst/>
          </a:prstGeom>
          <a:noFill/>
          <a:ln/>
        </p:spPr>
        <p:txBody>
          <a:bodyPr wrap="square" lIns="0" tIns="0" rIns="0" bIns="0" rtlCol="0" anchor="ctr"/>
          <a:lstStyle/>
          <a:p>
            <a:pPr indent="0" marL="0">
              <a:buNone/>
            </a:pPr>
            <a:r>
              <a:rPr lang="en-US" sz="1200" b="1" dirty="0">
                <a:solidFill>
                  <a:srgbClr val="F72585"/>
                </a:solidFill>
                <a:latin typeface="Courier New" pitchFamily="34" charset="0"/>
                <a:ea typeface="Courier New" pitchFamily="34" charset="-122"/>
                <a:cs typeface="Courier New" pitchFamily="34" charset="-120"/>
              </a:rPr>
              <a:t>Careful! This is your LAST shield.</a:t>
            </a:r>
            <a:endParaRPr lang="en-US" sz="1200" dirty="0"/>
          </a:p>
        </p:txBody>
      </p:sp>
    </p:spTree>
  </p:cSld>
  <p:clrMapOvr>
    <a:masterClrMapping/>
  </p:clrMapOvr>
  <p:transition spd="med" advClick="0">
    <p:fade/>
    <p:sndAc>
      <p:stSnd>
        <p:snd r:embed="rId18" name="snd_wrong.wav"/>
      </p:stSnd>
    </p:sndAc>
  </p:transition>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72585"/>
                </a:solidFill>
                <a:latin typeface="Courier New" pitchFamily="34" charset="0"/>
                <a:ea typeface="Courier New" pitchFamily="34" charset="-122"/>
                <a:cs typeface="Courier New" pitchFamily="34" charset="-120"/>
              </a:rPr>
              <a:t>&gt; NULL'S CORE // FINAL GATE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ESC GATE LOCK</a:t>
            </a:r>
            <a:endParaRPr lang="en-US" sz="1300" dirty="0"/>
          </a:p>
        </p:txBody>
      </p:sp>
      <p:pic>
        <p:nvPicPr>
          <p:cNvPr id="14" name="Image 7" descr="/tmp/claude-0/-home-user-ashton212123/6ae88841-e158-5430-ba3a-d930461fce9f/scratchpad/build/assets/null.png">    </p:cNvPr>
          <p:cNvPicPr>
            <a:picLocks noChangeAspect="1"/>
          </p:cNvPicPr>
          <p:nvPr/>
        </p:nvPicPr>
        <p:blipFill>
          <a:blip r:embed="rId8"/>
          <a:stretch>
            <a:fillRect/>
          </a:stretch>
        </p:blipFill>
        <p:spPr>
          <a:xfrm>
            <a:off x="411480" y="1508760"/>
            <a:ext cx="1508760" cy="1435608"/>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NULL: "Fine! But I SCRAMBLED the ESC Gate! The code is your 4 fragments in REVERSE order. Hehehe!"</a:t>
            </a:r>
            <a:endParaRPr lang="en-US" sz="2200" dirty="0"/>
          </a:p>
        </p:txBody>
      </p:sp>
      <p:pic>
        <p:nvPicPr>
          <p:cNvPr id="17" name="Image 8" descr="/tmp/claude-0/-home-user-ashton212123/6ae88841-e158-5430-ba3a-d930461fce9f/scratchpad/build/assets/icons/FaLock_FFC233.png">    </p:cNvPr>
          <p:cNvPicPr>
            <a:picLocks noChangeAspect="1"/>
          </p:cNvPicPr>
          <p:nvPr/>
        </p:nvPicPr>
        <p:blipFill>
          <a:blip r:embed="rId9"/>
          <a:stretch>
            <a:fillRect/>
          </a:stretch>
        </p:blipFill>
        <p:spPr>
          <a:xfrm>
            <a:off x="457200" y="3456432"/>
            <a:ext cx="457200" cy="457200"/>
          </a:xfrm>
          <a:prstGeom prst="rect">
            <a:avLst/>
          </a:prstGeom>
        </p:spPr>
      </p:pic>
      <p:sp>
        <p:nvSpPr>
          <p:cNvPr id="18" name="Text 7"/>
          <p:cNvSpPr txBox="1"/>
          <p:nvPr/>
        </p:nvSpPr>
        <p:spPr>
          <a:xfrm>
            <a:off x="1051560" y="3456432"/>
            <a:ext cx="8229600" cy="457200"/>
          </a:xfrm>
          <a:prstGeom prst="rect">
            <a:avLst/>
          </a:prstGeom>
          <a:noFill/>
          <a:ln/>
        </p:spPr>
        <p:txBody>
          <a:bodyPr wrap="square" lIns="0" tIns="0" rIns="0" bIns="0" rtlCol="0" anchor="ctr"/>
          <a:lstStyle/>
          <a:p>
            <a:pPr indent="0" marL="0">
              <a:buNone/>
            </a:pPr>
            <a:r>
              <a:rPr lang="en-US" sz="1600" b="1" dirty="0">
                <a:solidFill>
                  <a:srgbClr val="FFC233"/>
                </a:solidFill>
                <a:latin typeface="Courier New" pitchFamily="34" charset="0"/>
                <a:ea typeface="Courier New" pitchFamily="34" charset="-122"/>
                <a:cs typeface="Courier New" pitchFamily="34" charset="-120"/>
              </a:rPr>
              <a:t>ESC GATE  //  ENTER THE 4-DIGIT CODE</a:t>
            </a:r>
            <a:endParaRPr lang="en-US" sz="1600" dirty="0"/>
          </a:p>
        </p:txBody>
      </p:sp>
      <p:sp>
        <p:nvSpPr>
          <p:cNvPr id="19" name="Link - Answer A">
            <a:hlinkClick r:id="rId13" action="ppaction://hlinksldjump" highlightClick="1"/>
          </p:cNvPr>
          <p:cNvSpPr txBox="1"/>
          <p:nvPr/>
        </p:nvSpPr>
        <p:spPr>
          <a:xfrm>
            <a:off x="457200" y="4160520"/>
            <a:ext cx="2651760" cy="1737360"/>
          </a:xfrm>
          <a:prstGeom prst="roundRect">
            <a:avLst>
              <a:gd name="adj" fmla="val 5263"/>
            </a:avLst>
          </a:prstGeom>
          <a:solidFill>
            <a:srgbClr val="1A2353"/>
          </a:solidFill>
          <a:ln w="22225">
            <a:solidFill>
              <a:srgbClr val="F72585"/>
            </a:solidFill>
          </a:ln>
        </p:spPr>
        <p:txBody>
          <a:bodyPr wrap="square" lIns="50800" tIns="50800" rIns="50800" bIns="50800" rtlCol="0" anchor="ctr"/>
          <a:lstStyle/>
          <a:p>
            <a:pPr algn="ctr" indent="0" marL="0">
              <a:buNone/>
            </a:pPr>
            <a:r>
              <a:rPr lang="en-US" sz="4000" b="1" dirty="0">
                <a:solidFill>
                  <a:srgbClr val="FFC233"/>
                </a:solidFill>
                <a:latin typeface="Courier New" pitchFamily="34" charset="0"/>
                <a:ea typeface="Courier New" pitchFamily="34" charset="-122"/>
                <a:cs typeface="Courier New" pitchFamily="34" charset="-120"/>
              </a:rPr>
              <a:t>3 8 1 6</a:t>
            </a:r>
            <a:endParaRPr lang="en-US" sz="4000" dirty="0"/>
          </a:p>
        </p:txBody>
      </p:sp>
      <p:sp>
        <p:nvSpPr>
          <p:cNvPr id="20" name="Link - Answer A badge">
            <a:hlinkClick r:id="rId13" action="ppaction://hlinksldjump" highlightClick="1"/>
          </p:cNvPr>
          <p:cNvSpPr txBox="1"/>
          <p:nvPr/>
        </p:nvSpPr>
        <p:spPr>
          <a:xfrm>
            <a:off x="594360" y="4279392"/>
            <a:ext cx="457200" cy="457200"/>
          </a:xfrm>
          <a:prstGeom prst="ellipse">
            <a:avLst/>
          </a:prstGeom>
          <a:solidFill>
            <a:srgbClr val="F72585"/>
          </a:solidFill>
          <a:ln w="12700">
            <a:solidFill>
              <a:srgbClr val="F7258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21" name="Link - Answer B">
            <a:hlinkClick r:id="rId14" action="ppaction://hlinksldjump" highlightClick="1"/>
          </p:cNvPr>
          <p:cNvSpPr txBox="1"/>
          <p:nvPr/>
        </p:nvSpPr>
        <p:spPr>
          <a:xfrm>
            <a:off x="3331159" y="4160520"/>
            <a:ext cx="2651760" cy="1737360"/>
          </a:xfrm>
          <a:prstGeom prst="roundRect">
            <a:avLst>
              <a:gd name="adj" fmla="val 5263"/>
            </a:avLst>
          </a:prstGeom>
          <a:solidFill>
            <a:srgbClr val="1A2353"/>
          </a:solidFill>
          <a:ln w="22225">
            <a:solidFill>
              <a:srgbClr val="F72585"/>
            </a:solidFill>
          </a:ln>
        </p:spPr>
        <p:txBody>
          <a:bodyPr wrap="square" lIns="50800" tIns="50800" rIns="50800" bIns="50800" rtlCol="0" anchor="ctr"/>
          <a:lstStyle/>
          <a:p>
            <a:pPr algn="ctr" indent="0" marL="0">
              <a:buNone/>
            </a:pPr>
            <a:r>
              <a:rPr lang="en-US" sz="4000" b="1" dirty="0">
                <a:solidFill>
                  <a:srgbClr val="FFC233"/>
                </a:solidFill>
                <a:latin typeface="Courier New" pitchFamily="34" charset="0"/>
                <a:ea typeface="Courier New" pitchFamily="34" charset="-122"/>
                <a:cs typeface="Courier New" pitchFamily="34" charset="-120"/>
              </a:rPr>
              <a:t>6 1 8 3</a:t>
            </a:r>
            <a:endParaRPr lang="en-US" sz="4000" dirty="0"/>
          </a:p>
        </p:txBody>
      </p:sp>
      <p:sp>
        <p:nvSpPr>
          <p:cNvPr id="22" name="Link - Answer B badge">
            <a:hlinkClick r:id="rId14" action="ppaction://hlinksldjump" highlightClick="1"/>
          </p:cNvPr>
          <p:cNvSpPr txBox="1"/>
          <p:nvPr/>
        </p:nvSpPr>
        <p:spPr>
          <a:xfrm>
            <a:off x="3468319" y="4279392"/>
            <a:ext cx="457200" cy="457200"/>
          </a:xfrm>
          <a:prstGeom prst="ellipse">
            <a:avLst/>
          </a:prstGeom>
          <a:solidFill>
            <a:srgbClr val="F72585"/>
          </a:solidFill>
          <a:ln w="12700">
            <a:solidFill>
              <a:srgbClr val="F7258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
        <p:nvSpPr>
          <p:cNvPr id="23" name="Link - Answer C">
            <a:hlinkClick r:id="rId13" action="ppaction://hlinksldjump" highlightClick="1"/>
          </p:cNvPr>
          <p:cNvSpPr txBox="1"/>
          <p:nvPr/>
        </p:nvSpPr>
        <p:spPr>
          <a:xfrm>
            <a:off x="6205118" y="4160520"/>
            <a:ext cx="2651760" cy="1737360"/>
          </a:xfrm>
          <a:prstGeom prst="roundRect">
            <a:avLst>
              <a:gd name="adj" fmla="val 5263"/>
            </a:avLst>
          </a:prstGeom>
          <a:solidFill>
            <a:srgbClr val="1A2353"/>
          </a:solidFill>
          <a:ln w="22225">
            <a:solidFill>
              <a:srgbClr val="F72585"/>
            </a:solidFill>
          </a:ln>
        </p:spPr>
        <p:txBody>
          <a:bodyPr wrap="square" lIns="50800" tIns="50800" rIns="50800" bIns="50800" rtlCol="0" anchor="ctr"/>
          <a:lstStyle/>
          <a:p>
            <a:pPr algn="ctr" indent="0" marL="0">
              <a:buNone/>
            </a:pPr>
            <a:r>
              <a:rPr lang="en-US" sz="4000" b="1" dirty="0">
                <a:solidFill>
                  <a:srgbClr val="FFC233"/>
                </a:solidFill>
                <a:latin typeface="Courier New" pitchFamily="34" charset="0"/>
                <a:ea typeface="Courier New" pitchFamily="34" charset="-122"/>
                <a:cs typeface="Courier New" pitchFamily="34" charset="-120"/>
              </a:rPr>
              <a:t>1 6 3 8</a:t>
            </a:r>
            <a:endParaRPr lang="en-US" sz="4000" dirty="0"/>
          </a:p>
        </p:txBody>
      </p:sp>
      <p:sp>
        <p:nvSpPr>
          <p:cNvPr id="24" name="Link - Answer C badge">
            <a:hlinkClick r:id="rId13" action="ppaction://hlinksldjump" highlightClick="1"/>
          </p:cNvPr>
          <p:cNvSpPr txBox="1"/>
          <p:nvPr/>
        </p:nvSpPr>
        <p:spPr>
          <a:xfrm>
            <a:off x="6342278" y="4279392"/>
            <a:ext cx="457200" cy="457200"/>
          </a:xfrm>
          <a:prstGeom prst="ellipse">
            <a:avLst/>
          </a:prstGeom>
          <a:solidFill>
            <a:srgbClr val="F72585"/>
          </a:solidFill>
          <a:ln w="12700">
            <a:solidFill>
              <a:srgbClr val="F7258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sp>
        <p:nvSpPr>
          <p:cNvPr id="25" name="Link - Answer D">
            <a:hlinkClick r:id="rId13" action="ppaction://hlinksldjump" highlightClick="1"/>
          </p:cNvPr>
          <p:cNvSpPr txBox="1"/>
          <p:nvPr/>
        </p:nvSpPr>
        <p:spPr>
          <a:xfrm>
            <a:off x="9079078" y="4160520"/>
            <a:ext cx="2651760" cy="1737360"/>
          </a:xfrm>
          <a:prstGeom prst="roundRect">
            <a:avLst>
              <a:gd name="adj" fmla="val 5263"/>
            </a:avLst>
          </a:prstGeom>
          <a:solidFill>
            <a:srgbClr val="1A2353"/>
          </a:solidFill>
          <a:ln w="22225">
            <a:solidFill>
              <a:srgbClr val="F72585"/>
            </a:solidFill>
          </a:ln>
        </p:spPr>
        <p:txBody>
          <a:bodyPr wrap="square" lIns="50800" tIns="50800" rIns="50800" bIns="50800" rtlCol="0" anchor="ctr"/>
          <a:lstStyle/>
          <a:p>
            <a:pPr algn="ctr" indent="0" marL="0">
              <a:buNone/>
            </a:pPr>
            <a:r>
              <a:rPr lang="en-US" sz="4000" b="1" dirty="0">
                <a:solidFill>
                  <a:srgbClr val="FFC233"/>
                </a:solidFill>
                <a:latin typeface="Courier New" pitchFamily="34" charset="0"/>
                <a:ea typeface="Courier New" pitchFamily="34" charset="-122"/>
                <a:cs typeface="Courier New" pitchFamily="34" charset="-120"/>
              </a:rPr>
              <a:t>8 3 6 1</a:t>
            </a:r>
            <a:endParaRPr lang="en-US" sz="4000" dirty="0"/>
          </a:p>
        </p:txBody>
      </p:sp>
      <p:sp>
        <p:nvSpPr>
          <p:cNvPr id="26" name="Link - Answer D badge">
            <a:hlinkClick r:id="rId13" action="ppaction://hlinksldjump" highlightClick="1"/>
          </p:cNvPr>
          <p:cNvSpPr txBox="1"/>
          <p:nvPr/>
        </p:nvSpPr>
        <p:spPr>
          <a:xfrm>
            <a:off x="9216238" y="4279392"/>
            <a:ext cx="457200" cy="457200"/>
          </a:xfrm>
          <a:prstGeom prst="ellipse">
            <a:avLst/>
          </a:prstGeom>
          <a:solidFill>
            <a:srgbClr val="F72585"/>
          </a:solidFill>
          <a:ln w="12700">
            <a:solidFill>
              <a:srgbClr val="F7258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spTree>
  </p:cSld>
  <p:clrMapOvr>
    <a:masterClrMapping/>
  </p:clrMapOvr>
  <p:transition spd="med" advClick="0">
    <p:fade/>
  </p:transition>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72585"/>
                </a:solidFill>
                <a:latin typeface="Courier New" pitchFamily="34" charset="0"/>
                <a:ea typeface="Courier New" pitchFamily="34" charset="-122"/>
                <a:cs typeface="Courier New" pitchFamily="34" charset="-120"/>
              </a:rPr>
              <a:t>&gt; NULL'S CORE // FINAL GATE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ESC GATE LOCK</a:t>
            </a:r>
            <a:endParaRPr lang="en-US" sz="1300" dirty="0"/>
          </a:p>
        </p:txBody>
      </p:sp>
      <p:pic>
        <p:nvPicPr>
          <p:cNvPr id="14" name="Image 7" descr="/tmp/claude-0/-home-user-ashton212123/6ae88841-e158-5430-ba3a-d930461fce9f/scratchpad/build/assets/null.png">    </p:cNvPr>
          <p:cNvPicPr>
            <a:picLocks noChangeAspect="1"/>
          </p:cNvPicPr>
          <p:nvPr/>
        </p:nvPicPr>
        <p:blipFill>
          <a:blip r:embed="rId8"/>
          <a:stretch>
            <a:fillRect/>
          </a:stretch>
        </p:blipFill>
        <p:spPr>
          <a:xfrm>
            <a:off x="411480" y="1508760"/>
            <a:ext cx="1508760" cy="1435608"/>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NULL: "Fine! But I SCRAMBLED the ESC Gate! The code is your 4 fragments in REVERSE order. Hehehe!"</a:t>
            </a:r>
            <a:endParaRPr lang="en-US" sz="2200" dirty="0"/>
          </a:p>
        </p:txBody>
      </p:sp>
      <p:pic>
        <p:nvPicPr>
          <p:cNvPr id="17" name="Image 8" descr="/tmp/claude-0/-home-user-ashton212123/6ae88841-e158-5430-ba3a-d930461fce9f/scratchpad/build/assets/icons/FaLock_FFC233.png">    </p:cNvPr>
          <p:cNvPicPr>
            <a:picLocks noChangeAspect="1"/>
          </p:cNvPicPr>
          <p:nvPr/>
        </p:nvPicPr>
        <p:blipFill>
          <a:blip r:embed="rId9"/>
          <a:stretch>
            <a:fillRect/>
          </a:stretch>
        </p:blipFill>
        <p:spPr>
          <a:xfrm>
            <a:off x="457200" y="3456432"/>
            <a:ext cx="457200" cy="457200"/>
          </a:xfrm>
          <a:prstGeom prst="rect">
            <a:avLst/>
          </a:prstGeom>
        </p:spPr>
      </p:pic>
      <p:sp>
        <p:nvSpPr>
          <p:cNvPr id="18" name="Text 7"/>
          <p:cNvSpPr txBox="1"/>
          <p:nvPr/>
        </p:nvSpPr>
        <p:spPr>
          <a:xfrm>
            <a:off x="1051560" y="3456432"/>
            <a:ext cx="8229600" cy="457200"/>
          </a:xfrm>
          <a:prstGeom prst="rect">
            <a:avLst/>
          </a:prstGeom>
          <a:noFill/>
          <a:ln/>
        </p:spPr>
        <p:txBody>
          <a:bodyPr wrap="square" lIns="0" tIns="0" rIns="0" bIns="0" rtlCol="0" anchor="ctr"/>
          <a:lstStyle/>
          <a:p>
            <a:pPr indent="0" marL="0">
              <a:buNone/>
            </a:pPr>
            <a:r>
              <a:rPr lang="en-US" sz="1600" b="1" dirty="0">
                <a:solidFill>
                  <a:srgbClr val="FFC233"/>
                </a:solidFill>
                <a:latin typeface="Courier New" pitchFamily="34" charset="0"/>
                <a:ea typeface="Courier New" pitchFamily="34" charset="-122"/>
                <a:cs typeface="Courier New" pitchFamily="34" charset="-120"/>
              </a:rPr>
              <a:t>ESC GATE  //  ENTER THE 4-DIGIT CODE</a:t>
            </a:r>
            <a:endParaRPr lang="en-US" sz="1600" dirty="0"/>
          </a:p>
        </p:txBody>
      </p:sp>
      <p:sp>
        <p:nvSpPr>
          <p:cNvPr id="19" name="Link - Answer A">
            <a:hlinkClick r:id="rId13" action="ppaction://hlinksldjump" highlightClick="1"/>
          </p:cNvPr>
          <p:cNvSpPr txBox="1"/>
          <p:nvPr/>
        </p:nvSpPr>
        <p:spPr>
          <a:xfrm>
            <a:off x="457200" y="4160520"/>
            <a:ext cx="2651760" cy="1737360"/>
          </a:xfrm>
          <a:prstGeom prst="roundRect">
            <a:avLst>
              <a:gd name="adj" fmla="val 5263"/>
            </a:avLst>
          </a:prstGeom>
          <a:solidFill>
            <a:srgbClr val="1A2353"/>
          </a:solidFill>
          <a:ln w="22225">
            <a:solidFill>
              <a:srgbClr val="F72585"/>
            </a:solidFill>
          </a:ln>
        </p:spPr>
        <p:txBody>
          <a:bodyPr wrap="square" lIns="50800" tIns="50800" rIns="50800" bIns="50800" rtlCol="0" anchor="ctr"/>
          <a:lstStyle/>
          <a:p>
            <a:pPr algn="ctr" indent="0" marL="0">
              <a:buNone/>
            </a:pPr>
            <a:r>
              <a:rPr lang="en-US" sz="4000" b="1" dirty="0">
                <a:solidFill>
                  <a:srgbClr val="FFC233"/>
                </a:solidFill>
                <a:latin typeface="Courier New" pitchFamily="34" charset="0"/>
                <a:ea typeface="Courier New" pitchFamily="34" charset="-122"/>
                <a:cs typeface="Courier New" pitchFamily="34" charset="-120"/>
              </a:rPr>
              <a:t>3 8 1 6</a:t>
            </a:r>
            <a:endParaRPr lang="en-US" sz="4000" dirty="0"/>
          </a:p>
        </p:txBody>
      </p:sp>
      <p:sp>
        <p:nvSpPr>
          <p:cNvPr id="20" name="Link - Answer A badge">
            <a:hlinkClick r:id="rId13" action="ppaction://hlinksldjump" highlightClick="1"/>
          </p:cNvPr>
          <p:cNvSpPr txBox="1"/>
          <p:nvPr/>
        </p:nvSpPr>
        <p:spPr>
          <a:xfrm>
            <a:off x="594360" y="4279392"/>
            <a:ext cx="457200" cy="457200"/>
          </a:xfrm>
          <a:prstGeom prst="ellipse">
            <a:avLst/>
          </a:prstGeom>
          <a:solidFill>
            <a:srgbClr val="F72585"/>
          </a:solidFill>
          <a:ln w="12700">
            <a:solidFill>
              <a:srgbClr val="F7258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21" name="Link - Answer B">
            <a:hlinkClick r:id="rId14" action="ppaction://hlinksldjump" highlightClick="1"/>
          </p:cNvPr>
          <p:cNvSpPr txBox="1"/>
          <p:nvPr/>
        </p:nvSpPr>
        <p:spPr>
          <a:xfrm>
            <a:off x="3331159" y="4160520"/>
            <a:ext cx="2651760" cy="1737360"/>
          </a:xfrm>
          <a:prstGeom prst="roundRect">
            <a:avLst>
              <a:gd name="adj" fmla="val 5263"/>
            </a:avLst>
          </a:prstGeom>
          <a:solidFill>
            <a:srgbClr val="1A2353"/>
          </a:solidFill>
          <a:ln w="22225">
            <a:solidFill>
              <a:srgbClr val="F72585"/>
            </a:solidFill>
          </a:ln>
        </p:spPr>
        <p:txBody>
          <a:bodyPr wrap="square" lIns="50800" tIns="50800" rIns="50800" bIns="50800" rtlCol="0" anchor="ctr"/>
          <a:lstStyle/>
          <a:p>
            <a:pPr algn="ctr" indent="0" marL="0">
              <a:buNone/>
            </a:pPr>
            <a:r>
              <a:rPr lang="en-US" sz="4000" b="1" dirty="0">
                <a:solidFill>
                  <a:srgbClr val="FFC233"/>
                </a:solidFill>
                <a:latin typeface="Courier New" pitchFamily="34" charset="0"/>
                <a:ea typeface="Courier New" pitchFamily="34" charset="-122"/>
                <a:cs typeface="Courier New" pitchFamily="34" charset="-120"/>
              </a:rPr>
              <a:t>6 1 8 3</a:t>
            </a:r>
            <a:endParaRPr lang="en-US" sz="4000" dirty="0"/>
          </a:p>
        </p:txBody>
      </p:sp>
      <p:sp>
        <p:nvSpPr>
          <p:cNvPr id="22" name="Link - Answer B badge">
            <a:hlinkClick r:id="rId14" action="ppaction://hlinksldjump" highlightClick="1"/>
          </p:cNvPr>
          <p:cNvSpPr txBox="1"/>
          <p:nvPr/>
        </p:nvSpPr>
        <p:spPr>
          <a:xfrm>
            <a:off x="3468319" y="4279392"/>
            <a:ext cx="457200" cy="457200"/>
          </a:xfrm>
          <a:prstGeom prst="ellipse">
            <a:avLst/>
          </a:prstGeom>
          <a:solidFill>
            <a:srgbClr val="F72585"/>
          </a:solidFill>
          <a:ln w="12700">
            <a:solidFill>
              <a:srgbClr val="F7258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
        <p:nvSpPr>
          <p:cNvPr id="23" name="Link - Answer C">
            <a:hlinkClick r:id="rId13" action="ppaction://hlinksldjump" highlightClick="1"/>
          </p:cNvPr>
          <p:cNvSpPr txBox="1"/>
          <p:nvPr/>
        </p:nvSpPr>
        <p:spPr>
          <a:xfrm>
            <a:off x="6205118" y="4160520"/>
            <a:ext cx="2651760" cy="1737360"/>
          </a:xfrm>
          <a:prstGeom prst="roundRect">
            <a:avLst>
              <a:gd name="adj" fmla="val 5263"/>
            </a:avLst>
          </a:prstGeom>
          <a:solidFill>
            <a:srgbClr val="1A2353"/>
          </a:solidFill>
          <a:ln w="22225">
            <a:solidFill>
              <a:srgbClr val="F72585"/>
            </a:solidFill>
          </a:ln>
        </p:spPr>
        <p:txBody>
          <a:bodyPr wrap="square" lIns="50800" tIns="50800" rIns="50800" bIns="50800" rtlCol="0" anchor="ctr"/>
          <a:lstStyle/>
          <a:p>
            <a:pPr algn="ctr" indent="0" marL="0">
              <a:buNone/>
            </a:pPr>
            <a:r>
              <a:rPr lang="en-US" sz="4000" b="1" dirty="0">
                <a:solidFill>
                  <a:srgbClr val="FFC233"/>
                </a:solidFill>
                <a:latin typeface="Courier New" pitchFamily="34" charset="0"/>
                <a:ea typeface="Courier New" pitchFamily="34" charset="-122"/>
                <a:cs typeface="Courier New" pitchFamily="34" charset="-120"/>
              </a:rPr>
              <a:t>1 6 3 8</a:t>
            </a:r>
            <a:endParaRPr lang="en-US" sz="4000" dirty="0"/>
          </a:p>
        </p:txBody>
      </p:sp>
      <p:sp>
        <p:nvSpPr>
          <p:cNvPr id="24" name="Link - Answer C badge">
            <a:hlinkClick r:id="rId13" action="ppaction://hlinksldjump" highlightClick="1"/>
          </p:cNvPr>
          <p:cNvSpPr txBox="1"/>
          <p:nvPr/>
        </p:nvSpPr>
        <p:spPr>
          <a:xfrm>
            <a:off x="6342278" y="4279392"/>
            <a:ext cx="457200" cy="457200"/>
          </a:xfrm>
          <a:prstGeom prst="ellipse">
            <a:avLst/>
          </a:prstGeom>
          <a:solidFill>
            <a:srgbClr val="F72585"/>
          </a:solidFill>
          <a:ln w="12700">
            <a:solidFill>
              <a:srgbClr val="F7258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sp>
        <p:nvSpPr>
          <p:cNvPr id="25" name="Link - Answer D">
            <a:hlinkClick r:id="rId13" action="ppaction://hlinksldjump" highlightClick="1"/>
          </p:cNvPr>
          <p:cNvSpPr txBox="1"/>
          <p:nvPr/>
        </p:nvSpPr>
        <p:spPr>
          <a:xfrm>
            <a:off x="9079078" y="4160520"/>
            <a:ext cx="2651760" cy="1737360"/>
          </a:xfrm>
          <a:prstGeom prst="roundRect">
            <a:avLst>
              <a:gd name="adj" fmla="val 5263"/>
            </a:avLst>
          </a:prstGeom>
          <a:solidFill>
            <a:srgbClr val="1A2353"/>
          </a:solidFill>
          <a:ln w="22225">
            <a:solidFill>
              <a:srgbClr val="F72585"/>
            </a:solidFill>
          </a:ln>
        </p:spPr>
        <p:txBody>
          <a:bodyPr wrap="square" lIns="50800" tIns="50800" rIns="50800" bIns="50800" rtlCol="0" anchor="ctr"/>
          <a:lstStyle/>
          <a:p>
            <a:pPr algn="ctr" indent="0" marL="0">
              <a:buNone/>
            </a:pPr>
            <a:r>
              <a:rPr lang="en-US" sz="4000" b="1" dirty="0">
                <a:solidFill>
                  <a:srgbClr val="FFC233"/>
                </a:solidFill>
                <a:latin typeface="Courier New" pitchFamily="34" charset="0"/>
                <a:ea typeface="Courier New" pitchFamily="34" charset="-122"/>
                <a:cs typeface="Courier New" pitchFamily="34" charset="-120"/>
              </a:rPr>
              <a:t>8 3 6 1</a:t>
            </a:r>
            <a:endParaRPr lang="en-US" sz="4000" dirty="0"/>
          </a:p>
        </p:txBody>
      </p:sp>
      <p:sp>
        <p:nvSpPr>
          <p:cNvPr id="26" name="Link - Answer D badge">
            <a:hlinkClick r:id="rId13" action="ppaction://hlinksldjump" highlightClick="1"/>
          </p:cNvPr>
          <p:cNvSpPr txBox="1"/>
          <p:nvPr/>
        </p:nvSpPr>
        <p:spPr>
          <a:xfrm>
            <a:off x="9216238" y="4279392"/>
            <a:ext cx="457200" cy="457200"/>
          </a:xfrm>
          <a:prstGeom prst="ellipse">
            <a:avLst/>
          </a:prstGeom>
          <a:solidFill>
            <a:srgbClr val="F72585"/>
          </a:solidFill>
          <a:ln w="12700">
            <a:solidFill>
              <a:srgbClr val="F7258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spTree>
  </p:cSld>
  <p:clrMapOvr>
    <a:masterClrMapping/>
  </p:clrMapOvr>
  <p:transition spd="med" advClick="0">
    <p:fade/>
  </p:transition>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72585"/>
                </a:solidFill>
                <a:latin typeface="Courier New" pitchFamily="34" charset="0"/>
                <a:ea typeface="Courier New" pitchFamily="34" charset="-122"/>
                <a:cs typeface="Courier New" pitchFamily="34" charset="-120"/>
              </a:rPr>
              <a:t>&gt; NULL'S CORE // FINAL GATE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2"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2148840" y="868680"/>
            <a:ext cx="4572000" cy="292608"/>
          </a:xfrm>
          <a:prstGeom prst="rect">
            <a:avLst/>
          </a:prstGeom>
          <a:noFill/>
          <a:ln/>
        </p:spPr>
        <p:txBody>
          <a:bodyPr wrap="square" lIns="0" tIns="0" rIns="0" bIns="0" rtlCol="0" anchor="t"/>
          <a:lstStyle/>
          <a:p>
            <a:pPr indent="0" marL="0">
              <a:buNone/>
            </a:pPr>
            <a:r>
              <a:rPr lang="en-US" sz="1300" b="1" dirty="0">
                <a:solidFill>
                  <a:srgbClr val="FFC233"/>
                </a:solidFill>
                <a:latin typeface="Courier New" pitchFamily="34" charset="0"/>
                <a:ea typeface="Courier New" pitchFamily="34" charset="-122"/>
                <a:cs typeface="Courier New" pitchFamily="34" charset="-120"/>
              </a:rPr>
              <a:t>ESC GATE LOCK</a:t>
            </a:r>
            <a:endParaRPr lang="en-US" sz="1300" dirty="0"/>
          </a:p>
        </p:txBody>
      </p:sp>
      <p:pic>
        <p:nvPicPr>
          <p:cNvPr id="14" name="Image 7" descr="/tmp/claude-0/-home-user-ashton212123/6ae88841-e158-5430-ba3a-d930461fce9f/scratchpad/build/assets/null.png">    </p:cNvPr>
          <p:cNvPicPr>
            <a:picLocks noChangeAspect="1"/>
          </p:cNvPicPr>
          <p:nvPr/>
        </p:nvPicPr>
        <p:blipFill>
          <a:blip r:embed="rId8"/>
          <a:stretch>
            <a:fillRect/>
          </a:stretch>
        </p:blipFill>
        <p:spPr>
          <a:xfrm>
            <a:off x="411480" y="1508760"/>
            <a:ext cx="1508760" cy="1435608"/>
          </a:xfrm>
          <a:prstGeom prst="rect">
            <a:avLst/>
          </a:prstGeom>
        </p:spPr>
      </p:pic>
      <p:sp>
        <p:nvSpPr>
          <p:cNvPr id="15" name="Shape 5"/>
          <p:cNvSpPr/>
          <p:nvPr/>
        </p:nvSpPr>
        <p:spPr>
          <a:xfrm>
            <a:off x="2148840" y="1234440"/>
            <a:ext cx="9582912" cy="1920240"/>
          </a:xfrm>
          <a:prstGeom prst="roundRect">
            <a:avLst>
              <a:gd name="adj" fmla="val 5714"/>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6" name="Text 6"/>
          <p:cNvSpPr txBox="1"/>
          <p:nvPr/>
        </p:nvSpPr>
        <p:spPr>
          <a:xfrm>
            <a:off x="2468880" y="1325880"/>
            <a:ext cx="9006840" cy="1737360"/>
          </a:xfrm>
          <a:prstGeom prst="rect">
            <a:avLst/>
          </a:prstGeom>
          <a:noFill/>
          <a:ln/>
        </p:spPr>
        <p:txBody>
          <a:bodyPr wrap="square" lIns="0" tIns="0" rIns="0" bIns="0" rtlCol="0" anchor="ctr"/>
          <a:lstStyle/>
          <a:p>
            <a:pPr indent="0" marL="0">
              <a:buNone/>
            </a:pPr>
            <a:r>
              <a:rPr lang="en-US" sz="2200" dirty="0">
                <a:solidFill>
                  <a:srgbClr val="EAF2FF"/>
                </a:solidFill>
                <a:latin typeface="Calibri" pitchFamily="34" charset="0"/>
                <a:ea typeface="Calibri" pitchFamily="34" charset="-122"/>
                <a:cs typeface="Calibri" pitchFamily="34" charset="-120"/>
              </a:rPr>
              <a:t>NULL: "Fine! But I SCRAMBLED the ESC Gate! The code is your 4 fragments in REVERSE order. Hehehe!"</a:t>
            </a:r>
            <a:endParaRPr lang="en-US" sz="2200" dirty="0"/>
          </a:p>
        </p:txBody>
      </p:sp>
      <p:pic>
        <p:nvPicPr>
          <p:cNvPr id="17" name="Image 8" descr="/tmp/claude-0/-home-user-ashton212123/6ae88841-e158-5430-ba3a-d930461fce9f/scratchpad/build/assets/icons/FaLock_FFC233.png">    </p:cNvPr>
          <p:cNvPicPr>
            <a:picLocks noChangeAspect="1"/>
          </p:cNvPicPr>
          <p:nvPr/>
        </p:nvPicPr>
        <p:blipFill>
          <a:blip r:embed="rId9"/>
          <a:stretch>
            <a:fillRect/>
          </a:stretch>
        </p:blipFill>
        <p:spPr>
          <a:xfrm>
            <a:off x="457200" y="3456432"/>
            <a:ext cx="457200" cy="457200"/>
          </a:xfrm>
          <a:prstGeom prst="rect">
            <a:avLst/>
          </a:prstGeom>
        </p:spPr>
      </p:pic>
      <p:sp>
        <p:nvSpPr>
          <p:cNvPr id="18" name="Text 7"/>
          <p:cNvSpPr txBox="1"/>
          <p:nvPr/>
        </p:nvSpPr>
        <p:spPr>
          <a:xfrm>
            <a:off x="1051560" y="3456432"/>
            <a:ext cx="8229600" cy="457200"/>
          </a:xfrm>
          <a:prstGeom prst="rect">
            <a:avLst/>
          </a:prstGeom>
          <a:noFill/>
          <a:ln/>
        </p:spPr>
        <p:txBody>
          <a:bodyPr wrap="square" lIns="0" tIns="0" rIns="0" bIns="0" rtlCol="0" anchor="ctr"/>
          <a:lstStyle/>
          <a:p>
            <a:pPr indent="0" marL="0">
              <a:buNone/>
            </a:pPr>
            <a:r>
              <a:rPr lang="en-US" sz="1600" b="1" dirty="0">
                <a:solidFill>
                  <a:srgbClr val="FFC233"/>
                </a:solidFill>
                <a:latin typeface="Courier New" pitchFamily="34" charset="0"/>
                <a:ea typeface="Courier New" pitchFamily="34" charset="-122"/>
                <a:cs typeface="Courier New" pitchFamily="34" charset="-120"/>
              </a:rPr>
              <a:t>ESC GATE  //  ENTER THE 4-DIGIT CODE</a:t>
            </a:r>
            <a:endParaRPr lang="en-US" sz="1600" dirty="0"/>
          </a:p>
        </p:txBody>
      </p:sp>
      <p:sp>
        <p:nvSpPr>
          <p:cNvPr id="19" name="Link - Answer A">
            <a:hlinkClick r:id="rId13" action="ppaction://hlinksldjump" highlightClick="1"/>
          </p:cNvPr>
          <p:cNvSpPr txBox="1"/>
          <p:nvPr/>
        </p:nvSpPr>
        <p:spPr>
          <a:xfrm>
            <a:off x="457200" y="4160520"/>
            <a:ext cx="2651760" cy="1737360"/>
          </a:xfrm>
          <a:prstGeom prst="roundRect">
            <a:avLst>
              <a:gd name="adj" fmla="val 5263"/>
            </a:avLst>
          </a:prstGeom>
          <a:solidFill>
            <a:srgbClr val="1A2353"/>
          </a:solidFill>
          <a:ln w="22225">
            <a:solidFill>
              <a:srgbClr val="F72585"/>
            </a:solidFill>
          </a:ln>
        </p:spPr>
        <p:txBody>
          <a:bodyPr wrap="square" lIns="50800" tIns="50800" rIns="50800" bIns="50800" rtlCol="0" anchor="ctr"/>
          <a:lstStyle/>
          <a:p>
            <a:pPr algn="ctr" indent="0" marL="0">
              <a:buNone/>
            </a:pPr>
            <a:r>
              <a:rPr lang="en-US" sz="4000" b="1" dirty="0">
                <a:solidFill>
                  <a:srgbClr val="FFC233"/>
                </a:solidFill>
                <a:latin typeface="Courier New" pitchFamily="34" charset="0"/>
                <a:ea typeface="Courier New" pitchFamily="34" charset="-122"/>
                <a:cs typeface="Courier New" pitchFamily="34" charset="-120"/>
              </a:rPr>
              <a:t>3 8 1 6</a:t>
            </a:r>
            <a:endParaRPr lang="en-US" sz="4000" dirty="0"/>
          </a:p>
        </p:txBody>
      </p:sp>
      <p:sp>
        <p:nvSpPr>
          <p:cNvPr id="20" name="Link - Answer A badge">
            <a:hlinkClick r:id="rId13" action="ppaction://hlinksldjump" highlightClick="1"/>
          </p:cNvPr>
          <p:cNvSpPr txBox="1"/>
          <p:nvPr/>
        </p:nvSpPr>
        <p:spPr>
          <a:xfrm>
            <a:off x="594360" y="4279392"/>
            <a:ext cx="457200" cy="457200"/>
          </a:xfrm>
          <a:prstGeom prst="ellipse">
            <a:avLst/>
          </a:prstGeom>
          <a:solidFill>
            <a:srgbClr val="F72585"/>
          </a:solidFill>
          <a:ln w="12700">
            <a:solidFill>
              <a:srgbClr val="F7258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A</a:t>
            </a:r>
            <a:endParaRPr lang="en-US" sz="1600" dirty="0"/>
          </a:p>
        </p:txBody>
      </p:sp>
      <p:sp>
        <p:nvSpPr>
          <p:cNvPr id="21" name="Link - Answer B">
            <a:hlinkClick r:id="rId14" action="ppaction://hlinksldjump" highlightClick="1"/>
          </p:cNvPr>
          <p:cNvSpPr txBox="1"/>
          <p:nvPr/>
        </p:nvSpPr>
        <p:spPr>
          <a:xfrm>
            <a:off x="3331159" y="4160520"/>
            <a:ext cx="2651760" cy="1737360"/>
          </a:xfrm>
          <a:prstGeom prst="roundRect">
            <a:avLst>
              <a:gd name="adj" fmla="val 5263"/>
            </a:avLst>
          </a:prstGeom>
          <a:solidFill>
            <a:srgbClr val="1A2353"/>
          </a:solidFill>
          <a:ln w="22225">
            <a:solidFill>
              <a:srgbClr val="F72585"/>
            </a:solidFill>
          </a:ln>
        </p:spPr>
        <p:txBody>
          <a:bodyPr wrap="square" lIns="50800" tIns="50800" rIns="50800" bIns="50800" rtlCol="0" anchor="ctr"/>
          <a:lstStyle/>
          <a:p>
            <a:pPr algn="ctr" indent="0" marL="0">
              <a:buNone/>
            </a:pPr>
            <a:r>
              <a:rPr lang="en-US" sz="4000" b="1" dirty="0">
                <a:solidFill>
                  <a:srgbClr val="FFC233"/>
                </a:solidFill>
                <a:latin typeface="Courier New" pitchFamily="34" charset="0"/>
                <a:ea typeface="Courier New" pitchFamily="34" charset="-122"/>
                <a:cs typeface="Courier New" pitchFamily="34" charset="-120"/>
              </a:rPr>
              <a:t>6 1 8 3</a:t>
            </a:r>
            <a:endParaRPr lang="en-US" sz="4000" dirty="0"/>
          </a:p>
        </p:txBody>
      </p:sp>
      <p:sp>
        <p:nvSpPr>
          <p:cNvPr id="22" name="Link - Answer B badge">
            <a:hlinkClick r:id="rId14" action="ppaction://hlinksldjump" highlightClick="1"/>
          </p:cNvPr>
          <p:cNvSpPr txBox="1"/>
          <p:nvPr/>
        </p:nvSpPr>
        <p:spPr>
          <a:xfrm>
            <a:off x="3468319" y="4279392"/>
            <a:ext cx="457200" cy="457200"/>
          </a:xfrm>
          <a:prstGeom prst="ellipse">
            <a:avLst/>
          </a:prstGeom>
          <a:solidFill>
            <a:srgbClr val="F72585"/>
          </a:solidFill>
          <a:ln w="12700">
            <a:solidFill>
              <a:srgbClr val="F7258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B</a:t>
            </a:r>
            <a:endParaRPr lang="en-US" sz="1600" dirty="0"/>
          </a:p>
        </p:txBody>
      </p:sp>
      <p:sp>
        <p:nvSpPr>
          <p:cNvPr id="23" name="Link - Answer C">
            <a:hlinkClick r:id="rId13" action="ppaction://hlinksldjump" highlightClick="1"/>
          </p:cNvPr>
          <p:cNvSpPr txBox="1"/>
          <p:nvPr/>
        </p:nvSpPr>
        <p:spPr>
          <a:xfrm>
            <a:off x="6205118" y="4160520"/>
            <a:ext cx="2651760" cy="1737360"/>
          </a:xfrm>
          <a:prstGeom prst="roundRect">
            <a:avLst>
              <a:gd name="adj" fmla="val 5263"/>
            </a:avLst>
          </a:prstGeom>
          <a:solidFill>
            <a:srgbClr val="1A2353"/>
          </a:solidFill>
          <a:ln w="22225">
            <a:solidFill>
              <a:srgbClr val="F72585"/>
            </a:solidFill>
          </a:ln>
        </p:spPr>
        <p:txBody>
          <a:bodyPr wrap="square" lIns="50800" tIns="50800" rIns="50800" bIns="50800" rtlCol="0" anchor="ctr"/>
          <a:lstStyle/>
          <a:p>
            <a:pPr algn="ctr" indent="0" marL="0">
              <a:buNone/>
            </a:pPr>
            <a:r>
              <a:rPr lang="en-US" sz="4000" b="1" dirty="0">
                <a:solidFill>
                  <a:srgbClr val="FFC233"/>
                </a:solidFill>
                <a:latin typeface="Courier New" pitchFamily="34" charset="0"/>
                <a:ea typeface="Courier New" pitchFamily="34" charset="-122"/>
                <a:cs typeface="Courier New" pitchFamily="34" charset="-120"/>
              </a:rPr>
              <a:t>1 6 3 8</a:t>
            </a:r>
            <a:endParaRPr lang="en-US" sz="4000" dirty="0"/>
          </a:p>
        </p:txBody>
      </p:sp>
      <p:sp>
        <p:nvSpPr>
          <p:cNvPr id="24" name="Link - Answer C badge">
            <a:hlinkClick r:id="rId13" action="ppaction://hlinksldjump" highlightClick="1"/>
          </p:cNvPr>
          <p:cNvSpPr txBox="1"/>
          <p:nvPr/>
        </p:nvSpPr>
        <p:spPr>
          <a:xfrm>
            <a:off x="6342278" y="4279392"/>
            <a:ext cx="457200" cy="457200"/>
          </a:xfrm>
          <a:prstGeom prst="ellipse">
            <a:avLst/>
          </a:prstGeom>
          <a:solidFill>
            <a:srgbClr val="F72585"/>
          </a:solidFill>
          <a:ln w="12700">
            <a:solidFill>
              <a:srgbClr val="F7258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C</a:t>
            </a:r>
            <a:endParaRPr lang="en-US" sz="1600" dirty="0"/>
          </a:p>
        </p:txBody>
      </p:sp>
      <p:sp>
        <p:nvSpPr>
          <p:cNvPr id="25" name="Link - Answer D">
            <a:hlinkClick r:id="rId13" action="ppaction://hlinksldjump" highlightClick="1"/>
          </p:cNvPr>
          <p:cNvSpPr txBox="1"/>
          <p:nvPr/>
        </p:nvSpPr>
        <p:spPr>
          <a:xfrm>
            <a:off x="9079078" y="4160520"/>
            <a:ext cx="2651760" cy="1737360"/>
          </a:xfrm>
          <a:prstGeom prst="roundRect">
            <a:avLst>
              <a:gd name="adj" fmla="val 5263"/>
            </a:avLst>
          </a:prstGeom>
          <a:solidFill>
            <a:srgbClr val="1A2353"/>
          </a:solidFill>
          <a:ln w="22225">
            <a:solidFill>
              <a:srgbClr val="F72585"/>
            </a:solidFill>
          </a:ln>
        </p:spPr>
        <p:txBody>
          <a:bodyPr wrap="square" lIns="50800" tIns="50800" rIns="50800" bIns="50800" rtlCol="0" anchor="ctr"/>
          <a:lstStyle/>
          <a:p>
            <a:pPr algn="ctr" indent="0" marL="0">
              <a:buNone/>
            </a:pPr>
            <a:r>
              <a:rPr lang="en-US" sz="4000" b="1" dirty="0">
                <a:solidFill>
                  <a:srgbClr val="FFC233"/>
                </a:solidFill>
                <a:latin typeface="Courier New" pitchFamily="34" charset="0"/>
                <a:ea typeface="Courier New" pitchFamily="34" charset="-122"/>
                <a:cs typeface="Courier New" pitchFamily="34" charset="-120"/>
              </a:rPr>
              <a:t>8 3 6 1</a:t>
            </a:r>
            <a:endParaRPr lang="en-US" sz="4000" dirty="0"/>
          </a:p>
        </p:txBody>
      </p:sp>
      <p:sp>
        <p:nvSpPr>
          <p:cNvPr id="26" name="Link - Answer D badge">
            <a:hlinkClick r:id="rId13" action="ppaction://hlinksldjump" highlightClick="1"/>
          </p:cNvPr>
          <p:cNvSpPr txBox="1"/>
          <p:nvPr/>
        </p:nvSpPr>
        <p:spPr>
          <a:xfrm>
            <a:off x="9216238" y="4279392"/>
            <a:ext cx="457200" cy="457200"/>
          </a:xfrm>
          <a:prstGeom prst="ellipse">
            <a:avLst/>
          </a:prstGeom>
          <a:solidFill>
            <a:srgbClr val="F72585"/>
          </a:solidFill>
          <a:ln w="12700">
            <a:solidFill>
              <a:srgbClr val="F72585"/>
            </a:solidFill>
          </a:ln>
        </p:spPr>
        <p:txBody>
          <a:bodyPr wrap="square" lIns="0" tIns="0" rIns="0" bIns="0" rtlCol="0" anchor="ctr"/>
          <a:lstStyle/>
          <a:p>
            <a:pPr algn="ctr" indent="0" marL="0">
              <a:buNone/>
            </a:pPr>
            <a:r>
              <a:rPr lang="en-US" sz="1600" dirty="0">
                <a:solidFill>
                  <a:srgbClr val="0A0F24"/>
                </a:solidFill>
                <a:latin typeface="Arial Black" pitchFamily="34" charset="0"/>
                <a:ea typeface="Arial Black" pitchFamily="34" charset="-122"/>
                <a:cs typeface="Arial Black" pitchFamily="34" charset="-120"/>
              </a:rPr>
              <a:t>D</a:t>
            </a:r>
            <a:endParaRPr lang="en-US" sz="1600" dirty="0"/>
          </a:p>
        </p:txBody>
      </p:sp>
    </p:spTree>
  </p:cSld>
  <p:clrMapOvr>
    <a:masterClrMapping/>
  </p:clrMapOvr>
  <p:transition spd="med" advClick="0">
    <p:fade/>
  </p:transition>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4BF0A0"/>
                </a:solidFill>
                <a:latin typeface="Courier New" pitchFamily="34" charset="0"/>
                <a:ea typeface="Courier New" pitchFamily="34" charset="-122"/>
                <a:cs typeface="Courier New" pitchFamily="34" charset="-120"/>
              </a:rPr>
              <a:t>&gt; ESC GATE // UNLOCKED</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5"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457200" y="914400"/>
            <a:ext cx="11274552" cy="822960"/>
          </a:xfrm>
          <a:prstGeom prst="rect">
            <a:avLst/>
          </a:prstGeom>
          <a:noFill/>
          <a:ln/>
        </p:spPr>
        <p:txBody>
          <a:bodyPr wrap="square" lIns="0" tIns="0" rIns="0" bIns="0" rtlCol="0" anchor="ctr"/>
          <a:lstStyle/>
          <a:p>
            <a:pPr algn="ctr" indent="0" marL="0">
              <a:buNone/>
            </a:pPr>
            <a:r>
              <a:rPr lang="en-US" sz="3800" dirty="0">
                <a:solidFill>
                  <a:srgbClr val="4BF0A0"/>
                </a:solidFill>
                <a:latin typeface="Arial Black" pitchFamily="34" charset="0"/>
                <a:ea typeface="Arial Black" pitchFamily="34" charset="-122"/>
                <a:cs typeface="Arial Black" pitchFamily="34" charset="-120"/>
              </a:rPr>
              <a:t>ESC GATE UNLOCKED!</a:t>
            </a:r>
            <a:endParaRPr lang="en-US" sz="3800" dirty="0"/>
          </a:p>
        </p:txBody>
      </p:sp>
      <p:sp>
        <p:nvSpPr>
          <p:cNvPr id="14" name="Text 5"/>
          <p:cNvSpPr txBox="1"/>
          <p:nvPr/>
        </p:nvSpPr>
        <p:spPr>
          <a:xfrm>
            <a:off x="457200" y="1737360"/>
            <a:ext cx="11274552" cy="411480"/>
          </a:xfrm>
          <a:prstGeom prst="rect">
            <a:avLst/>
          </a:prstGeom>
          <a:noFill/>
          <a:ln/>
        </p:spPr>
        <p:txBody>
          <a:bodyPr wrap="square" lIns="0" tIns="0" rIns="0" bIns="0" rtlCol="0" anchor="ctr"/>
          <a:lstStyle/>
          <a:p>
            <a:pPr algn="ctr" indent="0" marL="0">
              <a:buNone/>
            </a:pPr>
            <a:r>
              <a:rPr lang="en-US" sz="1600" b="1" dirty="0">
                <a:solidFill>
                  <a:srgbClr val="FFC233"/>
                </a:solidFill>
                <a:latin typeface="Courier New" pitchFamily="34" charset="0"/>
                <a:ea typeface="Courier New" pitchFamily="34" charset="-122"/>
                <a:cs typeface="Courier New" pitchFamily="34" charset="-120"/>
              </a:rPr>
              <a:t>CODE 6-1-8-3 ACCEPTED  //  YOU ESCAPED THE GLITCH!</a:t>
            </a:r>
            <a:endParaRPr lang="en-US" sz="1600" dirty="0"/>
          </a:p>
        </p:txBody>
      </p:sp>
      <p:pic>
        <p:nvPicPr>
          <p:cNvPr id="15" name="Image 7" descr="/tmp/claude-0/-home-user-ashton212123/6ae88841-e158-5430-ba3a-d930461fce9f/scratchpad/build/assets/icons/FaStar_FFC233.png">    </p:cNvPr>
          <p:cNvPicPr>
            <a:picLocks noChangeAspect="1"/>
          </p:cNvPicPr>
          <p:nvPr/>
        </p:nvPicPr>
        <p:blipFill>
          <a:blip r:embed="rId8"/>
          <a:stretch>
            <a:fillRect/>
          </a:stretch>
        </p:blipFill>
        <p:spPr>
          <a:xfrm>
            <a:off x="4450385" y="2423160"/>
            <a:ext cx="1005840" cy="1005840"/>
          </a:xfrm>
          <a:prstGeom prst="rect">
            <a:avLst/>
          </a:prstGeom>
        </p:spPr>
      </p:pic>
      <p:pic>
        <p:nvPicPr>
          <p:cNvPr id="16" name="Image 8" descr="/tmp/claude-0/-home-user-ashton212123/6ae88841-e158-5430-ba3a-d930461fce9f/scratchpad/build/assets/icons/FaStar_FFC233.png">    </p:cNvPr>
          <p:cNvPicPr>
            <a:picLocks noChangeAspect="1"/>
          </p:cNvPicPr>
          <p:nvPr/>
        </p:nvPicPr>
        <p:blipFill>
          <a:blip r:embed="rId9"/>
          <a:stretch>
            <a:fillRect/>
          </a:stretch>
        </p:blipFill>
        <p:spPr>
          <a:xfrm>
            <a:off x="5593385" y="2423160"/>
            <a:ext cx="1005840" cy="1005840"/>
          </a:xfrm>
          <a:prstGeom prst="rect">
            <a:avLst/>
          </a:prstGeom>
        </p:spPr>
      </p:pic>
      <p:pic>
        <p:nvPicPr>
          <p:cNvPr id="17" name="Image 9" descr="/tmp/claude-0/-home-user-ashton212123/6ae88841-e158-5430-ba3a-d930461fce9f/scratchpad/build/assets/icons/FaStar_FFC233.png">    </p:cNvPr>
          <p:cNvPicPr>
            <a:picLocks noChangeAspect="1"/>
          </p:cNvPicPr>
          <p:nvPr/>
        </p:nvPicPr>
        <p:blipFill>
          <a:blip r:embed="rId10"/>
          <a:stretch>
            <a:fillRect/>
          </a:stretch>
        </p:blipFill>
        <p:spPr>
          <a:xfrm>
            <a:off x="6736385" y="2423160"/>
            <a:ext cx="1005840" cy="1005840"/>
          </a:xfrm>
          <a:prstGeom prst="rect">
            <a:avLst/>
          </a:prstGeom>
        </p:spPr>
      </p:pic>
      <p:sp>
        <p:nvSpPr>
          <p:cNvPr id="18" name="Text 6"/>
          <p:cNvSpPr txBox="1"/>
          <p:nvPr/>
        </p:nvSpPr>
        <p:spPr>
          <a:xfrm>
            <a:off x="2926080" y="3566160"/>
            <a:ext cx="6336792" cy="640080"/>
          </a:xfrm>
          <a:prstGeom prst="rect">
            <a:avLst/>
          </a:prstGeom>
          <a:noFill/>
          <a:ln/>
        </p:spPr>
        <p:txBody>
          <a:bodyPr wrap="square" lIns="0" tIns="0" rIns="0" bIns="0" rtlCol="0" anchor="ctr"/>
          <a:lstStyle/>
          <a:p>
            <a:pPr algn="ctr" indent="0" marL="0">
              <a:buNone/>
            </a:pPr>
            <a:r>
              <a:rPr lang="en-US" sz="2800" dirty="0">
                <a:solidFill>
                  <a:srgbClr val="FFC233"/>
                </a:solidFill>
                <a:latin typeface="Arial Black" pitchFamily="34" charset="0"/>
                <a:ea typeface="Arial Black" pitchFamily="34" charset="-122"/>
                <a:cs typeface="Arial Black" pitchFamily="34" charset="-120"/>
              </a:rPr>
              <a:t>CYBER GUARDIAN</a:t>
            </a:r>
            <a:endParaRPr lang="en-US" sz="2800" dirty="0"/>
          </a:p>
        </p:txBody>
      </p:sp>
      <p:sp>
        <p:nvSpPr>
          <p:cNvPr id="19" name="Text 7"/>
          <p:cNvSpPr txBox="1"/>
          <p:nvPr/>
        </p:nvSpPr>
        <p:spPr>
          <a:xfrm>
            <a:off x="2926080" y="4206240"/>
            <a:ext cx="6336792" cy="457200"/>
          </a:xfrm>
          <a:prstGeom prst="rect">
            <a:avLst/>
          </a:prstGeom>
          <a:noFill/>
          <a:ln/>
        </p:spPr>
        <p:txBody>
          <a:bodyPr wrap="square" lIns="0" tIns="0" rIns="0" bIns="0" rtlCol="0" anchor="ctr"/>
          <a:lstStyle/>
          <a:p>
            <a:pPr algn="ctr" indent="0" marL="0">
              <a:buNone/>
            </a:pPr>
            <a:r>
              <a:rPr lang="en-US" sz="1800" dirty="0">
                <a:solidFill>
                  <a:srgbClr val="EAF2FF"/>
                </a:solidFill>
                <a:latin typeface="Calibri" pitchFamily="34" charset="0"/>
                <a:ea typeface="Calibri" pitchFamily="34" charset="-122"/>
                <a:cs typeface="Calibri" pitchFamily="34" charset="-120"/>
              </a:rPr>
              <a:t>A flawless escape. NULL never stood a chance!</a:t>
            </a:r>
            <a:endParaRPr lang="en-US" sz="1800" dirty="0"/>
          </a:p>
        </p:txBody>
      </p:sp>
      <p:sp>
        <p:nvSpPr>
          <p:cNvPr id="20" name="Text 8"/>
          <p:cNvSpPr txBox="1"/>
          <p:nvPr/>
        </p:nvSpPr>
        <p:spPr>
          <a:xfrm>
            <a:off x="2926080" y="4663440"/>
            <a:ext cx="6336792" cy="365760"/>
          </a:xfrm>
          <a:prstGeom prst="rect">
            <a:avLst/>
          </a:prstGeom>
          <a:noFill/>
          <a:ln/>
        </p:spPr>
        <p:txBody>
          <a:bodyPr wrap="square" lIns="0" tIns="0" rIns="0" bIns="0" rtlCol="0" anchor="ctr"/>
          <a:lstStyle/>
          <a:p>
            <a:pPr algn="ctr" indent="0" marL="0">
              <a:buNone/>
            </a:pPr>
            <a:r>
              <a:rPr lang="en-US" sz="1300" b="1" dirty="0">
                <a:solidFill>
                  <a:srgbClr val="9AA6D9"/>
                </a:solidFill>
                <a:latin typeface="Courier New" pitchFamily="34" charset="0"/>
                <a:ea typeface="Courier New" pitchFamily="34" charset="-122"/>
                <a:cs typeface="Courier New" pitchFamily="34" charset="-120"/>
              </a:rPr>
              <a:t>SHIELDS KEPT: 3 / 3</a:t>
            </a:r>
            <a:endParaRPr lang="en-US" sz="1300" dirty="0"/>
          </a:p>
        </p:txBody>
      </p:sp>
      <p:pic>
        <p:nvPicPr>
          <p:cNvPr id="21" name="Image 10" descr="/tmp/claude-0/-home-user-ashton212123/6ae88841-e158-5430-ba3a-d930461fce9f/scratchpad/build/assets/kai.png">    </p:cNvPr>
          <p:cNvPicPr>
            <a:picLocks noChangeAspect="1"/>
          </p:cNvPicPr>
          <p:nvPr/>
        </p:nvPicPr>
        <p:blipFill>
          <a:blip r:embed="rId11"/>
          <a:stretch>
            <a:fillRect/>
          </a:stretch>
        </p:blipFill>
        <p:spPr>
          <a:xfrm>
            <a:off x="1005840" y="2331720"/>
            <a:ext cx="1737360" cy="2715768"/>
          </a:xfrm>
          <a:prstGeom prst="rect">
            <a:avLst/>
          </a:prstGeom>
        </p:spPr>
      </p:pic>
      <p:pic>
        <p:nvPicPr>
          <p:cNvPr id="22" name="Image 11" descr="/tmp/claude-0/-home-user-ashton212123/6ae88841-e158-5430-ba3a-d930461fce9f/scratchpad/build/assets/byte.png">    </p:cNvPr>
          <p:cNvPicPr>
            <a:picLocks noChangeAspect="1"/>
          </p:cNvPicPr>
          <p:nvPr/>
        </p:nvPicPr>
        <p:blipFill>
          <a:blip r:embed="rId12"/>
          <a:stretch>
            <a:fillRect/>
          </a:stretch>
        </p:blipFill>
        <p:spPr>
          <a:xfrm>
            <a:off x="9445752" y="2331720"/>
            <a:ext cx="1737360" cy="2715768"/>
          </a:xfrm>
          <a:prstGeom prst="rect">
            <a:avLst/>
          </a:prstGeom>
        </p:spPr>
      </p:pic>
      <p:sp>
        <p:nvSpPr>
          <p:cNvPr id="23" name="Link - CONTINUE">
            <a:hlinkClick r:id="rId16" action="ppaction://hlinksldjump" highlightClick="1"/>
          </p:cNvPr>
          <p:cNvSpPr txBox="1"/>
          <p:nvPr/>
        </p:nvSpPr>
        <p:spPr>
          <a:xfrm>
            <a:off x="4727448" y="5349240"/>
            <a:ext cx="2743200"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7" name="snd_victory.wav"/>
      </p:stSnd>
    </p:sndAc>
  </p:transition>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4BF0A0"/>
                </a:solidFill>
                <a:latin typeface="Courier New" pitchFamily="34" charset="0"/>
                <a:ea typeface="Courier New" pitchFamily="34" charset="-122"/>
                <a:cs typeface="Courier New" pitchFamily="34" charset="-120"/>
              </a:rPr>
              <a:t>&gt; ESC GATE // UNLOCKED</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5"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457200" y="914400"/>
            <a:ext cx="11274552" cy="822960"/>
          </a:xfrm>
          <a:prstGeom prst="rect">
            <a:avLst/>
          </a:prstGeom>
          <a:noFill/>
          <a:ln/>
        </p:spPr>
        <p:txBody>
          <a:bodyPr wrap="square" lIns="0" tIns="0" rIns="0" bIns="0" rtlCol="0" anchor="ctr"/>
          <a:lstStyle/>
          <a:p>
            <a:pPr algn="ctr" indent="0" marL="0">
              <a:buNone/>
            </a:pPr>
            <a:r>
              <a:rPr lang="en-US" sz="3800" dirty="0">
                <a:solidFill>
                  <a:srgbClr val="4BF0A0"/>
                </a:solidFill>
                <a:latin typeface="Arial Black" pitchFamily="34" charset="0"/>
                <a:ea typeface="Arial Black" pitchFamily="34" charset="-122"/>
                <a:cs typeface="Arial Black" pitchFamily="34" charset="-120"/>
              </a:rPr>
              <a:t>ESC GATE UNLOCKED!</a:t>
            </a:r>
            <a:endParaRPr lang="en-US" sz="3800" dirty="0"/>
          </a:p>
        </p:txBody>
      </p:sp>
      <p:sp>
        <p:nvSpPr>
          <p:cNvPr id="14" name="Text 5"/>
          <p:cNvSpPr txBox="1"/>
          <p:nvPr/>
        </p:nvSpPr>
        <p:spPr>
          <a:xfrm>
            <a:off x="457200" y="1737360"/>
            <a:ext cx="11274552" cy="411480"/>
          </a:xfrm>
          <a:prstGeom prst="rect">
            <a:avLst/>
          </a:prstGeom>
          <a:noFill/>
          <a:ln/>
        </p:spPr>
        <p:txBody>
          <a:bodyPr wrap="square" lIns="0" tIns="0" rIns="0" bIns="0" rtlCol="0" anchor="ctr"/>
          <a:lstStyle/>
          <a:p>
            <a:pPr algn="ctr" indent="0" marL="0">
              <a:buNone/>
            </a:pPr>
            <a:r>
              <a:rPr lang="en-US" sz="1600" b="1" dirty="0">
                <a:solidFill>
                  <a:srgbClr val="FFC233"/>
                </a:solidFill>
                <a:latin typeface="Courier New" pitchFamily="34" charset="0"/>
                <a:ea typeface="Courier New" pitchFamily="34" charset="-122"/>
                <a:cs typeface="Courier New" pitchFamily="34" charset="-120"/>
              </a:rPr>
              <a:t>CODE 6-1-8-3 ACCEPTED  //  YOU ESCAPED THE GLITCH!</a:t>
            </a:r>
            <a:endParaRPr lang="en-US" sz="1600" dirty="0"/>
          </a:p>
        </p:txBody>
      </p:sp>
      <p:pic>
        <p:nvPicPr>
          <p:cNvPr id="15" name="Image 7" descr="/tmp/claude-0/-home-user-ashton212123/6ae88841-e158-5430-ba3a-d930461fce9f/scratchpad/build/assets/icons/FaStar_FFC233.png">    </p:cNvPr>
          <p:cNvPicPr>
            <a:picLocks noChangeAspect="1"/>
          </p:cNvPicPr>
          <p:nvPr/>
        </p:nvPicPr>
        <p:blipFill>
          <a:blip r:embed="rId8"/>
          <a:stretch>
            <a:fillRect/>
          </a:stretch>
        </p:blipFill>
        <p:spPr>
          <a:xfrm>
            <a:off x="4450385" y="2423160"/>
            <a:ext cx="1005840" cy="1005840"/>
          </a:xfrm>
          <a:prstGeom prst="rect">
            <a:avLst/>
          </a:prstGeom>
        </p:spPr>
      </p:pic>
      <p:pic>
        <p:nvPicPr>
          <p:cNvPr id="16" name="Image 8" descr="/tmp/claude-0/-home-user-ashton212123/6ae88841-e158-5430-ba3a-d930461fce9f/scratchpad/build/assets/icons/FaStar_FFC233.png">    </p:cNvPr>
          <p:cNvPicPr>
            <a:picLocks noChangeAspect="1"/>
          </p:cNvPicPr>
          <p:nvPr/>
        </p:nvPicPr>
        <p:blipFill>
          <a:blip r:embed="rId9"/>
          <a:stretch>
            <a:fillRect/>
          </a:stretch>
        </p:blipFill>
        <p:spPr>
          <a:xfrm>
            <a:off x="5593385" y="2423160"/>
            <a:ext cx="1005840" cy="1005840"/>
          </a:xfrm>
          <a:prstGeom prst="rect">
            <a:avLst/>
          </a:prstGeom>
        </p:spPr>
      </p:pic>
      <p:pic>
        <p:nvPicPr>
          <p:cNvPr id="17" name="Image 9" descr="/tmp/claude-0/-home-user-ashton212123/6ae88841-e158-5430-ba3a-d930461fce9f/scratchpad/build/assets/icons/FaStar_3A4370.png">    </p:cNvPr>
          <p:cNvPicPr>
            <a:picLocks noChangeAspect="1"/>
          </p:cNvPicPr>
          <p:nvPr/>
        </p:nvPicPr>
        <p:blipFill>
          <a:blip r:embed="rId10"/>
          <a:stretch>
            <a:fillRect/>
          </a:stretch>
        </p:blipFill>
        <p:spPr>
          <a:xfrm>
            <a:off x="6736385" y="2423160"/>
            <a:ext cx="1005840" cy="1005840"/>
          </a:xfrm>
          <a:prstGeom prst="rect">
            <a:avLst/>
          </a:prstGeom>
        </p:spPr>
      </p:pic>
      <p:sp>
        <p:nvSpPr>
          <p:cNvPr id="18" name="Text 6"/>
          <p:cNvSpPr txBox="1"/>
          <p:nvPr/>
        </p:nvSpPr>
        <p:spPr>
          <a:xfrm>
            <a:off x="2926080" y="3566160"/>
            <a:ext cx="6336792" cy="640080"/>
          </a:xfrm>
          <a:prstGeom prst="rect">
            <a:avLst/>
          </a:prstGeom>
          <a:noFill/>
          <a:ln/>
        </p:spPr>
        <p:txBody>
          <a:bodyPr wrap="square" lIns="0" tIns="0" rIns="0" bIns="0" rtlCol="0" anchor="ctr"/>
          <a:lstStyle/>
          <a:p>
            <a:pPr algn="ctr" indent="0" marL="0">
              <a:buNone/>
            </a:pPr>
            <a:r>
              <a:rPr lang="en-US" sz="2800" dirty="0">
                <a:solidFill>
                  <a:srgbClr val="FFC233"/>
                </a:solidFill>
                <a:latin typeface="Arial Black" pitchFamily="34" charset="0"/>
                <a:ea typeface="Arial Black" pitchFamily="34" charset="-122"/>
                <a:cs typeface="Arial Black" pitchFamily="34" charset="-120"/>
              </a:rPr>
              <a:t>GLITCH BUSTER</a:t>
            </a:r>
            <a:endParaRPr lang="en-US" sz="2800" dirty="0"/>
          </a:p>
        </p:txBody>
      </p:sp>
      <p:sp>
        <p:nvSpPr>
          <p:cNvPr id="19" name="Text 7"/>
          <p:cNvSpPr txBox="1"/>
          <p:nvPr/>
        </p:nvSpPr>
        <p:spPr>
          <a:xfrm>
            <a:off x="2926080" y="4206240"/>
            <a:ext cx="6336792" cy="457200"/>
          </a:xfrm>
          <a:prstGeom prst="rect">
            <a:avLst/>
          </a:prstGeom>
          <a:noFill/>
          <a:ln/>
        </p:spPr>
        <p:txBody>
          <a:bodyPr wrap="square" lIns="0" tIns="0" rIns="0" bIns="0" rtlCol="0" anchor="ctr"/>
          <a:lstStyle/>
          <a:p>
            <a:pPr algn="ctr" indent="0" marL="0">
              <a:buNone/>
            </a:pPr>
            <a:r>
              <a:rPr lang="en-US" sz="1800" dirty="0">
                <a:solidFill>
                  <a:srgbClr val="EAF2FF"/>
                </a:solidFill>
                <a:latin typeface="Calibri" pitchFamily="34" charset="0"/>
                <a:ea typeface="Calibri" pitchFamily="34" charset="-122"/>
                <a:cs typeface="Calibri" pitchFamily="34" charset="-120"/>
              </a:rPr>
              <a:t>A strong escape with only one broken shield!</a:t>
            </a:r>
            <a:endParaRPr lang="en-US" sz="1800" dirty="0"/>
          </a:p>
        </p:txBody>
      </p:sp>
      <p:sp>
        <p:nvSpPr>
          <p:cNvPr id="20" name="Text 8"/>
          <p:cNvSpPr txBox="1"/>
          <p:nvPr/>
        </p:nvSpPr>
        <p:spPr>
          <a:xfrm>
            <a:off x="2926080" y="4663440"/>
            <a:ext cx="6336792" cy="365760"/>
          </a:xfrm>
          <a:prstGeom prst="rect">
            <a:avLst/>
          </a:prstGeom>
          <a:noFill/>
          <a:ln/>
        </p:spPr>
        <p:txBody>
          <a:bodyPr wrap="square" lIns="0" tIns="0" rIns="0" bIns="0" rtlCol="0" anchor="ctr"/>
          <a:lstStyle/>
          <a:p>
            <a:pPr algn="ctr" indent="0" marL="0">
              <a:buNone/>
            </a:pPr>
            <a:r>
              <a:rPr lang="en-US" sz="1300" b="1" dirty="0">
                <a:solidFill>
                  <a:srgbClr val="9AA6D9"/>
                </a:solidFill>
                <a:latin typeface="Courier New" pitchFamily="34" charset="0"/>
                <a:ea typeface="Courier New" pitchFamily="34" charset="-122"/>
                <a:cs typeface="Courier New" pitchFamily="34" charset="-120"/>
              </a:rPr>
              <a:t>SHIELDS KEPT: 2 / 3</a:t>
            </a:r>
            <a:endParaRPr lang="en-US" sz="1300" dirty="0"/>
          </a:p>
        </p:txBody>
      </p:sp>
      <p:pic>
        <p:nvPicPr>
          <p:cNvPr id="21" name="Image 10" descr="/tmp/claude-0/-home-user-ashton212123/6ae88841-e158-5430-ba3a-d930461fce9f/scratchpad/build/assets/kai.png">    </p:cNvPr>
          <p:cNvPicPr>
            <a:picLocks noChangeAspect="1"/>
          </p:cNvPicPr>
          <p:nvPr/>
        </p:nvPicPr>
        <p:blipFill>
          <a:blip r:embed="rId11"/>
          <a:stretch>
            <a:fillRect/>
          </a:stretch>
        </p:blipFill>
        <p:spPr>
          <a:xfrm>
            <a:off x="1005840" y="2331720"/>
            <a:ext cx="1737360" cy="2715768"/>
          </a:xfrm>
          <a:prstGeom prst="rect">
            <a:avLst/>
          </a:prstGeom>
        </p:spPr>
      </p:pic>
      <p:pic>
        <p:nvPicPr>
          <p:cNvPr id="22" name="Image 11" descr="/tmp/claude-0/-home-user-ashton212123/6ae88841-e158-5430-ba3a-d930461fce9f/scratchpad/build/assets/byte.png">    </p:cNvPr>
          <p:cNvPicPr>
            <a:picLocks noChangeAspect="1"/>
          </p:cNvPicPr>
          <p:nvPr/>
        </p:nvPicPr>
        <p:blipFill>
          <a:blip r:embed="rId12"/>
          <a:stretch>
            <a:fillRect/>
          </a:stretch>
        </p:blipFill>
        <p:spPr>
          <a:xfrm>
            <a:off x="9445752" y="2331720"/>
            <a:ext cx="1737360" cy="2715768"/>
          </a:xfrm>
          <a:prstGeom prst="rect">
            <a:avLst/>
          </a:prstGeom>
        </p:spPr>
      </p:pic>
      <p:sp>
        <p:nvSpPr>
          <p:cNvPr id="23" name="Link - CONTINUE">
            <a:hlinkClick r:id="rId16" action="ppaction://hlinksldjump" highlightClick="1"/>
          </p:cNvPr>
          <p:cNvSpPr txBox="1"/>
          <p:nvPr/>
        </p:nvSpPr>
        <p:spPr>
          <a:xfrm>
            <a:off x="4727448" y="5349240"/>
            <a:ext cx="2743200"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7" name="snd_victory.wav"/>
      </p:stSnd>
    </p:sndAc>
  </p:transition>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4BF0A0"/>
                </a:solidFill>
                <a:latin typeface="Courier New" pitchFamily="34" charset="0"/>
                <a:ea typeface="Courier New" pitchFamily="34" charset="-122"/>
                <a:cs typeface="Courier New" pitchFamily="34" charset="-120"/>
              </a:rPr>
              <a:t>&gt; ESC GATE // UNLOCKED</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5"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sp>
        <p:nvSpPr>
          <p:cNvPr id="13" name="Text 4"/>
          <p:cNvSpPr txBox="1"/>
          <p:nvPr/>
        </p:nvSpPr>
        <p:spPr>
          <a:xfrm>
            <a:off x="457200" y="914400"/>
            <a:ext cx="11274552" cy="822960"/>
          </a:xfrm>
          <a:prstGeom prst="rect">
            <a:avLst/>
          </a:prstGeom>
          <a:noFill/>
          <a:ln/>
        </p:spPr>
        <p:txBody>
          <a:bodyPr wrap="square" lIns="0" tIns="0" rIns="0" bIns="0" rtlCol="0" anchor="ctr"/>
          <a:lstStyle/>
          <a:p>
            <a:pPr algn="ctr" indent="0" marL="0">
              <a:buNone/>
            </a:pPr>
            <a:r>
              <a:rPr lang="en-US" sz="3800" dirty="0">
                <a:solidFill>
                  <a:srgbClr val="4BF0A0"/>
                </a:solidFill>
                <a:latin typeface="Arial Black" pitchFamily="34" charset="0"/>
                <a:ea typeface="Arial Black" pitchFamily="34" charset="-122"/>
                <a:cs typeface="Arial Black" pitchFamily="34" charset="-120"/>
              </a:rPr>
              <a:t>ESC GATE UNLOCKED!</a:t>
            </a:r>
            <a:endParaRPr lang="en-US" sz="3800" dirty="0"/>
          </a:p>
        </p:txBody>
      </p:sp>
      <p:sp>
        <p:nvSpPr>
          <p:cNvPr id="14" name="Text 5"/>
          <p:cNvSpPr txBox="1"/>
          <p:nvPr/>
        </p:nvSpPr>
        <p:spPr>
          <a:xfrm>
            <a:off x="457200" y="1737360"/>
            <a:ext cx="11274552" cy="411480"/>
          </a:xfrm>
          <a:prstGeom prst="rect">
            <a:avLst/>
          </a:prstGeom>
          <a:noFill/>
          <a:ln/>
        </p:spPr>
        <p:txBody>
          <a:bodyPr wrap="square" lIns="0" tIns="0" rIns="0" bIns="0" rtlCol="0" anchor="ctr"/>
          <a:lstStyle/>
          <a:p>
            <a:pPr algn="ctr" indent="0" marL="0">
              <a:buNone/>
            </a:pPr>
            <a:r>
              <a:rPr lang="en-US" sz="1600" b="1" dirty="0">
                <a:solidFill>
                  <a:srgbClr val="FFC233"/>
                </a:solidFill>
                <a:latin typeface="Courier New" pitchFamily="34" charset="0"/>
                <a:ea typeface="Courier New" pitchFamily="34" charset="-122"/>
                <a:cs typeface="Courier New" pitchFamily="34" charset="-120"/>
              </a:rPr>
              <a:t>CODE 6-1-8-3 ACCEPTED  //  YOU ESCAPED THE GLITCH!</a:t>
            </a:r>
            <a:endParaRPr lang="en-US" sz="1600" dirty="0"/>
          </a:p>
        </p:txBody>
      </p:sp>
      <p:pic>
        <p:nvPicPr>
          <p:cNvPr id="15" name="Image 7" descr="/tmp/claude-0/-home-user-ashton212123/6ae88841-e158-5430-ba3a-d930461fce9f/scratchpad/build/assets/icons/FaStar_FFC233.png">    </p:cNvPr>
          <p:cNvPicPr>
            <a:picLocks noChangeAspect="1"/>
          </p:cNvPicPr>
          <p:nvPr/>
        </p:nvPicPr>
        <p:blipFill>
          <a:blip r:embed="rId8"/>
          <a:stretch>
            <a:fillRect/>
          </a:stretch>
        </p:blipFill>
        <p:spPr>
          <a:xfrm>
            <a:off x="4450385" y="2423160"/>
            <a:ext cx="1005840" cy="1005840"/>
          </a:xfrm>
          <a:prstGeom prst="rect">
            <a:avLst/>
          </a:prstGeom>
        </p:spPr>
      </p:pic>
      <p:pic>
        <p:nvPicPr>
          <p:cNvPr id="16" name="Image 8" descr="/tmp/claude-0/-home-user-ashton212123/6ae88841-e158-5430-ba3a-d930461fce9f/scratchpad/build/assets/icons/FaStar_3A4370.png">    </p:cNvPr>
          <p:cNvPicPr>
            <a:picLocks noChangeAspect="1"/>
          </p:cNvPicPr>
          <p:nvPr/>
        </p:nvPicPr>
        <p:blipFill>
          <a:blip r:embed="rId9"/>
          <a:stretch>
            <a:fillRect/>
          </a:stretch>
        </p:blipFill>
        <p:spPr>
          <a:xfrm>
            <a:off x="5593385" y="2423160"/>
            <a:ext cx="1005840" cy="1005840"/>
          </a:xfrm>
          <a:prstGeom prst="rect">
            <a:avLst/>
          </a:prstGeom>
        </p:spPr>
      </p:pic>
      <p:pic>
        <p:nvPicPr>
          <p:cNvPr id="17" name="Image 9" descr="/tmp/claude-0/-home-user-ashton212123/6ae88841-e158-5430-ba3a-d930461fce9f/scratchpad/build/assets/icons/FaStar_3A4370.png">    </p:cNvPr>
          <p:cNvPicPr>
            <a:picLocks noChangeAspect="1"/>
          </p:cNvPicPr>
          <p:nvPr/>
        </p:nvPicPr>
        <p:blipFill>
          <a:blip r:embed="rId10"/>
          <a:stretch>
            <a:fillRect/>
          </a:stretch>
        </p:blipFill>
        <p:spPr>
          <a:xfrm>
            <a:off x="6736385" y="2423160"/>
            <a:ext cx="1005840" cy="1005840"/>
          </a:xfrm>
          <a:prstGeom prst="rect">
            <a:avLst/>
          </a:prstGeom>
        </p:spPr>
      </p:pic>
      <p:sp>
        <p:nvSpPr>
          <p:cNvPr id="18" name="Text 6"/>
          <p:cNvSpPr txBox="1"/>
          <p:nvPr/>
        </p:nvSpPr>
        <p:spPr>
          <a:xfrm>
            <a:off x="2926080" y="3566160"/>
            <a:ext cx="6336792" cy="640080"/>
          </a:xfrm>
          <a:prstGeom prst="rect">
            <a:avLst/>
          </a:prstGeom>
          <a:noFill/>
          <a:ln/>
        </p:spPr>
        <p:txBody>
          <a:bodyPr wrap="square" lIns="0" tIns="0" rIns="0" bIns="0" rtlCol="0" anchor="ctr"/>
          <a:lstStyle/>
          <a:p>
            <a:pPr algn="ctr" indent="0" marL="0">
              <a:buNone/>
            </a:pPr>
            <a:r>
              <a:rPr lang="en-US" sz="2800" dirty="0">
                <a:solidFill>
                  <a:srgbClr val="FFC233"/>
                </a:solidFill>
                <a:latin typeface="Arial Black" pitchFamily="34" charset="0"/>
                <a:ea typeface="Arial Black" pitchFamily="34" charset="-122"/>
                <a:cs typeface="Arial Black" pitchFamily="34" charset="-120"/>
              </a:rPr>
              <a:t>LUCKY ESCAPER</a:t>
            </a:r>
            <a:endParaRPr lang="en-US" sz="2800" dirty="0"/>
          </a:p>
        </p:txBody>
      </p:sp>
      <p:sp>
        <p:nvSpPr>
          <p:cNvPr id="19" name="Text 7"/>
          <p:cNvSpPr txBox="1"/>
          <p:nvPr/>
        </p:nvSpPr>
        <p:spPr>
          <a:xfrm>
            <a:off x="2926080" y="4206240"/>
            <a:ext cx="6336792" cy="457200"/>
          </a:xfrm>
          <a:prstGeom prst="rect">
            <a:avLst/>
          </a:prstGeom>
          <a:noFill/>
          <a:ln/>
        </p:spPr>
        <p:txBody>
          <a:bodyPr wrap="square" lIns="0" tIns="0" rIns="0" bIns="0" rtlCol="0" anchor="ctr"/>
          <a:lstStyle/>
          <a:p>
            <a:pPr algn="ctr" indent="0" marL="0">
              <a:buNone/>
            </a:pPr>
            <a:r>
              <a:rPr lang="en-US" sz="1800" dirty="0">
                <a:solidFill>
                  <a:srgbClr val="EAF2FF"/>
                </a:solidFill>
                <a:latin typeface="Calibri" pitchFamily="34" charset="0"/>
                <a:ea typeface="Calibri" pitchFamily="34" charset="-122"/>
                <a:cs typeface="Calibri" pitchFamily="34" charset="-120"/>
              </a:rPr>
              <a:t>You made it out... with just one shield left!</a:t>
            </a:r>
            <a:endParaRPr lang="en-US" sz="1800" dirty="0"/>
          </a:p>
        </p:txBody>
      </p:sp>
      <p:sp>
        <p:nvSpPr>
          <p:cNvPr id="20" name="Text 8"/>
          <p:cNvSpPr txBox="1"/>
          <p:nvPr/>
        </p:nvSpPr>
        <p:spPr>
          <a:xfrm>
            <a:off x="2926080" y="4663440"/>
            <a:ext cx="6336792" cy="365760"/>
          </a:xfrm>
          <a:prstGeom prst="rect">
            <a:avLst/>
          </a:prstGeom>
          <a:noFill/>
          <a:ln/>
        </p:spPr>
        <p:txBody>
          <a:bodyPr wrap="square" lIns="0" tIns="0" rIns="0" bIns="0" rtlCol="0" anchor="ctr"/>
          <a:lstStyle/>
          <a:p>
            <a:pPr algn="ctr" indent="0" marL="0">
              <a:buNone/>
            </a:pPr>
            <a:r>
              <a:rPr lang="en-US" sz="1300" b="1" dirty="0">
                <a:solidFill>
                  <a:srgbClr val="9AA6D9"/>
                </a:solidFill>
                <a:latin typeface="Courier New" pitchFamily="34" charset="0"/>
                <a:ea typeface="Courier New" pitchFamily="34" charset="-122"/>
                <a:cs typeface="Courier New" pitchFamily="34" charset="-120"/>
              </a:rPr>
              <a:t>SHIELDS KEPT: 1 / 3</a:t>
            </a:r>
            <a:endParaRPr lang="en-US" sz="1300" dirty="0"/>
          </a:p>
        </p:txBody>
      </p:sp>
      <p:pic>
        <p:nvPicPr>
          <p:cNvPr id="21" name="Image 10" descr="/tmp/claude-0/-home-user-ashton212123/6ae88841-e158-5430-ba3a-d930461fce9f/scratchpad/build/assets/kai.png">    </p:cNvPr>
          <p:cNvPicPr>
            <a:picLocks noChangeAspect="1"/>
          </p:cNvPicPr>
          <p:nvPr/>
        </p:nvPicPr>
        <p:blipFill>
          <a:blip r:embed="rId11"/>
          <a:stretch>
            <a:fillRect/>
          </a:stretch>
        </p:blipFill>
        <p:spPr>
          <a:xfrm>
            <a:off x="1005840" y="2331720"/>
            <a:ext cx="1737360" cy="2715768"/>
          </a:xfrm>
          <a:prstGeom prst="rect">
            <a:avLst/>
          </a:prstGeom>
        </p:spPr>
      </p:pic>
      <p:pic>
        <p:nvPicPr>
          <p:cNvPr id="22" name="Image 11" descr="/tmp/claude-0/-home-user-ashton212123/6ae88841-e158-5430-ba3a-d930461fce9f/scratchpad/build/assets/byte.png">    </p:cNvPr>
          <p:cNvPicPr>
            <a:picLocks noChangeAspect="1"/>
          </p:cNvPicPr>
          <p:nvPr/>
        </p:nvPicPr>
        <p:blipFill>
          <a:blip r:embed="rId12"/>
          <a:stretch>
            <a:fillRect/>
          </a:stretch>
        </p:blipFill>
        <p:spPr>
          <a:xfrm>
            <a:off x="9445752" y="2331720"/>
            <a:ext cx="1737360" cy="2715768"/>
          </a:xfrm>
          <a:prstGeom prst="rect">
            <a:avLst/>
          </a:prstGeom>
        </p:spPr>
      </p:pic>
      <p:sp>
        <p:nvSpPr>
          <p:cNvPr id="23" name="Link - CONTINUE">
            <a:hlinkClick r:id="rId16" action="ppaction://hlinksldjump" highlightClick="1"/>
          </p:cNvPr>
          <p:cNvSpPr txBox="1"/>
          <p:nvPr/>
        </p:nvSpPr>
        <p:spPr>
          <a:xfrm>
            <a:off x="4727448" y="5349240"/>
            <a:ext cx="2743200" cy="731520"/>
          </a:xfrm>
          <a:prstGeom prst="roundRect">
            <a:avLst>
              <a:gd name="adj" fmla="val 12500"/>
            </a:avLst>
          </a:prstGeom>
          <a:solidFill>
            <a:srgbClr val="4BF0A0"/>
          </a:solidFill>
          <a:ln w="25400">
            <a:solidFill>
              <a:srgbClr val="4BF0A0"/>
            </a:solidFill>
          </a:ln>
          <a:effectLst>
            <a:outerShdw sx="100000" sy="100000" kx="0" ky="0" algn="bl" rotWithShape="0" blurRad="177800" dist="50800" dir="5400000">
              <a:srgbClr val="4BF0A0">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CONTINUE</a:t>
            </a:r>
            <a:endParaRPr lang="en-US" sz="1600" dirty="0"/>
          </a:p>
        </p:txBody>
      </p:sp>
    </p:spTree>
  </p:cSld>
  <p:clrMapOvr>
    <a:masterClrMapping/>
  </p:clrMapOvr>
  <p:transition spd="med" advClick="0">
    <p:fade/>
    <p:sndAc>
      <p:stSnd>
        <p:snd r:embed="rId17" name="snd_victory.wav"/>
      </p:stSnd>
    </p:sndAc>
  </p:transition>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72585"/>
                </a:solidFill>
                <a:latin typeface="Courier New" pitchFamily="34" charset="0"/>
                <a:ea typeface="Courier New" pitchFamily="34" charset="-122"/>
                <a:cs typeface="Courier New" pitchFamily="34" charset="-120"/>
              </a:rPr>
              <a:t>&gt; NULL'S CORE // FINAL GATE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6"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ExclamationTriangle_F72585.png">    </p:cNvPr>
          <p:cNvPicPr>
            <a:picLocks noChangeAspect="1"/>
          </p:cNvPicPr>
          <p:nvPr/>
        </p:nvPicPr>
        <p:blipFill>
          <a:blip r:embed="rId8"/>
          <a:stretch>
            <a:fillRect/>
          </a:stretch>
        </p:blipFill>
        <p:spPr>
          <a:xfrm>
            <a:off x="457200" y="1005840"/>
            <a:ext cx="603504" cy="603504"/>
          </a:xfrm>
          <a:prstGeom prst="rect">
            <a:avLst/>
          </a:prstGeom>
        </p:spPr>
      </p:pic>
      <p:sp>
        <p:nvSpPr>
          <p:cNvPr id="14" name="Text 4"/>
          <p:cNvSpPr txBox="1"/>
          <p:nvPr/>
        </p:nvSpPr>
        <p:spPr>
          <a:xfrm>
            <a:off x="1234440" y="914400"/>
            <a:ext cx="7498080" cy="777240"/>
          </a:xfrm>
          <a:prstGeom prst="rect">
            <a:avLst/>
          </a:prstGeom>
          <a:noFill/>
          <a:ln/>
        </p:spPr>
        <p:txBody>
          <a:bodyPr wrap="square" lIns="0" tIns="0" rIns="0" bIns="0" rtlCol="0" anchor="ctr"/>
          <a:lstStyle/>
          <a:p>
            <a:pPr indent="0" marL="0">
              <a:buNone/>
            </a:pPr>
            <a:r>
              <a:rPr lang="en-US" sz="3400" dirty="0">
                <a:solidFill>
                  <a:srgbClr val="F72585"/>
                </a:solidFill>
                <a:latin typeface="Arial Black" pitchFamily="34" charset="0"/>
                <a:ea typeface="Arial Black" pitchFamily="34" charset="-122"/>
                <a:cs typeface="Arial Black" pitchFamily="34" charset="-120"/>
              </a:rPr>
              <a:t>GLITCH DETECTED!</a:t>
            </a:r>
            <a:endParaRPr lang="en-US" sz="3400" dirty="0"/>
          </a:p>
        </p:txBody>
      </p:sp>
      <p:sp>
        <p:nvSpPr>
          <p:cNvPr id="15" name="Text 5"/>
          <p:cNvSpPr txBox="1"/>
          <p:nvPr/>
        </p:nvSpPr>
        <p:spPr>
          <a:xfrm>
            <a:off x="457200" y="1719072"/>
            <a:ext cx="8138160" cy="457200"/>
          </a:xfrm>
          <a:prstGeom prst="rect">
            <a:avLst/>
          </a:prstGeom>
          <a:noFill/>
          <a:ln/>
        </p:spPr>
        <p:txBody>
          <a:bodyPr wrap="square" lIns="0" tIns="0" rIns="0" bIns="0" rtlCol="0" anchor="ctr"/>
          <a:lstStyle/>
          <a:p>
            <a:pPr indent="0" marL="0">
              <a:buNone/>
            </a:pPr>
            <a:r>
              <a:rPr lang="en-US" sz="1500" b="1" dirty="0">
                <a:solidFill>
                  <a:srgbClr val="FF8FC7"/>
                </a:solidFill>
                <a:latin typeface="Courier New" pitchFamily="34" charset="0"/>
                <a:ea typeface="Courier New" pitchFamily="34" charset="-122"/>
                <a:cs typeface="Courier New" pitchFamily="34" charset="-120"/>
              </a:rPr>
              <a:t>NULL: "Click, click, CRASH! I love wrong answers!"</a:t>
            </a:r>
            <a:endParaRPr lang="en-US" sz="1500" dirty="0"/>
          </a:p>
        </p:txBody>
      </p:sp>
      <p:sp>
        <p:nvSpPr>
          <p:cNvPr id="16" name="Shape 6"/>
          <p:cNvSpPr/>
          <p:nvPr/>
        </p:nvSpPr>
        <p:spPr>
          <a:xfrm>
            <a:off x="457200" y="2331720"/>
            <a:ext cx="8138160" cy="1188720"/>
          </a:xfrm>
          <a:prstGeom prst="roundRect">
            <a:avLst>
              <a:gd name="adj" fmla="val 9231"/>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7" name="Text 7"/>
          <p:cNvSpPr txBox="1"/>
          <p:nvPr/>
        </p:nvSpPr>
        <p:spPr>
          <a:xfrm>
            <a:off x="731520" y="2331720"/>
            <a:ext cx="2743200" cy="1188720"/>
          </a:xfrm>
          <a:prstGeom prst="rect">
            <a:avLst/>
          </a:prstGeom>
          <a:noFill/>
          <a:ln/>
        </p:spPr>
        <p:txBody>
          <a:bodyPr wrap="square" lIns="0" tIns="0" rIns="0" bIns="0" rtlCol="0" anchor="ctr"/>
          <a:lstStyle/>
          <a:p>
            <a:pPr indent="0" marL="0">
              <a:buNone/>
            </a:pPr>
            <a:r>
              <a:rPr lang="en-US" sz="2400" dirty="0">
                <a:solidFill>
                  <a:srgbClr val="F72585"/>
                </a:solidFill>
                <a:latin typeface="Arial Black" pitchFamily="34" charset="0"/>
                <a:ea typeface="Arial Black" pitchFamily="34" charset="-122"/>
                <a:cs typeface="Arial Black" pitchFamily="34" charset="-120"/>
              </a:rPr>
              <a:t>-1 SHIELD</a:t>
            </a:r>
            <a:endParaRPr lang="en-US" sz="2400" dirty="0"/>
          </a:p>
        </p:txBody>
      </p:sp>
      <p:pic>
        <p:nvPicPr>
          <p:cNvPr id="18" name="Image 8" descr="/tmp/claude-0/-home-user-ashton212123/6ae88841-e158-5430-ba3a-d930461fce9f/scratchpad/build/assets/shield.png">    </p:cNvPr>
          <p:cNvPicPr>
            <a:picLocks noChangeAspect="1"/>
          </p:cNvPicPr>
          <p:nvPr/>
        </p:nvPicPr>
        <p:blipFill>
          <a:blip r:embed="rId9"/>
          <a:stretch>
            <a:fillRect/>
          </a:stretch>
        </p:blipFill>
        <p:spPr>
          <a:xfrm>
            <a:off x="3566160" y="2560320"/>
            <a:ext cx="731520" cy="731520"/>
          </a:xfrm>
          <a:prstGeom prst="rect">
            <a:avLst/>
          </a:prstGeom>
        </p:spPr>
      </p:pic>
      <p:pic>
        <p:nvPicPr>
          <p:cNvPr id="19" name="Image 9" descr="/tmp/claude-0/-home-user-ashton212123/6ae88841-e158-5430-ba3a-d930461fce9f/scratchpad/build/assets/shield.png">    </p:cNvPr>
          <p:cNvPicPr>
            <a:picLocks noChangeAspect="1"/>
          </p:cNvPicPr>
          <p:nvPr/>
        </p:nvPicPr>
        <p:blipFill>
          <a:blip r:embed="rId10"/>
          <a:stretch>
            <a:fillRect/>
          </a:stretch>
        </p:blipFill>
        <p:spPr>
          <a:xfrm>
            <a:off x="4434840" y="2560320"/>
            <a:ext cx="731520" cy="731520"/>
          </a:xfrm>
          <a:prstGeom prst="rect">
            <a:avLst/>
          </a:prstGeom>
        </p:spPr>
      </p:pic>
      <p:pic>
        <p:nvPicPr>
          <p:cNvPr id="20" name="Image 10" descr="/tmp/claude-0/-home-user-ashton212123/6ae88841-e158-5430-ba3a-d930461fce9f/scratchpad/build/assets/shield_empty.png">    </p:cNvPr>
          <p:cNvPicPr>
            <a:picLocks noChangeAspect="1"/>
          </p:cNvPicPr>
          <p:nvPr/>
        </p:nvPicPr>
        <p:blipFill>
          <a:blip r:embed="rId11"/>
          <a:stretch>
            <a:fillRect/>
          </a:stretch>
        </p:blipFill>
        <p:spPr>
          <a:xfrm>
            <a:off x="5303520" y="2560320"/>
            <a:ext cx="731520" cy="731520"/>
          </a:xfrm>
          <a:prstGeom prst="rect">
            <a:avLst/>
          </a:prstGeom>
        </p:spPr>
      </p:pic>
      <p:sp>
        <p:nvSpPr>
          <p:cNvPr id="21" name="Text 8"/>
          <p:cNvSpPr txBox="1"/>
          <p:nvPr/>
        </p:nvSpPr>
        <p:spPr>
          <a:xfrm>
            <a:off x="6263640" y="2331720"/>
            <a:ext cx="2103120" cy="1188720"/>
          </a:xfrm>
          <a:prstGeom prst="rect">
            <a:avLst/>
          </a:prstGeom>
          <a:noFill/>
          <a:ln/>
        </p:spPr>
        <p:txBody>
          <a:bodyPr wrap="square" lIns="0" tIns="0" rIns="0" bIns="0" rtlCol="0" anchor="ctr"/>
          <a:lstStyle/>
          <a:p>
            <a:pPr indent="0" marL="0">
              <a:buNone/>
            </a:pPr>
            <a:r>
              <a:rPr lang="en-US" sz="1800" b="1" dirty="0">
                <a:solidFill>
                  <a:srgbClr val="EAF2FF"/>
                </a:solidFill>
                <a:latin typeface="Courier New" pitchFamily="34" charset="0"/>
                <a:ea typeface="Courier New" pitchFamily="34" charset="-122"/>
                <a:cs typeface="Courier New" pitchFamily="34" charset="-120"/>
              </a:rPr>
              <a:t>2 LEFT</a:t>
            </a:r>
            <a:endParaRPr lang="en-US" sz="1800" dirty="0"/>
          </a:p>
        </p:txBody>
      </p:sp>
      <p:sp>
        <p:nvSpPr>
          <p:cNvPr id="22" name="Shape 9"/>
          <p:cNvSpPr/>
          <p:nvPr/>
        </p:nvSpPr>
        <p:spPr>
          <a:xfrm>
            <a:off x="457200" y="3749040"/>
            <a:ext cx="8138160" cy="1417320"/>
          </a:xfrm>
          <a:prstGeom prst="roundRect">
            <a:avLst>
              <a:gd name="adj" fmla="val 7742"/>
            </a:avLst>
          </a:prstGeom>
          <a:solidFill>
            <a:srgbClr val="121A3F">
              <a:alpha val="94000"/>
            </a:srgbClr>
          </a:solidFill>
          <a:ln w="19050">
            <a:solidFill>
              <a:srgbClr val="FFC233"/>
            </a:solidFill>
            <a:prstDash val="solid"/>
          </a:ln>
        </p:spPr>
      </p:sp>
      <p:pic>
        <p:nvPicPr>
          <p:cNvPr id="23" name="Image 11" descr="/tmp/claude-0/-home-user-ashton212123/6ae88841-e158-5430-ba3a-d930461fce9f/scratchpad/build/assets/icons/FaLightbulb_FFC233.png">    </p:cNvPr>
          <p:cNvPicPr>
            <a:picLocks noChangeAspect="1"/>
          </p:cNvPicPr>
          <p:nvPr/>
        </p:nvPicPr>
        <p:blipFill>
          <a:blip r:embed="rId12"/>
          <a:stretch>
            <a:fillRect/>
          </a:stretch>
        </p:blipFill>
        <p:spPr>
          <a:xfrm>
            <a:off x="731520" y="3931920"/>
            <a:ext cx="384048" cy="384048"/>
          </a:xfrm>
          <a:prstGeom prst="rect">
            <a:avLst/>
          </a:prstGeom>
        </p:spPr>
      </p:pic>
      <p:sp>
        <p:nvSpPr>
          <p:cNvPr id="24" name="Text 10"/>
          <p:cNvSpPr txBox="1"/>
          <p:nvPr/>
        </p:nvSpPr>
        <p:spPr>
          <a:xfrm>
            <a:off x="1234440" y="3931920"/>
            <a:ext cx="3657600" cy="384048"/>
          </a:xfrm>
          <a:prstGeom prst="rect">
            <a:avLst/>
          </a:prstGeom>
          <a:noFill/>
          <a:ln/>
        </p:spPr>
        <p:txBody>
          <a:bodyPr wrap="square" lIns="0" tIns="0" rIns="0" bIns="0" rtlCol="0" anchor="ctr"/>
          <a:lstStyle/>
          <a:p>
            <a:pPr indent="0" marL="0">
              <a:buNone/>
            </a:pPr>
            <a:r>
              <a:rPr lang="en-US" sz="1200" b="1" dirty="0">
                <a:solidFill>
                  <a:srgbClr val="FFC233"/>
                </a:solidFill>
                <a:latin typeface="Courier New" pitchFamily="34" charset="0"/>
                <a:ea typeface="Courier New" pitchFamily="34" charset="-122"/>
                <a:cs typeface="Courier New" pitchFamily="34" charset="-120"/>
              </a:rPr>
              <a:t>BYTE'S HINT</a:t>
            </a:r>
            <a:endParaRPr lang="en-US" sz="1200" dirty="0"/>
          </a:p>
        </p:txBody>
      </p:sp>
      <p:sp>
        <p:nvSpPr>
          <p:cNvPr id="25" name="Text 11"/>
          <p:cNvSpPr txBox="1"/>
          <p:nvPr/>
        </p:nvSpPr>
        <p:spPr>
          <a:xfrm>
            <a:off x="731520" y="4389120"/>
            <a:ext cx="7635240" cy="68580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Write your fragments from Sector 1 to Sector 4, then read them from right to left.</a:t>
            </a:r>
            <a:endParaRPr lang="en-US" sz="1800" dirty="0"/>
          </a:p>
        </p:txBody>
      </p:sp>
      <p:pic>
        <p:nvPicPr>
          <p:cNvPr id="26" name="Image 12" descr="/tmp/claude-0/-home-user-ashton212123/6ae88841-e158-5430-ba3a-d930461fce9f/scratchpad/build/assets/null_glitch.png">    </p:cNvPr>
          <p:cNvPicPr>
            <a:picLocks noChangeAspect="1"/>
          </p:cNvPicPr>
          <p:nvPr/>
        </p:nvPicPr>
        <p:blipFill>
          <a:blip r:embed="rId13"/>
          <a:stretch>
            <a:fillRect/>
          </a:stretch>
        </p:blipFill>
        <p:spPr>
          <a:xfrm>
            <a:off x="8915400" y="1554480"/>
            <a:ext cx="2834640" cy="2240280"/>
          </a:xfrm>
          <a:prstGeom prst="rect">
            <a:avLst/>
          </a:prstGeom>
        </p:spPr>
      </p:pic>
      <p:sp>
        <p:nvSpPr>
          <p:cNvPr id="27" name="Link - TRY AGAIN">
            <a:hlinkClick r:id="rId17" action="ppaction://hlinksldjump" highlightClick="1"/>
          </p:cNvPr>
          <p:cNvSpPr txBox="1"/>
          <p:nvPr/>
        </p:nvSpPr>
        <p:spPr>
          <a:xfrm>
            <a:off x="457200" y="5440680"/>
            <a:ext cx="3108960" cy="731520"/>
          </a:xfrm>
          <a:prstGeom prst="roundRect">
            <a:avLst>
              <a:gd name="adj" fmla="val 12500"/>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TRY AGAIN</a:t>
            </a:r>
            <a:endParaRPr lang="en-US" sz="1600" dirty="0"/>
          </a:p>
        </p:txBody>
      </p:sp>
      <p:sp>
        <p:nvSpPr>
          <p:cNvPr id="28" name="Text 13"/>
          <p:cNvSpPr txBox="1"/>
          <p:nvPr/>
        </p:nvSpPr>
        <p:spPr>
          <a:xfrm>
            <a:off x="3794760" y="5440680"/>
            <a:ext cx="4846320" cy="731520"/>
          </a:xfrm>
          <a:prstGeom prst="rect">
            <a:avLst/>
          </a:prstGeom>
          <a:noFill/>
          <a:ln/>
        </p:spPr>
        <p:txBody>
          <a:bodyPr wrap="square" lIns="0" tIns="0" rIns="0" bIns="0" rtlCol="0" anchor="ctr"/>
          <a:lstStyle/>
          <a:p>
            <a:pPr indent="0" marL="0">
              <a:buNone/>
            </a:pPr>
            <a:r>
              <a:rPr lang="en-US" sz="1200" dirty="0">
                <a:solidFill>
                  <a:srgbClr val="9AA6D9"/>
                </a:solidFill>
                <a:latin typeface="Courier New" pitchFamily="34" charset="0"/>
                <a:ea typeface="Courier New" pitchFamily="34" charset="-122"/>
                <a:cs typeface="Courier New" pitchFamily="34" charset="-120"/>
              </a:rPr>
              <a:t>Retry the same question with one less shield.</a:t>
            </a:r>
            <a:endParaRPr lang="en-US" sz="1200" dirty="0"/>
          </a:p>
        </p:txBody>
      </p:sp>
    </p:spTree>
  </p:cSld>
  <p:clrMapOvr>
    <a:masterClrMapping/>
  </p:clrMapOvr>
  <p:transition spd="med" advClick="0">
    <p:fade/>
    <p:sndAc>
      <p:stSnd>
        <p:snd r:embed="rId18" name="snd_wrong.wav"/>
      </p:stSnd>
    </p:sndAc>
  </p:transition>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ext 0"/>
          <p:cNvSpPr txBox="1"/>
          <p:nvPr/>
        </p:nvSpPr>
        <p:spPr>
          <a:xfrm>
            <a:off x="457200" y="292608"/>
            <a:ext cx="5120640" cy="384048"/>
          </a:xfrm>
          <a:prstGeom prst="rect">
            <a:avLst/>
          </a:prstGeom>
          <a:noFill/>
          <a:ln/>
        </p:spPr>
        <p:txBody>
          <a:bodyPr wrap="square" lIns="0" tIns="0" rIns="0" bIns="0" rtlCol="0" anchor="ctr"/>
          <a:lstStyle/>
          <a:p>
            <a:pPr indent="0" marL="0">
              <a:buNone/>
            </a:pPr>
            <a:r>
              <a:rPr lang="en-US" sz="1400" b="1" dirty="0">
                <a:solidFill>
                  <a:srgbClr val="F72585"/>
                </a:solidFill>
                <a:latin typeface="Courier New" pitchFamily="34" charset="0"/>
                <a:ea typeface="Courier New" pitchFamily="34" charset="-122"/>
                <a:cs typeface="Courier New" pitchFamily="34" charset="-120"/>
              </a:rPr>
              <a:t>&gt; NULL'S CORE // FINAL GATE</a:t>
            </a:r>
            <a:endParaRPr lang="en-US" sz="1400" dirty="0"/>
          </a:p>
        </p:txBody>
      </p:sp>
      <p:sp>
        <p:nvSpPr>
          <p:cNvPr id="3" name="Text 1"/>
          <p:cNvSpPr txBox="1"/>
          <p:nvPr/>
        </p:nvSpPr>
        <p:spPr>
          <a:xfrm>
            <a:off x="5669280" y="292608"/>
            <a:ext cx="123444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FRAGMENTS</a:t>
            </a:r>
            <a:endParaRPr lang="en-US" sz="1000" dirty="0"/>
          </a:p>
        </p:txBody>
      </p:sp>
      <p:pic>
        <p:nvPicPr>
          <p:cNvPr id="4" name="Image 0" descr="/tmp/claude-0/-home-user-ashton212123/6ae88841-e158-5430-ba3a-d930461fce9f/scratchpad/build/assets/chip.png">    </p:cNvPr>
          <p:cNvPicPr>
            <a:picLocks noChangeAspect="1"/>
          </p:cNvPicPr>
          <p:nvPr/>
        </p:nvPicPr>
        <p:blipFill>
          <a:blip r:embed="rId1"/>
          <a:stretch>
            <a:fillRect/>
          </a:stretch>
        </p:blipFill>
        <p:spPr>
          <a:xfrm>
            <a:off x="6995160" y="329184"/>
            <a:ext cx="347472" cy="318211"/>
          </a:xfrm>
          <a:prstGeom prst="rect">
            <a:avLst/>
          </a:prstGeom>
        </p:spPr>
      </p:pic>
      <p:pic>
        <p:nvPicPr>
          <p:cNvPr id="5" name="Image 1" descr="/tmp/claude-0/-home-user-ashton212123/6ae88841-e158-5430-ba3a-d930461fce9f/scratchpad/build/assets/chip.png">    </p:cNvPr>
          <p:cNvPicPr>
            <a:picLocks noChangeAspect="1"/>
          </p:cNvPicPr>
          <p:nvPr/>
        </p:nvPicPr>
        <p:blipFill>
          <a:blip r:embed="rId2"/>
          <a:stretch>
            <a:fillRect/>
          </a:stretch>
        </p:blipFill>
        <p:spPr>
          <a:xfrm>
            <a:off x="7379208" y="329184"/>
            <a:ext cx="347472" cy="318211"/>
          </a:xfrm>
          <a:prstGeom prst="rect">
            <a:avLst/>
          </a:prstGeom>
        </p:spPr>
      </p:pic>
      <p:pic>
        <p:nvPicPr>
          <p:cNvPr id="6" name="Image 2" descr="/tmp/claude-0/-home-user-ashton212123/6ae88841-e158-5430-ba3a-d930461fce9f/scratchpad/build/assets/chip.png">    </p:cNvPr>
          <p:cNvPicPr>
            <a:picLocks noChangeAspect="1"/>
          </p:cNvPicPr>
          <p:nvPr/>
        </p:nvPicPr>
        <p:blipFill>
          <a:blip r:embed="rId3"/>
          <a:stretch>
            <a:fillRect/>
          </a:stretch>
        </p:blipFill>
        <p:spPr>
          <a:xfrm>
            <a:off x="7763256" y="329184"/>
            <a:ext cx="347472" cy="318211"/>
          </a:xfrm>
          <a:prstGeom prst="rect">
            <a:avLst/>
          </a:prstGeom>
        </p:spPr>
      </p:pic>
      <p:pic>
        <p:nvPicPr>
          <p:cNvPr id="7" name="Image 3" descr="/tmp/claude-0/-home-user-ashton212123/6ae88841-e158-5430-ba3a-d930461fce9f/scratchpad/build/assets/chip.png">    </p:cNvPr>
          <p:cNvPicPr>
            <a:picLocks noChangeAspect="1"/>
          </p:cNvPicPr>
          <p:nvPr/>
        </p:nvPicPr>
        <p:blipFill>
          <a:blip r:embed="rId4"/>
          <a:stretch>
            <a:fillRect/>
          </a:stretch>
        </p:blipFill>
        <p:spPr>
          <a:xfrm>
            <a:off x="8147304" y="329184"/>
            <a:ext cx="347472" cy="318211"/>
          </a:xfrm>
          <a:prstGeom prst="rect">
            <a:avLst/>
          </a:prstGeom>
        </p:spPr>
      </p:pic>
      <p:sp>
        <p:nvSpPr>
          <p:cNvPr id="8" name="Text 2"/>
          <p:cNvSpPr txBox="1"/>
          <p:nvPr/>
        </p:nvSpPr>
        <p:spPr>
          <a:xfrm>
            <a:off x="8549640" y="292608"/>
            <a:ext cx="914400" cy="384048"/>
          </a:xfrm>
          <a:prstGeom prst="rect">
            <a:avLst/>
          </a:prstGeom>
          <a:noFill/>
          <a:ln/>
        </p:spPr>
        <p:txBody>
          <a:bodyPr wrap="square" lIns="0" tIns="0" rIns="0" bIns="0" rtlCol="0" anchor="ctr"/>
          <a:lstStyle/>
          <a:p>
            <a:pPr algn="r" indent="0" marL="0">
              <a:buNone/>
            </a:pPr>
            <a:r>
              <a:rPr lang="en-US" sz="1000" dirty="0">
                <a:solidFill>
                  <a:srgbClr val="9AA6D9"/>
                </a:solidFill>
                <a:latin typeface="Courier New" pitchFamily="34" charset="0"/>
                <a:ea typeface="Courier New" pitchFamily="34" charset="-122"/>
                <a:cs typeface="Courier New" pitchFamily="34" charset="-120"/>
              </a:rPr>
              <a:t>SHIELDS</a:t>
            </a:r>
            <a:endParaRPr lang="en-US" sz="1000" dirty="0"/>
          </a:p>
        </p:txBody>
      </p:sp>
      <p:pic>
        <p:nvPicPr>
          <p:cNvPr id="9" name="Image 4" descr="/tmp/claude-0/-home-user-ashton212123/6ae88841-e158-5430-ba3a-d930461fce9f/scratchpad/build/assets/shield.png">    </p:cNvPr>
          <p:cNvPicPr>
            <a:picLocks noChangeAspect="1"/>
          </p:cNvPicPr>
          <p:nvPr/>
        </p:nvPicPr>
        <p:blipFill>
          <a:blip r:embed="rId5"/>
          <a:stretch>
            <a:fillRect/>
          </a:stretch>
        </p:blipFill>
        <p:spPr>
          <a:xfrm>
            <a:off x="9555480" y="301752"/>
            <a:ext cx="365760" cy="365760"/>
          </a:xfrm>
          <a:prstGeom prst="rect">
            <a:avLst/>
          </a:prstGeom>
        </p:spPr>
      </p:pic>
      <p:pic>
        <p:nvPicPr>
          <p:cNvPr id="10" name="Image 5" descr="/tmp/claude-0/-home-user-ashton212123/6ae88841-e158-5430-ba3a-d930461fce9f/scratchpad/build/assets/shield_empty.png">    </p:cNvPr>
          <p:cNvPicPr>
            <a:picLocks noChangeAspect="1"/>
          </p:cNvPicPr>
          <p:nvPr/>
        </p:nvPicPr>
        <p:blipFill>
          <a:blip r:embed="rId6"/>
          <a:stretch>
            <a:fillRect/>
          </a:stretch>
        </p:blipFill>
        <p:spPr>
          <a:xfrm>
            <a:off x="9985248" y="301752"/>
            <a:ext cx="365760" cy="365760"/>
          </a:xfrm>
          <a:prstGeom prst="rect">
            <a:avLst/>
          </a:prstGeom>
        </p:spPr>
      </p:pic>
      <p:pic>
        <p:nvPicPr>
          <p:cNvPr id="11" name="Image 6" descr="/tmp/claude-0/-home-user-ashton212123/6ae88841-e158-5430-ba3a-d930461fce9f/scratchpad/build/assets/shield_empty.png">    </p:cNvPr>
          <p:cNvPicPr>
            <a:picLocks noChangeAspect="1"/>
          </p:cNvPicPr>
          <p:nvPr/>
        </p:nvPicPr>
        <p:blipFill>
          <a:blip r:embed="rId7"/>
          <a:stretch>
            <a:fillRect/>
          </a:stretch>
        </p:blipFill>
        <p:spPr>
          <a:xfrm>
            <a:off x="10415016" y="301752"/>
            <a:ext cx="365760" cy="365760"/>
          </a:xfrm>
          <a:prstGeom prst="rect">
            <a:avLst/>
          </a:prstGeom>
        </p:spPr>
      </p:pic>
      <p:sp>
        <p:nvSpPr>
          <p:cNvPr id="12" name="Link - Help">
            <a:hlinkClick r:id="rId16" action="ppaction://hlinksldjump" highlightClick="1"/>
          </p:cNvPr>
          <p:cNvSpPr txBox="1"/>
          <p:nvPr/>
        </p:nvSpPr>
        <p:spPr>
          <a:xfrm>
            <a:off x="11274552" y="256032"/>
            <a:ext cx="457200" cy="457200"/>
          </a:xfrm>
          <a:prstGeom prst="ellipse">
            <a:avLst/>
          </a:prstGeom>
          <a:solidFill>
            <a:srgbClr val="1A2353"/>
          </a:solidFill>
          <a:ln w="22225">
            <a:solidFill>
              <a:srgbClr val="2DE2E6"/>
            </a:solidFill>
          </a:ln>
        </p:spPr>
        <p:txBody>
          <a:bodyPr wrap="square" lIns="0" tIns="0" rIns="0" bIns="0" rtlCol="0" anchor="ctr"/>
          <a:lstStyle/>
          <a:p>
            <a:pPr algn="ctr" indent="0" marL="0">
              <a:buNone/>
            </a:pPr>
            <a:r>
              <a:rPr lang="en-US" sz="1600" dirty="0">
                <a:solidFill>
                  <a:srgbClr val="2DE2E6"/>
                </a:solidFill>
                <a:latin typeface="Arial Black" pitchFamily="34" charset="0"/>
                <a:ea typeface="Arial Black" pitchFamily="34" charset="-122"/>
                <a:cs typeface="Arial Black" pitchFamily="34" charset="-120"/>
              </a:rPr>
              <a:t>?</a:t>
            </a:r>
            <a:endParaRPr lang="en-US" sz="1600" dirty="0"/>
          </a:p>
        </p:txBody>
      </p:sp>
      <p:pic>
        <p:nvPicPr>
          <p:cNvPr id="13" name="Image 7" descr="/tmp/claude-0/-home-user-ashton212123/6ae88841-e158-5430-ba3a-d930461fce9f/scratchpad/build/assets/icons/FaExclamationTriangle_F72585.png">    </p:cNvPr>
          <p:cNvPicPr>
            <a:picLocks noChangeAspect="1"/>
          </p:cNvPicPr>
          <p:nvPr/>
        </p:nvPicPr>
        <p:blipFill>
          <a:blip r:embed="rId8"/>
          <a:stretch>
            <a:fillRect/>
          </a:stretch>
        </p:blipFill>
        <p:spPr>
          <a:xfrm>
            <a:off x="457200" y="1005840"/>
            <a:ext cx="603504" cy="603504"/>
          </a:xfrm>
          <a:prstGeom prst="rect">
            <a:avLst/>
          </a:prstGeom>
        </p:spPr>
      </p:pic>
      <p:sp>
        <p:nvSpPr>
          <p:cNvPr id="14" name="Text 4"/>
          <p:cNvSpPr txBox="1"/>
          <p:nvPr/>
        </p:nvSpPr>
        <p:spPr>
          <a:xfrm>
            <a:off x="1234440" y="914400"/>
            <a:ext cx="7498080" cy="777240"/>
          </a:xfrm>
          <a:prstGeom prst="rect">
            <a:avLst/>
          </a:prstGeom>
          <a:noFill/>
          <a:ln/>
        </p:spPr>
        <p:txBody>
          <a:bodyPr wrap="square" lIns="0" tIns="0" rIns="0" bIns="0" rtlCol="0" anchor="ctr"/>
          <a:lstStyle/>
          <a:p>
            <a:pPr indent="0" marL="0">
              <a:buNone/>
            </a:pPr>
            <a:r>
              <a:rPr lang="en-US" sz="3400" dirty="0">
                <a:solidFill>
                  <a:srgbClr val="F72585"/>
                </a:solidFill>
                <a:latin typeface="Arial Black" pitchFamily="34" charset="0"/>
                <a:ea typeface="Arial Black" pitchFamily="34" charset="-122"/>
                <a:cs typeface="Arial Black" pitchFamily="34" charset="-120"/>
              </a:rPr>
              <a:t>GLITCH DETECTED!</a:t>
            </a:r>
            <a:endParaRPr lang="en-US" sz="3400" dirty="0"/>
          </a:p>
        </p:txBody>
      </p:sp>
      <p:sp>
        <p:nvSpPr>
          <p:cNvPr id="15" name="Text 5"/>
          <p:cNvSpPr txBox="1"/>
          <p:nvPr/>
        </p:nvSpPr>
        <p:spPr>
          <a:xfrm>
            <a:off x="457200" y="1719072"/>
            <a:ext cx="8138160" cy="457200"/>
          </a:xfrm>
          <a:prstGeom prst="rect">
            <a:avLst/>
          </a:prstGeom>
          <a:noFill/>
          <a:ln/>
        </p:spPr>
        <p:txBody>
          <a:bodyPr wrap="square" lIns="0" tIns="0" rIns="0" bIns="0" rtlCol="0" anchor="ctr"/>
          <a:lstStyle/>
          <a:p>
            <a:pPr indent="0" marL="0">
              <a:buNone/>
            </a:pPr>
            <a:r>
              <a:rPr lang="en-US" sz="1500" b="1" dirty="0">
                <a:solidFill>
                  <a:srgbClr val="FF8FC7"/>
                </a:solidFill>
                <a:latin typeface="Courier New" pitchFamily="34" charset="0"/>
                <a:ea typeface="Courier New" pitchFamily="34" charset="-122"/>
                <a:cs typeface="Courier New" pitchFamily="34" charset="-120"/>
              </a:rPr>
              <a:t>NULL: "Your shield just crashed. Want to try again?"</a:t>
            </a:r>
            <a:endParaRPr lang="en-US" sz="1500" dirty="0"/>
          </a:p>
        </p:txBody>
      </p:sp>
      <p:sp>
        <p:nvSpPr>
          <p:cNvPr id="16" name="Shape 6"/>
          <p:cNvSpPr/>
          <p:nvPr/>
        </p:nvSpPr>
        <p:spPr>
          <a:xfrm>
            <a:off x="457200" y="2331720"/>
            <a:ext cx="8138160" cy="1188720"/>
          </a:xfrm>
          <a:prstGeom prst="roundRect">
            <a:avLst>
              <a:gd name="adj" fmla="val 9231"/>
            </a:avLst>
          </a:prstGeom>
          <a:solidFill>
            <a:srgbClr val="121A3F">
              <a:alpha val="94000"/>
            </a:srgbClr>
          </a:solidFill>
          <a:ln w="22225">
            <a:solidFill>
              <a:srgbClr val="F72585"/>
            </a:solidFill>
            <a:prstDash val="solid"/>
          </a:ln>
          <a:effectLst>
            <a:outerShdw sx="100000" sy="100000" kx="0" ky="0" algn="bl" rotWithShape="0" blurRad="203200" dist="50800" dir="5400000">
              <a:srgbClr val="F72585">
                <a:alpha val="45000"/>
              </a:srgbClr>
            </a:outerShdw>
          </a:effectLst>
        </p:spPr>
      </p:sp>
      <p:sp>
        <p:nvSpPr>
          <p:cNvPr id="17" name="Text 7"/>
          <p:cNvSpPr txBox="1"/>
          <p:nvPr/>
        </p:nvSpPr>
        <p:spPr>
          <a:xfrm>
            <a:off x="731520" y="2331720"/>
            <a:ext cx="2743200" cy="1188720"/>
          </a:xfrm>
          <a:prstGeom prst="rect">
            <a:avLst/>
          </a:prstGeom>
          <a:noFill/>
          <a:ln/>
        </p:spPr>
        <p:txBody>
          <a:bodyPr wrap="square" lIns="0" tIns="0" rIns="0" bIns="0" rtlCol="0" anchor="ctr"/>
          <a:lstStyle/>
          <a:p>
            <a:pPr indent="0" marL="0">
              <a:buNone/>
            </a:pPr>
            <a:r>
              <a:rPr lang="en-US" sz="2400" dirty="0">
                <a:solidFill>
                  <a:srgbClr val="F72585"/>
                </a:solidFill>
                <a:latin typeface="Arial Black" pitchFamily="34" charset="0"/>
                <a:ea typeface="Arial Black" pitchFamily="34" charset="-122"/>
                <a:cs typeface="Arial Black" pitchFamily="34" charset="-120"/>
              </a:rPr>
              <a:t>-1 SHIELD</a:t>
            </a:r>
            <a:endParaRPr lang="en-US" sz="2400" dirty="0"/>
          </a:p>
        </p:txBody>
      </p:sp>
      <p:pic>
        <p:nvPicPr>
          <p:cNvPr id="18" name="Image 8" descr="/tmp/claude-0/-home-user-ashton212123/6ae88841-e158-5430-ba3a-d930461fce9f/scratchpad/build/assets/shield.png">    </p:cNvPr>
          <p:cNvPicPr>
            <a:picLocks noChangeAspect="1"/>
          </p:cNvPicPr>
          <p:nvPr/>
        </p:nvPicPr>
        <p:blipFill>
          <a:blip r:embed="rId9"/>
          <a:stretch>
            <a:fillRect/>
          </a:stretch>
        </p:blipFill>
        <p:spPr>
          <a:xfrm>
            <a:off x="3566160" y="2560320"/>
            <a:ext cx="731520" cy="731520"/>
          </a:xfrm>
          <a:prstGeom prst="rect">
            <a:avLst/>
          </a:prstGeom>
        </p:spPr>
      </p:pic>
      <p:pic>
        <p:nvPicPr>
          <p:cNvPr id="19" name="Image 9" descr="/tmp/claude-0/-home-user-ashton212123/6ae88841-e158-5430-ba3a-d930461fce9f/scratchpad/build/assets/shield_empty.png">    </p:cNvPr>
          <p:cNvPicPr>
            <a:picLocks noChangeAspect="1"/>
          </p:cNvPicPr>
          <p:nvPr/>
        </p:nvPicPr>
        <p:blipFill>
          <a:blip r:embed="rId10"/>
          <a:stretch>
            <a:fillRect/>
          </a:stretch>
        </p:blipFill>
        <p:spPr>
          <a:xfrm>
            <a:off x="4434840" y="2560320"/>
            <a:ext cx="731520" cy="731520"/>
          </a:xfrm>
          <a:prstGeom prst="rect">
            <a:avLst/>
          </a:prstGeom>
        </p:spPr>
      </p:pic>
      <p:pic>
        <p:nvPicPr>
          <p:cNvPr id="20" name="Image 10" descr="/tmp/claude-0/-home-user-ashton212123/6ae88841-e158-5430-ba3a-d930461fce9f/scratchpad/build/assets/shield_empty.png">    </p:cNvPr>
          <p:cNvPicPr>
            <a:picLocks noChangeAspect="1"/>
          </p:cNvPicPr>
          <p:nvPr/>
        </p:nvPicPr>
        <p:blipFill>
          <a:blip r:embed="rId11"/>
          <a:stretch>
            <a:fillRect/>
          </a:stretch>
        </p:blipFill>
        <p:spPr>
          <a:xfrm>
            <a:off x="5303520" y="2560320"/>
            <a:ext cx="731520" cy="731520"/>
          </a:xfrm>
          <a:prstGeom prst="rect">
            <a:avLst/>
          </a:prstGeom>
        </p:spPr>
      </p:pic>
      <p:sp>
        <p:nvSpPr>
          <p:cNvPr id="21" name="Text 8"/>
          <p:cNvSpPr txBox="1"/>
          <p:nvPr/>
        </p:nvSpPr>
        <p:spPr>
          <a:xfrm>
            <a:off x="6263640" y="2331720"/>
            <a:ext cx="2103120" cy="1188720"/>
          </a:xfrm>
          <a:prstGeom prst="rect">
            <a:avLst/>
          </a:prstGeom>
          <a:noFill/>
          <a:ln/>
        </p:spPr>
        <p:txBody>
          <a:bodyPr wrap="square" lIns="0" tIns="0" rIns="0" bIns="0" rtlCol="0" anchor="ctr"/>
          <a:lstStyle/>
          <a:p>
            <a:pPr indent="0" marL="0">
              <a:buNone/>
            </a:pPr>
            <a:r>
              <a:rPr lang="en-US" sz="1800" b="1" dirty="0">
                <a:solidFill>
                  <a:srgbClr val="F72585"/>
                </a:solidFill>
                <a:latin typeface="Courier New" pitchFamily="34" charset="0"/>
                <a:ea typeface="Courier New" pitchFamily="34" charset="-122"/>
                <a:cs typeface="Courier New" pitchFamily="34" charset="-120"/>
              </a:rPr>
              <a:t>1 LEFT</a:t>
            </a:r>
            <a:endParaRPr lang="en-US" sz="1800" dirty="0"/>
          </a:p>
        </p:txBody>
      </p:sp>
      <p:sp>
        <p:nvSpPr>
          <p:cNvPr id="22" name="Shape 9"/>
          <p:cNvSpPr/>
          <p:nvPr/>
        </p:nvSpPr>
        <p:spPr>
          <a:xfrm>
            <a:off x="457200" y="3749040"/>
            <a:ext cx="8138160" cy="1417320"/>
          </a:xfrm>
          <a:prstGeom prst="roundRect">
            <a:avLst>
              <a:gd name="adj" fmla="val 7742"/>
            </a:avLst>
          </a:prstGeom>
          <a:solidFill>
            <a:srgbClr val="121A3F">
              <a:alpha val="94000"/>
            </a:srgbClr>
          </a:solidFill>
          <a:ln w="19050">
            <a:solidFill>
              <a:srgbClr val="FFC233"/>
            </a:solidFill>
            <a:prstDash val="solid"/>
          </a:ln>
        </p:spPr>
      </p:sp>
      <p:pic>
        <p:nvPicPr>
          <p:cNvPr id="23" name="Image 11" descr="/tmp/claude-0/-home-user-ashton212123/6ae88841-e158-5430-ba3a-d930461fce9f/scratchpad/build/assets/icons/FaLightbulb_FFC233.png">    </p:cNvPr>
          <p:cNvPicPr>
            <a:picLocks noChangeAspect="1"/>
          </p:cNvPicPr>
          <p:nvPr/>
        </p:nvPicPr>
        <p:blipFill>
          <a:blip r:embed="rId12"/>
          <a:stretch>
            <a:fillRect/>
          </a:stretch>
        </p:blipFill>
        <p:spPr>
          <a:xfrm>
            <a:off x="731520" y="3931920"/>
            <a:ext cx="384048" cy="384048"/>
          </a:xfrm>
          <a:prstGeom prst="rect">
            <a:avLst/>
          </a:prstGeom>
        </p:spPr>
      </p:pic>
      <p:sp>
        <p:nvSpPr>
          <p:cNvPr id="24" name="Text 10"/>
          <p:cNvSpPr txBox="1"/>
          <p:nvPr/>
        </p:nvSpPr>
        <p:spPr>
          <a:xfrm>
            <a:off x="1234440" y="3931920"/>
            <a:ext cx="3657600" cy="384048"/>
          </a:xfrm>
          <a:prstGeom prst="rect">
            <a:avLst/>
          </a:prstGeom>
          <a:noFill/>
          <a:ln/>
        </p:spPr>
        <p:txBody>
          <a:bodyPr wrap="square" lIns="0" tIns="0" rIns="0" bIns="0" rtlCol="0" anchor="ctr"/>
          <a:lstStyle/>
          <a:p>
            <a:pPr indent="0" marL="0">
              <a:buNone/>
            </a:pPr>
            <a:r>
              <a:rPr lang="en-US" sz="1200" b="1" dirty="0">
                <a:solidFill>
                  <a:srgbClr val="FFC233"/>
                </a:solidFill>
                <a:latin typeface="Courier New" pitchFamily="34" charset="0"/>
                <a:ea typeface="Courier New" pitchFamily="34" charset="-122"/>
                <a:cs typeface="Courier New" pitchFamily="34" charset="-120"/>
              </a:rPr>
              <a:t>BYTE'S HINT</a:t>
            </a:r>
            <a:endParaRPr lang="en-US" sz="1200" dirty="0"/>
          </a:p>
        </p:txBody>
      </p:sp>
      <p:sp>
        <p:nvSpPr>
          <p:cNvPr id="25" name="Text 11"/>
          <p:cNvSpPr txBox="1"/>
          <p:nvPr/>
        </p:nvSpPr>
        <p:spPr>
          <a:xfrm>
            <a:off x="731520" y="4389120"/>
            <a:ext cx="7635240" cy="68580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Write your fragments from Sector 1 to Sector 4, then read them from right to left.</a:t>
            </a:r>
            <a:endParaRPr lang="en-US" sz="1800" dirty="0"/>
          </a:p>
        </p:txBody>
      </p:sp>
      <p:pic>
        <p:nvPicPr>
          <p:cNvPr id="26" name="Image 12" descr="/tmp/claude-0/-home-user-ashton212123/6ae88841-e158-5430-ba3a-d930461fce9f/scratchpad/build/assets/null_glitch.png">    </p:cNvPr>
          <p:cNvPicPr>
            <a:picLocks noChangeAspect="1"/>
          </p:cNvPicPr>
          <p:nvPr/>
        </p:nvPicPr>
        <p:blipFill>
          <a:blip r:embed="rId13"/>
          <a:stretch>
            <a:fillRect/>
          </a:stretch>
        </p:blipFill>
        <p:spPr>
          <a:xfrm>
            <a:off x="8915400" y="1554480"/>
            <a:ext cx="2834640" cy="2240280"/>
          </a:xfrm>
          <a:prstGeom prst="rect">
            <a:avLst/>
          </a:prstGeom>
        </p:spPr>
      </p:pic>
      <p:sp>
        <p:nvSpPr>
          <p:cNvPr id="27" name="Link - TRY AGAIN">
            <a:hlinkClick r:id="rId17" action="ppaction://hlinksldjump" highlightClick="1"/>
          </p:cNvPr>
          <p:cNvSpPr txBox="1"/>
          <p:nvPr/>
        </p:nvSpPr>
        <p:spPr>
          <a:xfrm>
            <a:off x="457200" y="5440680"/>
            <a:ext cx="3108960" cy="731520"/>
          </a:xfrm>
          <a:prstGeom prst="roundRect">
            <a:avLst>
              <a:gd name="adj" fmla="val 12500"/>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TRY AGAIN</a:t>
            </a:r>
            <a:endParaRPr lang="en-US" sz="1600" dirty="0"/>
          </a:p>
        </p:txBody>
      </p:sp>
      <p:sp>
        <p:nvSpPr>
          <p:cNvPr id="28" name="Text 13"/>
          <p:cNvSpPr txBox="1"/>
          <p:nvPr/>
        </p:nvSpPr>
        <p:spPr>
          <a:xfrm>
            <a:off x="3794760" y="5440680"/>
            <a:ext cx="4846320" cy="731520"/>
          </a:xfrm>
          <a:prstGeom prst="rect">
            <a:avLst/>
          </a:prstGeom>
          <a:noFill/>
          <a:ln/>
        </p:spPr>
        <p:txBody>
          <a:bodyPr wrap="square" lIns="0" tIns="0" rIns="0" bIns="0" rtlCol="0" anchor="ctr"/>
          <a:lstStyle/>
          <a:p>
            <a:pPr indent="0" marL="0">
              <a:buNone/>
            </a:pPr>
            <a:r>
              <a:rPr lang="en-US" sz="1200" b="1" dirty="0">
                <a:solidFill>
                  <a:srgbClr val="F72585"/>
                </a:solidFill>
                <a:latin typeface="Courier New" pitchFamily="34" charset="0"/>
                <a:ea typeface="Courier New" pitchFamily="34" charset="-122"/>
                <a:cs typeface="Courier New" pitchFamily="34" charset="-120"/>
              </a:rPr>
              <a:t>Careful! This is your LAST shield.</a:t>
            </a:r>
            <a:endParaRPr lang="en-US" sz="1200" dirty="0"/>
          </a:p>
        </p:txBody>
      </p:sp>
    </p:spTree>
  </p:cSld>
  <p:clrMapOvr>
    <a:masterClrMapping/>
  </p:clrMapOvr>
  <p:transition spd="med" advClick="0">
    <p:fade/>
    <p:sndAc>
      <p:stSnd>
        <p:snd r:embed="rId18" name="snd_wrong.wav"/>
      </p:stSnd>
    </p:sndAc>
  </p:transition>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Text 0"/>
          <p:cNvSpPr txBox="1"/>
          <p:nvPr/>
        </p:nvSpPr>
        <p:spPr>
          <a:xfrm>
            <a:off x="548640" y="548640"/>
            <a:ext cx="5486400" cy="365760"/>
          </a:xfrm>
          <a:prstGeom prst="rect">
            <a:avLst/>
          </a:prstGeom>
          <a:noFill/>
          <a:ln/>
        </p:spPr>
        <p:txBody>
          <a:bodyPr wrap="square" lIns="0" tIns="0" rIns="0" bIns="0" rtlCol="0" anchor="t"/>
          <a:lstStyle/>
          <a:p>
            <a:pPr indent="0" marL="0">
              <a:buNone/>
            </a:pPr>
            <a:r>
              <a:rPr lang="en-US" sz="1400" b="1" dirty="0">
                <a:solidFill>
                  <a:srgbClr val="F72585"/>
                </a:solidFill>
                <a:latin typeface="Courier New" pitchFamily="34" charset="0"/>
                <a:ea typeface="Courier New" pitchFamily="34" charset="-122"/>
                <a:cs typeface="Courier New" pitchFamily="34" charset="-120"/>
              </a:rPr>
              <a:t>&gt; FATAL ERROR 0x000NULL</a:t>
            </a:r>
            <a:endParaRPr lang="en-US" sz="1400" dirty="0"/>
          </a:p>
        </p:txBody>
      </p:sp>
      <p:sp>
        <p:nvSpPr>
          <p:cNvPr id="3" name="Text 1"/>
          <p:cNvSpPr txBox="1"/>
          <p:nvPr/>
        </p:nvSpPr>
        <p:spPr>
          <a:xfrm>
            <a:off x="548640" y="1005840"/>
            <a:ext cx="6583680" cy="1005840"/>
          </a:xfrm>
          <a:prstGeom prst="rect">
            <a:avLst/>
          </a:prstGeom>
          <a:noFill/>
          <a:ln/>
        </p:spPr>
        <p:txBody>
          <a:bodyPr wrap="square" lIns="0" tIns="0" rIns="0" bIns="0" rtlCol="0" anchor="t"/>
          <a:lstStyle/>
          <a:p>
            <a:pPr indent="0" marL="0">
              <a:buNone/>
            </a:pPr>
            <a:r>
              <a:rPr lang="en-US" sz="5000" dirty="0">
                <a:solidFill>
                  <a:srgbClr val="F72585"/>
                </a:solidFill>
                <a:latin typeface="Arial Black" pitchFamily="34" charset="0"/>
                <a:ea typeface="Arial Black" pitchFamily="34" charset="-122"/>
                <a:cs typeface="Arial Black" pitchFamily="34" charset="-120"/>
              </a:rPr>
              <a:t>SYSTEM CRASH</a:t>
            </a:r>
            <a:endParaRPr lang="en-US" sz="5000" dirty="0"/>
          </a:p>
        </p:txBody>
      </p:sp>
      <p:sp>
        <p:nvSpPr>
          <p:cNvPr id="4" name="Text 2"/>
          <p:cNvSpPr txBox="1"/>
          <p:nvPr/>
        </p:nvSpPr>
        <p:spPr>
          <a:xfrm>
            <a:off x="548640" y="2194560"/>
            <a:ext cx="6035040" cy="1188720"/>
          </a:xfrm>
          <a:prstGeom prst="rect">
            <a:avLst/>
          </a:prstGeom>
          <a:noFill/>
          <a:ln/>
        </p:spPr>
        <p:txBody>
          <a:bodyPr wrap="square" lIns="0" tIns="0" rIns="0" bIns="0" rtlCol="0" anchor="t"/>
          <a:lstStyle/>
          <a:p>
            <a:pPr indent="0" marL="0">
              <a:buNone/>
            </a:pPr>
            <a:r>
              <a:rPr lang="en-US" sz="1900" dirty="0">
                <a:solidFill>
                  <a:srgbClr val="EAF2FF"/>
                </a:solidFill>
                <a:latin typeface="Calibri" pitchFamily="34" charset="0"/>
                <a:ea typeface="Calibri" pitchFamily="34" charset="-122"/>
                <a:cs typeface="Calibri" pitchFamily="34" charset="-120"/>
              </a:rPr>
              <a:t>All 3 shields are broken. NULL has taken over the computer... but every player deserves a second chance. Reboot and try again!</a:t>
            </a:r>
            <a:endParaRPr lang="en-US" sz="1900" dirty="0"/>
          </a:p>
        </p:txBody>
      </p:sp>
      <p:pic>
        <p:nvPicPr>
          <p:cNvPr id="5" name="Image 0" descr="/tmp/claude-0/-home-user-ashton212123/6ae88841-e158-5430-ba3a-d930461fce9f/scratchpad/build/assets/shield_empty.png">    </p:cNvPr>
          <p:cNvPicPr>
            <a:picLocks noChangeAspect="1"/>
          </p:cNvPicPr>
          <p:nvPr/>
        </p:nvPicPr>
        <p:blipFill>
          <a:blip r:embed="rId1"/>
          <a:stretch>
            <a:fillRect/>
          </a:stretch>
        </p:blipFill>
        <p:spPr>
          <a:xfrm>
            <a:off x="548640" y="3611880"/>
            <a:ext cx="548640" cy="548640"/>
          </a:xfrm>
          <a:prstGeom prst="rect">
            <a:avLst/>
          </a:prstGeom>
        </p:spPr>
      </p:pic>
      <p:pic>
        <p:nvPicPr>
          <p:cNvPr id="6" name="Image 1" descr="/tmp/claude-0/-home-user-ashton212123/6ae88841-e158-5430-ba3a-d930461fce9f/scratchpad/build/assets/shield_empty.png">    </p:cNvPr>
          <p:cNvPicPr>
            <a:picLocks noChangeAspect="1"/>
          </p:cNvPicPr>
          <p:nvPr/>
        </p:nvPicPr>
        <p:blipFill>
          <a:blip r:embed="rId2"/>
          <a:stretch>
            <a:fillRect/>
          </a:stretch>
        </p:blipFill>
        <p:spPr>
          <a:xfrm>
            <a:off x="1234440" y="3611880"/>
            <a:ext cx="548640" cy="548640"/>
          </a:xfrm>
          <a:prstGeom prst="rect">
            <a:avLst/>
          </a:prstGeom>
        </p:spPr>
      </p:pic>
      <p:pic>
        <p:nvPicPr>
          <p:cNvPr id="7" name="Image 2" descr="/tmp/claude-0/-home-user-ashton212123/6ae88841-e158-5430-ba3a-d930461fce9f/scratchpad/build/assets/shield_empty.png">    </p:cNvPr>
          <p:cNvPicPr>
            <a:picLocks noChangeAspect="1"/>
          </p:cNvPicPr>
          <p:nvPr/>
        </p:nvPicPr>
        <p:blipFill>
          <a:blip r:embed="rId3"/>
          <a:stretch>
            <a:fillRect/>
          </a:stretch>
        </p:blipFill>
        <p:spPr>
          <a:xfrm>
            <a:off x="1920240" y="3611880"/>
            <a:ext cx="548640" cy="548640"/>
          </a:xfrm>
          <a:prstGeom prst="rect">
            <a:avLst/>
          </a:prstGeom>
        </p:spPr>
      </p:pic>
      <p:sp>
        <p:nvSpPr>
          <p:cNvPr id="8" name="Text 3"/>
          <p:cNvSpPr txBox="1"/>
          <p:nvPr/>
        </p:nvSpPr>
        <p:spPr>
          <a:xfrm>
            <a:off x="2697480" y="3611880"/>
            <a:ext cx="2743200" cy="548640"/>
          </a:xfrm>
          <a:prstGeom prst="rect">
            <a:avLst/>
          </a:prstGeom>
          <a:noFill/>
          <a:ln/>
        </p:spPr>
        <p:txBody>
          <a:bodyPr wrap="square" lIns="0" tIns="0" rIns="0" bIns="0" rtlCol="0" anchor="ctr"/>
          <a:lstStyle/>
          <a:p>
            <a:pPr indent="0" marL="0">
              <a:buNone/>
            </a:pPr>
            <a:r>
              <a:rPr lang="en-US" sz="1400" b="1" dirty="0">
                <a:solidFill>
                  <a:srgbClr val="9AA6D9"/>
                </a:solidFill>
                <a:latin typeface="Courier New" pitchFamily="34" charset="0"/>
                <a:ea typeface="Courier New" pitchFamily="34" charset="-122"/>
                <a:cs typeface="Courier New" pitchFamily="34" charset="-120"/>
              </a:rPr>
              <a:t>SHIELDS: 0 / 3</a:t>
            </a:r>
            <a:endParaRPr lang="en-US" sz="1400" dirty="0"/>
          </a:p>
        </p:txBody>
      </p:sp>
      <p:sp>
        <p:nvSpPr>
          <p:cNvPr id="9" name="Link - RETRY MISSION">
            <a:hlinkClick r:id="rId7" action="ppaction://hlinksldjump" highlightClick="1"/>
          </p:cNvPr>
          <p:cNvSpPr txBox="1"/>
          <p:nvPr/>
        </p:nvSpPr>
        <p:spPr>
          <a:xfrm>
            <a:off x="548640" y="4663440"/>
            <a:ext cx="3017520" cy="731520"/>
          </a:xfrm>
          <a:prstGeom prst="roundRect">
            <a:avLst>
              <a:gd name="adj" fmla="val 12500"/>
            </a:avLst>
          </a:prstGeom>
          <a:solidFill>
            <a:srgbClr val="F72585"/>
          </a:solidFill>
          <a:ln w="25400">
            <a:solidFill>
              <a:srgbClr val="F72585"/>
            </a:solidFill>
          </a:ln>
          <a:effectLst>
            <a:outerShdw sx="100000" sy="100000" kx="0" ky="0" algn="bl" rotWithShape="0" blurRad="177800" dist="50800" dir="5400000">
              <a:srgbClr val="F72585">
                <a:alpha val="60000"/>
              </a:srgbClr>
            </a:outerShdw>
          </a:effectLst>
        </p:spPr>
        <p:txBody>
          <a:bodyPr wrap="square" lIns="0" tIns="0" rIns="0" bIns="0" rtlCol="0" anchor="ctr"/>
          <a:lstStyle/>
          <a:p>
            <a:pPr algn="ctr" indent="0" marL="0">
              <a:buNone/>
            </a:pPr>
            <a:r>
              <a:rPr lang="en-US" sz="1600" spc="100" kern="0" dirty="0">
                <a:solidFill>
                  <a:srgbClr val="0A0F24"/>
                </a:solidFill>
                <a:latin typeface="Arial Black" pitchFamily="34" charset="0"/>
                <a:ea typeface="Arial Black" pitchFamily="34" charset="-122"/>
                <a:cs typeface="Arial Black" pitchFamily="34" charset="-120"/>
              </a:rPr>
              <a:t>RETRY MISSION</a:t>
            </a:r>
            <a:endParaRPr lang="en-US" sz="1600" dirty="0"/>
          </a:p>
        </p:txBody>
      </p:sp>
      <p:sp>
        <p:nvSpPr>
          <p:cNvPr id="10" name="Link - MAIN MENU">
            <a:hlinkClick r:id="rId8" action="ppaction://hlinksldjump" highlightClick="1"/>
          </p:cNvPr>
          <p:cNvSpPr txBox="1"/>
          <p:nvPr/>
        </p:nvSpPr>
        <p:spPr>
          <a:xfrm>
            <a:off x="3794760" y="4663440"/>
            <a:ext cx="2560320" cy="731520"/>
          </a:xfrm>
          <a:prstGeom prst="roundRect">
            <a:avLst>
              <a:gd name="adj" fmla="val 12500"/>
            </a:avLst>
          </a:prstGeom>
          <a:solidFill>
            <a:srgbClr val="1A2353"/>
          </a:solidFill>
          <a:ln w="25400">
            <a:solidFill>
              <a:srgbClr val="F72585"/>
            </a:solidFill>
          </a:ln>
          <a:effectLst>
            <a:outerShdw sx="100000" sy="100000" kx="0" ky="0" algn="bl" rotWithShape="0" blurRad="177800" dist="50800" dir="5400000">
              <a:srgbClr val="F72585">
                <a:alpha val="35000"/>
              </a:srgbClr>
            </a:outerShdw>
          </a:effectLst>
        </p:spPr>
        <p:txBody>
          <a:bodyPr wrap="square" lIns="0" tIns="0" rIns="0" bIns="0" rtlCol="0" anchor="ctr"/>
          <a:lstStyle/>
          <a:p>
            <a:pPr algn="ctr" indent="0" marL="0">
              <a:buNone/>
            </a:pPr>
            <a:r>
              <a:rPr lang="en-US" sz="1600" spc="100" kern="0" dirty="0">
                <a:solidFill>
                  <a:srgbClr val="EAF2FF"/>
                </a:solidFill>
                <a:latin typeface="Arial Black" pitchFamily="34" charset="0"/>
                <a:ea typeface="Arial Black" pitchFamily="34" charset="-122"/>
                <a:cs typeface="Arial Black" pitchFamily="34" charset="-120"/>
              </a:rPr>
              <a:t>MAIN MENU</a:t>
            </a:r>
            <a:endParaRPr lang="en-US" sz="1600" dirty="0"/>
          </a:p>
        </p:txBody>
      </p:sp>
      <p:pic>
        <p:nvPicPr>
          <p:cNvPr id="11" name="Image 3" descr="/tmp/claude-0/-home-user-ashton212123/6ae88841-e158-5430-ba3a-d930461fce9f/scratchpad/build/assets/null_glitch.png">    </p:cNvPr>
          <p:cNvPicPr>
            <a:picLocks noChangeAspect="1"/>
          </p:cNvPicPr>
          <p:nvPr/>
        </p:nvPicPr>
        <p:blipFill>
          <a:blip r:embed="rId4"/>
          <a:stretch>
            <a:fillRect/>
          </a:stretch>
        </p:blipFill>
        <p:spPr>
          <a:xfrm>
            <a:off x="7086600" y="1188720"/>
            <a:ext cx="4480560" cy="3547872"/>
          </a:xfrm>
          <a:prstGeom prst="rect">
            <a:avLst/>
          </a:prstGeom>
        </p:spPr>
      </p:pic>
      <p:sp>
        <p:nvSpPr>
          <p:cNvPr id="12" name="Text 6"/>
          <p:cNvSpPr txBox="1"/>
          <p:nvPr/>
        </p:nvSpPr>
        <p:spPr>
          <a:xfrm>
            <a:off x="6949440" y="4892040"/>
            <a:ext cx="4754880" cy="457200"/>
          </a:xfrm>
          <a:prstGeom prst="rect">
            <a:avLst/>
          </a:prstGeom>
          <a:noFill/>
          <a:ln/>
        </p:spPr>
        <p:txBody>
          <a:bodyPr wrap="square" lIns="0" tIns="0" rIns="0" bIns="0" rtlCol="0" anchor="t"/>
          <a:lstStyle/>
          <a:p>
            <a:pPr algn="ctr" indent="0" marL="0">
              <a:buNone/>
            </a:pPr>
            <a:r>
              <a:rPr lang="en-US" sz="1300" dirty="0">
                <a:solidFill>
                  <a:srgbClr val="FF8FC7"/>
                </a:solidFill>
                <a:latin typeface="Courier New" pitchFamily="34" charset="0"/>
                <a:ea typeface="Courier New" pitchFamily="34" charset="-122"/>
                <a:cs typeface="Courier New" pitchFamily="34" charset="-120"/>
              </a:rPr>
              <a:t>"Better luck next time, player. Hehehe!"</a:t>
            </a:r>
            <a:endParaRPr lang="en-US" sz="1300" dirty="0"/>
          </a:p>
        </p:txBody>
      </p:sp>
    </p:spTree>
  </p:cSld>
  <p:clrMapOvr>
    <a:masterClrMapping/>
  </p:clrMapOvr>
  <p:transition spd="med" advClick="0">
    <p:fade/>
    <p:sndAc>
      <p:stSnd>
        <p:snd r:embed="rId9" name="snd_gameover.wav"/>
      </p:stSnd>
    </p:sndAc>
  </p:transition>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Text 0"/>
          <p:cNvSpPr txBox="1"/>
          <p:nvPr/>
        </p:nvSpPr>
        <p:spPr>
          <a:xfrm>
            <a:off x="457200" y="320040"/>
            <a:ext cx="4572000" cy="365760"/>
          </a:xfrm>
          <a:prstGeom prst="rect">
            <a:avLst/>
          </a:prstGeom>
          <a:noFill/>
          <a:ln/>
        </p:spPr>
        <p:txBody>
          <a:bodyPr wrap="square" lIns="0" tIns="0" rIns="0" bIns="0" rtlCol="0" anchor="t"/>
          <a:lstStyle/>
          <a:p>
            <a:pPr indent="0" marL="0">
              <a:buNone/>
            </a:pPr>
            <a:r>
              <a:rPr lang="en-US" sz="1400" b="1" dirty="0">
                <a:solidFill>
                  <a:srgbClr val="4BF0A0"/>
                </a:solidFill>
                <a:latin typeface="Courier New" pitchFamily="34" charset="0"/>
                <a:ea typeface="Courier New" pitchFamily="34" charset="-122"/>
                <a:cs typeface="Courier New" pitchFamily="34" charset="-120"/>
              </a:rPr>
              <a:t>&gt; SYSTEM RESTORED</a:t>
            </a:r>
            <a:endParaRPr lang="en-US" sz="1400" dirty="0"/>
          </a:p>
        </p:txBody>
      </p:sp>
      <p:sp>
        <p:nvSpPr>
          <p:cNvPr id="3" name="Text 1"/>
          <p:cNvSpPr txBox="1"/>
          <p:nvPr/>
        </p:nvSpPr>
        <p:spPr>
          <a:xfrm>
            <a:off x="457200" y="713232"/>
            <a:ext cx="6858000" cy="731520"/>
          </a:xfrm>
          <a:prstGeom prst="rect">
            <a:avLst/>
          </a:prstGeom>
          <a:noFill/>
          <a:ln/>
        </p:spPr>
        <p:txBody>
          <a:bodyPr wrap="square" lIns="0" tIns="0" rIns="0" bIns="0" rtlCol="0" anchor="t"/>
          <a:lstStyle/>
          <a:p>
            <a:pPr indent="0" marL="0">
              <a:buNone/>
            </a:pPr>
            <a:r>
              <a:rPr lang="en-US" sz="3400" dirty="0">
                <a:solidFill>
                  <a:srgbClr val="EAF2FF"/>
                </a:solidFill>
                <a:latin typeface="Arial Black" pitchFamily="34" charset="0"/>
                <a:ea typeface="Arial Black" pitchFamily="34" charset="-122"/>
                <a:cs typeface="Arial Black" pitchFamily="34" charset="-120"/>
              </a:rPr>
              <a:t>BACK TO REALITY</a:t>
            </a:r>
            <a:endParaRPr lang="en-US" sz="3400" dirty="0"/>
          </a:p>
        </p:txBody>
      </p:sp>
      <p:sp>
        <p:nvSpPr>
          <p:cNvPr id="4" name="Text 2"/>
          <p:cNvSpPr txBox="1"/>
          <p:nvPr/>
        </p:nvSpPr>
        <p:spPr>
          <a:xfrm>
            <a:off x="457200" y="1508760"/>
            <a:ext cx="6583680" cy="1097280"/>
          </a:xfrm>
          <a:prstGeom prst="rect">
            <a:avLst/>
          </a:prstGeom>
          <a:noFill/>
          <a:ln/>
        </p:spPr>
        <p:txBody>
          <a:bodyPr wrap="square" lIns="0" tIns="0" rIns="0" bIns="0" rtlCol="0" anchor="t"/>
          <a:lstStyle/>
          <a:p>
            <a:pPr indent="0" marL="0">
              <a:buNone/>
            </a:pPr>
            <a:r>
              <a:rPr lang="en-US" sz="1800" dirty="0">
                <a:solidFill>
                  <a:srgbClr val="EAF2FF"/>
                </a:solidFill>
                <a:latin typeface="Calibri" pitchFamily="34" charset="0"/>
                <a:ea typeface="Calibri" pitchFamily="34" charset="-122"/>
                <a:cs typeface="Calibri" pitchFamily="34" charset="-120"/>
              </a:rPr>
              <a:t>Kai blinks and wakes up at the desk. The game file is saved, the virus is gone, and a sticky note on the monitor says: THINK BEFORE YOU CLICK.</a:t>
            </a:r>
            <a:endParaRPr lang="en-US" sz="1800" dirty="0"/>
          </a:p>
        </p:txBody>
      </p:sp>
      <p:sp>
        <p:nvSpPr>
          <p:cNvPr id="5" name="Shape 3"/>
          <p:cNvSpPr/>
          <p:nvPr/>
        </p:nvSpPr>
        <p:spPr>
          <a:xfrm>
            <a:off x="457200" y="2834640"/>
            <a:ext cx="749808" cy="749808"/>
          </a:xfrm>
          <a:prstGeom prst="ellipse">
            <a:avLst/>
          </a:prstGeom>
          <a:solidFill>
            <a:srgbClr val="1A2353"/>
          </a:solidFill>
          <a:ln w="25400">
            <a:solidFill>
              <a:srgbClr val="F72585"/>
            </a:solidFill>
            <a:prstDash val="solid"/>
          </a:ln>
          <a:effectLst>
            <a:outerShdw sx="100000" sy="100000" kx="0" ky="0" algn="bl" rotWithShape="0" blurRad="152400" dist="50800" dir="5400000">
              <a:srgbClr val="F72585">
                <a:alpha val="45000"/>
              </a:srgbClr>
            </a:outerShdw>
          </a:effectLst>
        </p:spPr>
      </p:sp>
      <p:pic>
        <p:nvPicPr>
          <p:cNvPr id="6" name="Image 0" descr="/tmp/claude-0/-home-user-ashton212123/6ae88841-e158-5430-ba3a-d930461fce9f/scratchpad/build/assets/icons/FaBan_F72585.png">    </p:cNvPr>
          <p:cNvPicPr>
            <a:picLocks noChangeAspect="1"/>
          </p:cNvPicPr>
          <p:nvPr/>
        </p:nvPicPr>
        <p:blipFill>
          <a:blip r:embed="rId1"/>
          <a:stretch>
            <a:fillRect/>
          </a:stretch>
        </p:blipFill>
        <p:spPr>
          <a:xfrm>
            <a:off x="637154" y="3014594"/>
            <a:ext cx="389900" cy="389900"/>
          </a:xfrm>
          <a:prstGeom prst="rect">
            <a:avLst/>
          </a:prstGeom>
        </p:spPr>
      </p:pic>
      <p:sp>
        <p:nvSpPr>
          <p:cNvPr id="7" name="Text 4"/>
          <p:cNvSpPr txBox="1"/>
          <p:nvPr/>
        </p:nvSpPr>
        <p:spPr>
          <a:xfrm>
            <a:off x="1417320" y="2852928"/>
            <a:ext cx="5669280" cy="384048"/>
          </a:xfrm>
          <a:prstGeom prst="rect">
            <a:avLst/>
          </a:prstGeom>
          <a:noFill/>
          <a:ln/>
        </p:spPr>
        <p:txBody>
          <a:bodyPr wrap="square" lIns="0" tIns="0" rIns="0" bIns="0" rtlCol="0" anchor="t"/>
          <a:lstStyle/>
          <a:p>
            <a:pPr indent="0" marL="0">
              <a:buNone/>
            </a:pPr>
            <a:r>
              <a:rPr lang="en-US" sz="1800" b="1" dirty="0">
                <a:solidFill>
                  <a:srgbClr val="F72585"/>
                </a:solidFill>
                <a:latin typeface="Calibri" pitchFamily="34" charset="0"/>
                <a:ea typeface="Calibri" pitchFamily="34" charset="-122"/>
                <a:cs typeface="Calibri" pitchFamily="34" charset="-120"/>
              </a:rPr>
              <a:t>Never click 'You won!' pop-ups</a:t>
            </a:r>
            <a:endParaRPr lang="en-US" sz="1800" dirty="0"/>
          </a:p>
        </p:txBody>
      </p:sp>
      <p:sp>
        <p:nvSpPr>
          <p:cNvPr id="8" name="Text 5"/>
          <p:cNvSpPr txBox="1"/>
          <p:nvPr/>
        </p:nvSpPr>
        <p:spPr>
          <a:xfrm>
            <a:off x="1417320" y="3218688"/>
            <a:ext cx="5669280" cy="347472"/>
          </a:xfrm>
          <a:prstGeom prst="rect">
            <a:avLst/>
          </a:prstGeom>
          <a:noFill/>
          <a:ln/>
        </p:spPr>
        <p:txBody>
          <a:bodyPr wrap="square" lIns="0" tIns="0" rIns="0" bIns="0" rtlCol="0" anchor="t"/>
          <a:lstStyle/>
          <a:p>
            <a:pPr indent="0" marL="0">
              <a:buNone/>
            </a:pPr>
            <a:r>
              <a:rPr lang="en-US" sz="1500" dirty="0">
                <a:solidFill>
                  <a:srgbClr val="9AA6D9"/>
                </a:solidFill>
                <a:latin typeface="Calibri" pitchFamily="34" charset="0"/>
                <a:ea typeface="Calibri" pitchFamily="34" charset="-122"/>
                <a:cs typeface="Calibri" pitchFamily="34" charset="-120"/>
              </a:rPr>
              <a:t>Close them safely and scan your device.</a:t>
            </a:r>
            <a:endParaRPr lang="en-US" sz="1500" dirty="0"/>
          </a:p>
        </p:txBody>
      </p:sp>
      <p:sp>
        <p:nvSpPr>
          <p:cNvPr id="9" name="Shape 6"/>
          <p:cNvSpPr/>
          <p:nvPr/>
        </p:nvSpPr>
        <p:spPr>
          <a:xfrm>
            <a:off x="457200" y="3858768"/>
            <a:ext cx="749808" cy="749808"/>
          </a:xfrm>
          <a:prstGeom prst="ellipse">
            <a:avLst/>
          </a:prstGeom>
          <a:solidFill>
            <a:srgbClr val="1A2353"/>
          </a:solidFill>
          <a:ln w="25400">
            <a:solidFill>
              <a:srgbClr val="FFC233"/>
            </a:solidFill>
            <a:prstDash val="solid"/>
          </a:ln>
          <a:effectLst>
            <a:outerShdw sx="100000" sy="100000" kx="0" ky="0" algn="bl" rotWithShape="0" blurRad="152400" dist="50800" dir="5400000">
              <a:srgbClr val="FFC233">
                <a:alpha val="45000"/>
              </a:srgbClr>
            </a:outerShdw>
          </a:effectLst>
        </p:spPr>
      </p:sp>
      <p:pic>
        <p:nvPicPr>
          <p:cNvPr id="10" name="Image 1" descr="/tmp/claude-0/-home-user-ashton212123/6ae88841-e158-5430-ba3a-d930461fce9f/scratchpad/build/assets/icons/FaLightbulb_FFC233.png">    </p:cNvPr>
          <p:cNvPicPr>
            <a:picLocks noChangeAspect="1"/>
          </p:cNvPicPr>
          <p:nvPr/>
        </p:nvPicPr>
        <p:blipFill>
          <a:blip r:embed="rId2"/>
          <a:stretch>
            <a:fillRect/>
          </a:stretch>
        </p:blipFill>
        <p:spPr>
          <a:xfrm>
            <a:off x="637154" y="4038722"/>
            <a:ext cx="389900" cy="389900"/>
          </a:xfrm>
          <a:prstGeom prst="rect">
            <a:avLst/>
          </a:prstGeom>
        </p:spPr>
      </p:pic>
      <p:sp>
        <p:nvSpPr>
          <p:cNvPr id="11" name="Text 7"/>
          <p:cNvSpPr txBox="1"/>
          <p:nvPr/>
        </p:nvSpPr>
        <p:spPr>
          <a:xfrm>
            <a:off x="1417320" y="3877056"/>
            <a:ext cx="5669280" cy="384048"/>
          </a:xfrm>
          <a:prstGeom prst="rect">
            <a:avLst/>
          </a:prstGeom>
          <a:noFill/>
          <a:ln/>
        </p:spPr>
        <p:txBody>
          <a:bodyPr wrap="square" lIns="0" tIns="0" rIns="0" bIns="0" rtlCol="0" anchor="t"/>
          <a:lstStyle/>
          <a:p>
            <a:pPr indent="0" marL="0">
              <a:buNone/>
            </a:pPr>
            <a:r>
              <a:rPr lang="en-US" sz="1800" b="1" dirty="0">
                <a:solidFill>
                  <a:srgbClr val="FFC233"/>
                </a:solidFill>
                <a:latin typeface="Calibri" pitchFamily="34" charset="0"/>
                <a:ea typeface="Calibri" pitchFamily="34" charset="-122"/>
                <a:cs typeface="Calibri" pitchFamily="34" charset="-120"/>
              </a:rPr>
              <a:t>Stay curious</a:t>
            </a:r>
            <a:endParaRPr lang="en-US" sz="1800" dirty="0"/>
          </a:p>
        </p:txBody>
      </p:sp>
      <p:sp>
        <p:nvSpPr>
          <p:cNvPr id="12" name="Text 8"/>
          <p:cNvSpPr txBox="1"/>
          <p:nvPr/>
        </p:nvSpPr>
        <p:spPr>
          <a:xfrm>
            <a:off x="1417320" y="4242816"/>
            <a:ext cx="5669280" cy="347472"/>
          </a:xfrm>
          <a:prstGeom prst="rect">
            <a:avLst/>
          </a:prstGeom>
          <a:noFill/>
          <a:ln/>
        </p:spPr>
        <p:txBody>
          <a:bodyPr wrap="square" lIns="0" tIns="0" rIns="0" bIns="0" rtlCol="0" anchor="t"/>
          <a:lstStyle/>
          <a:p>
            <a:pPr indent="0" marL="0">
              <a:buNone/>
            </a:pPr>
            <a:r>
              <a:rPr lang="en-US" sz="1500" dirty="0">
                <a:solidFill>
                  <a:srgbClr val="9AA6D9"/>
                </a:solidFill>
                <a:latin typeface="Calibri" pitchFamily="34" charset="0"/>
                <a:ea typeface="Calibri" pitchFamily="34" charset="-122"/>
                <a:cs typeface="Calibri" pitchFamily="34" charset="-120"/>
              </a:rPr>
              <a:t>There is always something new to learn about the world.</a:t>
            </a:r>
            <a:endParaRPr lang="en-US" sz="1500" dirty="0"/>
          </a:p>
        </p:txBody>
      </p:sp>
      <p:sp>
        <p:nvSpPr>
          <p:cNvPr id="13" name="Shape 9"/>
          <p:cNvSpPr/>
          <p:nvPr/>
        </p:nvSpPr>
        <p:spPr>
          <a:xfrm>
            <a:off x="457200" y="4882896"/>
            <a:ext cx="749808" cy="749808"/>
          </a:xfrm>
          <a:prstGeom prst="ellipse">
            <a:avLst/>
          </a:prstGeom>
          <a:solidFill>
            <a:srgbClr val="1A2353"/>
          </a:solidFill>
          <a:ln w="25400">
            <a:solidFill>
              <a:srgbClr val="9BE564"/>
            </a:solidFill>
            <a:prstDash val="solid"/>
          </a:ln>
          <a:effectLst>
            <a:outerShdw sx="100000" sy="100000" kx="0" ky="0" algn="bl" rotWithShape="0" blurRad="152400" dist="50800" dir="5400000">
              <a:srgbClr val="9BE564">
                <a:alpha val="45000"/>
              </a:srgbClr>
            </a:outerShdw>
          </a:effectLst>
        </p:spPr>
      </p:sp>
      <p:pic>
        <p:nvPicPr>
          <p:cNvPr id="14" name="Image 2" descr="/tmp/claude-0/-home-user-ashton212123/6ae88841-e158-5430-ba3a-d930461fce9f/scratchpad/build/assets/icons/FaSearch_9BE564.png">    </p:cNvPr>
          <p:cNvPicPr>
            <a:picLocks noChangeAspect="1"/>
          </p:cNvPicPr>
          <p:nvPr/>
        </p:nvPicPr>
        <p:blipFill>
          <a:blip r:embed="rId3"/>
          <a:stretch>
            <a:fillRect/>
          </a:stretch>
        </p:blipFill>
        <p:spPr>
          <a:xfrm>
            <a:off x="637154" y="5062850"/>
            <a:ext cx="389900" cy="389900"/>
          </a:xfrm>
          <a:prstGeom prst="rect">
            <a:avLst/>
          </a:prstGeom>
        </p:spPr>
      </p:pic>
      <p:sp>
        <p:nvSpPr>
          <p:cNvPr id="15" name="Text 10"/>
          <p:cNvSpPr txBox="1"/>
          <p:nvPr/>
        </p:nvSpPr>
        <p:spPr>
          <a:xfrm>
            <a:off x="1417320" y="4901184"/>
            <a:ext cx="5669280" cy="384048"/>
          </a:xfrm>
          <a:prstGeom prst="rect">
            <a:avLst/>
          </a:prstGeom>
          <a:noFill/>
          <a:ln/>
        </p:spPr>
        <p:txBody>
          <a:bodyPr wrap="square" lIns="0" tIns="0" rIns="0" bIns="0" rtlCol="0" anchor="t"/>
          <a:lstStyle/>
          <a:p>
            <a:pPr indent="0" marL="0">
              <a:buNone/>
            </a:pPr>
            <a:r>
              <a:rPr lang="en-US" sz="1800" b="1" dirty="0">
                <a:solidFill>
                  <a:srgbClr val="9BE564"/>
                </a:solidFill>
                <a:latin typeface="Calibri" pitchFamily="34" charset="0"/>
                <a:ea typeface="Calibri" pitchFamily="34" charset="-122"/>
                <a:cs typeface="Calibri" pitchFamily="34" charset="-120"/>
              </a:rPr>
              <a:t>Check facts before you share</a:t>
            </a:r>
            <a:endParaRPr lang="en-US" sz="1800" dirty="0"/>
          </a:p>
        </p:txBody>
      </p:sp>
      <p:sp>
        <p:nvSpPr>
          <p:cNvPr id="16" name="Text 11"/>
          <p:cNvSpPr txBox="1"/>
          <p:nvPr/>
        </p:nvSpPr>
        <p:spPr>
          <a:xfrm>
            <a:off x="1417320" y="5266944"/>
            <a:ext cx="5669280" cy="347472"/>
          </a:xfrm>
          <a:prstGeom prst="rect">
            <a:avLst/>
          </a:prstGeom>
          <a:noFill/>
          <a:ln/>
        </p:spPr>
        <p:txBody>
          <a:bodyPr wrap="square" lIns="0" tIns="0" rIns="0" bIns="0" rtlCol="0" anchor="t"/>
          <a:lstStyle/>
          <a:p>
            <a:pPr indent="0" marL="0">
              <a:buNone/>
            </a:pPr>
            <a:r>
              <a:rPr lang="en-US" sz="1500" dirty="0">
                <a:solidFill>
                  <a:srgbClr val="9AA6D9"/>
                </a:solidFill>
                <a:latin typeface="Calibri" pitchFamily="34" charset="0"/>
                <a:ea typeface="Calibri" pitchFamily="34" charset="-122"/>
                <a:cs typeface="Calibri" pitchFamily="34" charset="-120"/>
              </a:rPr>
              <a:t>Not everything you read online is true. Look it up!</a:t>
            </a:r>
            <a:endParaRPr lang="en-US" sz="1500" dirty="0"/>
          </a:p>
        </p:txBody>
      </p:sp>
      <p:sp>
        <p:nvSpPr>
          <p:cNvPr id="17" name="Shape 12"/>
          <p:cNvSpPr/>
          <p:nvPr/>
        </p:nvSpPr>
        <p:spPr>
          <a:xfrm>
            <a:off x="7589520" y="822960"/>
            <a:ext cx="4142232" cy="2743200"/>
          </a:xfrm>
          <a:prstGeom prst="roundRect">
            <a:avLst>
              <a:gd name="adj" fmla="val 4000"/>
            </a:avLst>
          </a:prstGeom>
          <a:solidFill>
            <a:srgbClr val="161D42"/>
          </a:solidFill>
          <a:ln w="50800">
            <a:solidFill>
              <a:srgbClr val="3A4370"/>
            </a:solidFill>
            <a:prstDash val="solid"/>
          </a:ln>
        </p:spPr>
      </p:sp>
      <p:sp>
        <p:nvSpPr>
          <p:cNvPr id="18" name="Shape 13"/>
          <p:cNvSpPr/>
          <p:nvPr/>
        </p:nvSpPr>
        <p:spPr>
          <a:xfrm>
            <a:off x="7772400" y="1005840"/>
            <a:ext cx="3776472" cy="2377440"/>
          </a:xfrm>
          <a:prstGeom prst="rect">
            <a:avLst/>
          </a:prstGeom>
          <a:solidFill>
            <a:srgbClr val="0B1430"/>
          </a:solidFill>
          <a:ln w="12700">
            <a:solidFill>
              <a:srgbClr val="0B1430"/>
            </a:solidFill>
            <a:prstDash val="solid"/>
          </a:ln>
        </p:spPr>
      </p:sp>
      <p:pic>
        <p:nvPicPr>
          <p:cNvPr id="19" name="Image 3" descr="/tmp/claude-0/-home-user-ashton212123/6ae88841-e158-5430-ba3a-d930461fce9f/scratchpad/build/assets/icons/FaCheckCircle_4BF0A0.png">    </p:cNvPr>
          <p:cNvPicPr>
            <a:picLocks noChangeAspect="1"/>
          </p:cNvPicPr>
          <p:nvPr/>
        </p:nvPicPr>
        <p:blipFill>
          <a:blip r:embed="rId4"/>
          <a:stretch>
            <a:fillRect/>
          </a:stretch>
        </p:blipFill>
        <p:spPr>
          <a:xfrm>
            <a:off x="8001000" y="1234440"/>
            <a:ext cx="548640" cy="548640"/>
          </a:xfrm>
          <a:prstGeom prst="rect">
            <a:avLst/>
          </a:prstGeom>
        </p:spPr>
      </p:pic>
      <p:sp>
        <p:nvSpPr>
          <p:cNvPr id="20" name="Text 14"/>
          <p:cNvSpPr txBox="1"/>
          <p:nvPr/>
        </p:nvSpPr>
        <p:spPr>
          <a:xfrm>
            <a:off x="8641080" y="1234440"/>
            <a:ext cx="2743200" cy="548640"/>
          </a:xfrm>
          <a:prstGeom prst="rect">
            <a:avLst/>
          </a:prstGeom>
          <a:noFill/>
          <a:ln/>
        </p:spPr>
        <p:txBody>
          <a:bodyPr wrap="square" lIns="0" tIns="0" rIns="0" bIns="0" rtlCol="0" anchor="ctr"/>
          <a:lstStyle/>
          <a:p>
            <a:pPr indent="0" marL="0">
              <a:buNone/>
            </a:pPr>
            <a:r>
              <a:rPr lang="en-US" sz="1500" b="1" dirty="0">
                <a:solidFill>
                  <a:srgbClr val="4BF0A0"/>
                </a:solidFill>
                <a:latin typeface="Courier New" pitchFamily="34" charset="0"/>
                <a:ea typeface="Courier New" pitchFamily="34" charset="-122"/>
                <a:cs typeface="Courier New" pitchFamily="34" charset="-120"/>
              </a:rPr>
              <a:t>PROJECT SAVED</a:t>
            </a:r>
            <a:endParaRPr lang="en-US" sz="1500" dirty="0"/>
          </a:p>
        </p:txBody>
      </p:sp>
      <p:sp>
        <p:nvSpPr>
          <p:cNvPr id="21" name="Text 15"/>
          <p:cNvSpPr txBox="1"/>
          <p:nvPr/>
        </p:nvSpPr>
        <p:spPr>
          <a:xfrm>
            <a:off x="8001000" y="1874520"/>
            <a:ext cx="2743200" cy="320040"/>
          </a:xfrm>
          <a:prstGeom prst="rect">
            <a:avLst/>
          </a:prstGeom>
          <a:noFill/>
          <a:ln/>
        </p:spPr>
        <p:txBody>
          <a:bodyPr wrap="square" lIns="0" tIns="0" rIns="0" bIns="0" rtlCol="0" anchor="t"/>
          <a:lstStyle/>
          <a:p>
            <a:pPr indent="0" marL="0">
              <a:buNone/>
            </a:pPr>
            <a:r>
              <a:rPr lang="en-US" sz="1100" dirty="0">
                <a:solidFill>
                  <a:srgbClr val="9AA6D9"/>
                </a:solidFill>
                <a:latin typeface="Courier New" pitchFamily="34" charset="0"/>
                <a:ea typeface="Courier New" pitchFamily="34" charset="-122"/>
                <a:cs typeface="Courier New" pitchFamily="34" charset="-120"/>
              </a:rPr>
              <a:t>0 viruses found</a:t>
            </a:r>
            <a:endParaRPr lang="en-US" sz="1100" dirty="0"/>
          </a:p>
        </p:txBody>
      </p:sp>
      <p:sp>
        <p:nvSpPr>
          <p:cNvPr id="22" name="Text 16"/>
          <p:cNvSpPr txBox="1"/>
          <p:nvPr/>
        </p:nvSpPr>
        <p:spPr>
          <a:xfrm rot="300000">
            <a:off x="9646920" y="2057400"/>
            <a:ext cx="1737360" cy="1188720"/>
          </a:xfrm>
          <a:prstGeom prst="rect">
            <a:avLst/>
          </a:prstGeom>
          <a:solidFill>
            <a:srgbClr val="FFE27A"/>
          </a:solidFill>
          <a:ln/>
          <a:effectLst>
            <a:outerShdw sx="100000" sy="100000" kx="0" ky="0" algn="bl" rotWithShape="0" blurRad="101600" dist="50800" dir="5400000">
              <a:srgbClr val="000000">
                <a:alpha val="50000"/>
              </a:srgbClr>
            </a:outerShdw>
          </a:effectLst>
        </p:spPr>
        <p:txBody>
          <a:bodyPr wrap="square" lIns="50800" tIns="50800" rIns="50800" bIns="50800" rtlCol="0" anchor="ctr"/>
          <a:lstStyle/>
          <a:p>
            <a:pPr algn="ctr" indent="0" marL="0">
              <a:buNone/>
            </a:pPr>
            <a:r>
              <a:rPr lang="en-US" sz="1100" b="1" dirty="0">
                <a:solidFill>
                  <a:srgbClr val="2B2B2B"/>
                </a:solidFill>
                <a:latin typeface="Courier New" pitchFamily="34" charset="0"/>
                <a:ea typeface="Courier New" pitchFamily="34" charset="-122"/>
                <a:cs typeface="Courier New" pitchFamily="34" charset="-120"/>
              </a:rPr>
              <a:t>THINK BEFORE YOU CLICK!</a:t>
            </a:r>
            <a:endParaRPr lang="en-US" sz="1100" dirty="0"/>
          </a:p>
          <a:p>
            <a:pPr algn="ctr" indent="0" marL="0">
              <a:buNone/>
            </a:pPr>
            <a:r>
              <a:rPr lang="en-US" sz="1100" b="1" dirty="0">
                <a:solidFill>
                  <a:srgbClr val="2B2B2B"/>
                </a:solidFill>
                <a:latin typeface="Courier New" pitchFamily="34" charset="0"/>
                <a:ea typeface="Courier New" pitchFamily="34" charset="-122"/>
                <a:cs typeface="Courier New" pitchFamily="34" charset="-120"/>
              </a:rPr>
              <a:t>- BYTE</a:t>
            </a:r>
            <a:endParaRPr lang="en-US" sz="1100" dirty="0"/>
          </a:p>
        </p:txBody>
      </p:sp>
      <p:sp>
        <p:nvSpPr>
          <p:cNvPr id="23" name="Link - PLAY AGAIN">
            <a:hlinkClick r:id="rId8" action="ppaction://hlinksldjump" highlightClick="1"/>
          </p:cNvPr>
          <p:cNvSpPr txBox="1"/>
          <p:nvPr/>
        </p:nvSpPr>
        <p:spPr>
          <a:xfrm>
            <a:off x="7589520" y="4069080"/>
            <a:ext cx="2286000" cy="685800"/>
          </a:xfrm>
          <a:prstGeom prst="roundRect">
            <a:avLst>
              <a:gd name="adj" fmla="val 13333"/>
            </a:avLst>
          </a:prstGeom>
          <a:solidFill>
            <a:srgbClr val="2DE2E6"/>
          </a:solidFill>
          <a:ln w="25400">
            <a:solidFill>
              <a:srgbClr val="2DE2E6"/>
            </a:solidFill>
          </a:ln>
          <a:effectLst>
            <a:outerShdw sx="100000" sy="100000" kx="0" ky="0" algn="bl" rotWithShape="0" blurRad="177800" dist="50800" dir="5400000">
              <a:srgbClr val="2DE2E6">
                <a:alpha val="60000"/>
              </a:srgbClr>
            </a:outerShdw>
          </a:effectLst>
        </p:spPr>
        <p:txBody>
          <a:bodyPr wrap="square" lIns="0" tIns="0" rIns="0" bIns="0" rtlCol="0" anchor="ctr"/>
          <a:lstStyle/>
          <a:p>
            <a:pPr algn="ctr" indent="0" marL="0">
              <a:buNone/>
            </a:pPr>
            <a:r>
              <a:rPr lang="en-US" sz="1500" spc="100" kern="0" dirty="0">
                <a:solidFill>
                  <a:srgbClr val="0A0F24"/>
                </a:solidFill>
                <a:latin typeface="Arial Black" pitchFamily="34" charset="0"/>
                <a:ea typeface="Arial Black" pitchFamily="34" charset="-122"/>
                <a:cs typeface="Arial Black" pitchFamily="34" charset="-120"/>
              </a:rPr>
              <a:t>PLAY AGAIN</a:t>
            </a:r>
            <a:endParaRPr lang="en-US" sz="1500" dirty="0"/>
          </a:p>
        </p:txBody>
      </p:sp>
      <p:sp>
        <p:nvSpPr>
          <p:cNvPr id="24" name="Link - EXIT GAME">
            <a:hlinkClick r:id="" action="ppaction://hlinkshowjump?jump=endshow" highlightClick="1"/>
          </p:cNvPr>
          <p:cNvSpPr txBox="1"/>
          <p:nvPr/>
        </p:nvSpPr>
        <p:spPr>
          <a:xfrm>
            <a:off x="7589520" y="4937760"/>
            <a:ext cx="2286000" cy="685800"/>
          </a:xfrm>
          <a:prstGeom prst="roundRect">
            <a:avLst>
              <a:gd name="adj" fmla="val 13333"/>
            </a:avLst>
          </a:prstGeom>
          <a:solidFill>
            <a:srgbClr val="1A2353"/>
          </a:solidFill>
          <a:ln w="25400">
            <a:solidFill>
              <a:srgbClr val="2DE2E6"/>
            </a:solidFill>
          </a:ln>
          <a:effectLst>
            <a:outerShdw sx="100000" sy="100000" kx="0" ky="0" algn="bl" rotWithShape="0" blurRad="177800" dist="50800" dir="5400000">
              <a:srgbClr val="2DE2E6">
                <a:alpha val="35000"/>
              </a:srgbClr>
            </a:outerShdw>
          </a:effectLst>
        </p:spPr>
        <p:txBody>
          <a:bodyPr wrap="square" lIns="0" tIns="0" rIns="0" bIns="0" rtlCol="0" anchor="ctr"/>
          <a:lstStyle/>
          <a:p>
            <a:pPr algn="ctr" indent="0" marL="0">
              <a:buNone/>
            </a:pPr>
            <a:r>
              <a:rPr lang="en-US" sz="1500" spc="100" kern="0" dirty="0">
                <a:solidFill>
                  <a:srgbClr val="EAF2FF"/>
                </a:solidFill>
                <a:latin typeface="Arial Black" pitchFamily="34" charset="0"/>
                <a:ea typeface="Arial Black" pitchFamily="34" charset="-122"/>
                <a:cs typeface="Arial Black" pitchFamily="34" charset="-120"/>
              </a:rPr>
              <a:t>EXIT GAME</a:t>
            </a:r>
            <a:endParaRPr lang="en-US" sz="1500" dirty="0"/>
          </a:p>
        </p:txBody>
      </p:sp>
      <p:pic>
        <p:nvPicPr>
          <p:cNvPr id="25" name="Image 4" descr="/tmp/claude-0/-home-user-ashton212123/6ae88841-e158-5430-ba3a-d930461fce9f/scratchpad/build/assets/kai.png">    </p:cNvPr>
          <p:cNvPicPr>
            <a:picLocks noChangeAspect="1"/>
          </p:cNvPicPr>
          <p:nvPr/>
        </p:nvPicPr>
        <p:blipFill>
          <a:blip r:embed="rId5"/>
          <a:stretch>
            <a:fillRect/>
          </a:stretch>
        </p:blipFill>
        <p:spPr>
          <a:xfrm>
            <a:off x="10195560" y="3840480"/>
            <a:ext cx="1417320" cy="2212848"/>
          </a:xfrm>
          <a:prstGeom prst="rect">
            <a:avLst/>
          </a:prstGeom>
        </p:spPr>
      </p:pic>
      <p:sp>
        <p:nvSpPr>
          <p:cNvPr id="26" name="Text 19"/>
          <p:cNvSpPr txBox="1"/>
          <p:nvPr/>
        </p:nvSpPr>
        <p:spPr>
          <a:xfrm>
            <a:off x="457200" y="6080760"/>
            <a:ext cx="6583680" cy="365760"/>
          </a:xfrm>
          <a:prstGeom prst="rect">
            <a:avLst/>
          </a:prstGeom>
          <a:noFill/>
          <a:ln/>
        </p:spPr>
        <p:txBody>
          <a:bodyPr wrap="square" lIns="0" tIns="0" rIns="0" bIns="0" rtlCol="0" anchor="t"/>
          <a:lstStyle/>
          <a:p>
            <a:pPr indent="0" marL="0">
              <a:buNone/>
            </a:pPr>
            <a:r>
              <a:rPr lang="en-US" sz="1300" b="1" spc="600" kern="0" dirty="0">
                <a:solidFill>
                  <a:srgbClr val="FFC233"/>
                </a:solidFill>
                <a:latin typeface="Courier New" pitchFamily="34" charset="0"/>
                <a:ea typeface="Courier New" pitchFamily="34" charset="-122"/>
                <a:cs typeface="Courier New" pitchFamily="34" charset="-120"/>
              </a:rPr>
              <a:t>THE END</a:t>
            </a:r>
            <a:endParaRPr lang="en-US" sz="1300" dirty="0"/>
          </a:p>
        </p:txBody>
      </p:sp>
    </p:spTree>
  </p:cSld>
  <p:clrMapOvr>
    <a:masterClrMapping/>
  </p:clrMapOvr>
  <p:transition spd="med" advClick="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133</Slides>
  <Notes>133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133</vt:i4>
      </vt:variant>
    </vt:vector>
  </HeadingPairs>
  <TitlesOfParts>
    <vt:vector size="1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vector>
  </TitlesOfParts>
  <Company>Empowerment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CTRL + ESCAPE: The Glitch Within</dc:title>
  <dc:subject>Empowerment Technologies - GameCraft Performance Task</dc:subject>
  <dc:creator>[Group Name]</dc:creator>
  <cp:lastModifiedBy>[Group Name]</cp:lastModifiedBy>
  <cp:revision>1</cp:revision>
  <dcterms:created xsi:type="dcterms:W3CDTF">2026-10-01T16:28:30Z</dcterms:created>
  <dcterms:modified xsi:type="dcterms:W3CDTF">2026-10-01T16:28:30Z</dcterms:modified>
</cp:coreProperties>
</file>